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4"/>
  </p:notesMasterIdLst>
  <p:handoutMasterIdLst>
    <p:handoutMasterId r:id="rId25"/>
  </p:handoutMasterIdLst>
  <p:sldIdLst>
    <p:sldId id="2147483593" r:id="rId5"/>
    <p:sldId id="257" r:id="rId6"/>
    <p:sldId id="273" r:id="rId7"/>
    <p:sldId id="2147483602" r:id="rId8"/>
    <p:sldId id="264" r:id="rId9"/>
    <p:sldId id="262" r:id="rId10"/>
    <p:sldId id="263" r:id="rId11"/>
    <p:sldId id="260" r:id="rId12"/>
    <p:sldId id="265" r:id="rId13"/>
    <p:sldId id="261" r:id="rId14"/>
    <p:sldId id="259" r:id="rId15"/>
    <p:sldId id="2147483631" r:id="rId16"/>
    <p:sldId id="2147483634" r:id="rId17"/>
    <p:sldId id="2147483635" r:id="rId18"/>
    <p:sldId id="2147483647" r:id="rId19"/>
    <p:sldId id="2147483637" r:id="rId20"/>
    <p:sldId id="256" r:id="rId21"/>
    <p:sldId id="258" r:id="rId22"/>
    <p:sldId id="274" r:id="rId23"/>
  </p:sldIdLst>
  <p:sldSz cx="12192000" cy="6858000"/>
  <p:notesSz cx="6858000" cy="9144000"/>
  <p:custDataLst>
    <p:tags r:id="rId2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160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C8E8"/>
    <a:srgbClr val="00A9CE"/>
    <a:srgbClr val="F58220"/>
    <a:srgbClr val="F0AF6B"/>
    <a:srgbClr val="F4B183"/>
    <a:srgbClr val="043B72"/>
    <a:srgbClr val="0086B8"/>
    <a:srgbClr val="CB6015"/>
    <a:srgbClr val="E6EAF0"/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678D8D-58EC-4D6B-9E77-479A1AC55478}" v="82" dt="2026-02-25T07:52:55.8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5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858" y="7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5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g-Min La" userId="730696ea-53a3-4e95-97a6-548a6563044c" providerId="ADAL" clId="{77DB2BBC-17F4-40AB-99E9-3FF5839C5203}"/>
    <pc:docChg chg="undo redo custSel addSld delSld modSld sldOrd delSection modSection">
      <pc:chgData name="Jong-Min La" userId="730696ea-53a3-4e95-97a6-548a6563044c" providerId="ADAL" clId="{77DB2BBC-17F4-40AB-99E9-3FF5839C5203}" dt="2026-02-25T07:55:37.951" v="2043" actId="14100"/>
      <pc:docMkLst>
        <pc:docMk/>
      </pc:docMkLst>
      <pc:sldChg chg="delSp mod">
        <pc:chgData name="Jong-Min La" userId="730696ea-53a3-4e95-97a6-548a6563044c" providerId="ADAL" clId="{77DB2BBC-17F4-40AB-99E9-3FF5839C5203}" dt="2026-02-24T05:32:04.414" v="1294" actId="478"/>
        <pc:sldMkLst>
          <pc:docMk/>
          <pc:sldMk cId="3270840502" sldId="256"/>
        </pc:sldMkLst>
        <pc:spChg chg="del">
          <ac:chgData name="Jong-Min La" userId="730696ea-53a3-4e95-97a6-548a6563044c" providerId="ADAL" clId="{77DB2BBC-17F4-40AB-99E9-3FF5839C5203}" dt="2026-02-24T05:32:04.414" v="1294" actId="478"/>
          <ac:spMkLst>
            <pc:docMk/>
            <pc:sldMk cId="3270840502" sldId="256"/>
            <ac:spMk id="2" creationId="{B41B156F-373B-FD19-A306-D2C1ED537FD2}"/>
          </ac:spMkLst>
        </pc:spChg>
      </pc:sldChg>
      <pc:sldChg chg="modSp mod">
        <pc:chgData name="Jong-Min La" userId="730696ea-53a3-4e95-97a6-548a6563044c" providerId="ADAL" clId="{77DB2BBC-17F4-40AB-99E9-3FF5839C5203}" dt="2026-02-25T06:58:21.346" v="2025" actId="20577"/>
        <pc:sldMkLst>
          <pc:docMk/>
          <pc:sldMk cId="4242138939" sldId="257"/>
        </pc:sldMkLst>
        <pc:graphicFrameChg chg="mod modGraphic">
          <ac:chgData name="Jong-Min La" userId="730696ea-53a3-4e95-97a6-548a6563044c" providerId="ADAL" clId="{77DB2BBC-17F4-40AB-99E9-3FF5839C5203}" dt="2026-02-25T06:58:21.346" v="2025" actId="20577"/>
          <ac:graphicFrameMkLst>
            <pc:docMk/>
            <pc:sldMk cId="4242138939" sldId="257"/>
            <ac:graphicFrameMk id="14" creationId="{F53135F2-9021-4813-81C2-55E738C05ADA}"/>
          </ac:graphicFrameMkLst>
        </pc:graphicFrameChg>
      </pc:sldChg>
      <pc:sldChg chg="delSp mod">
        <pc:chgData name="Jong-Min La" userId="730696ea-53a3-4e95-97a6-548a6563044c" providerId="ADAL" clId="{77DB2BBC-17F4-40AB-99E9-3FF5839C5203}" dt="2026-02-24T05:32:05.341" v="1295" actId="478"/>
        <pc:sldMkLst>
          <pc:docMk/>
          <pc:sldMk cId="1171841960" sldId="258"/>
        </pc:sldMkLst>
        <pc:spChg chg="del">
          <ac:chgData name="Jong-Min La" userId="730696ea-53a3-4e95-97a6-548a6563044c" providerId="ADAL" clId="{77DB2BBC-17F4-40AB-99E9-3FF5839C5203}" dt="2026-02-24T05:32:05.341" v="1295" actId="478"/>
          <ac:spMkLst>
            <pc:docMk/>
            <pc:sldMk cId="1171841960" sldId="258"/>
            <ac:spMk id="2" creationId="{4E0CFAA3-4FE9-52B3-A482-25734A670F03}"/>
          </ac:spMkLst>
        </pc:spChg>
      </pc:sldChg>
      <pc:sldChg chg="addSp delSp modSp mod">
        <pc:chgData name="Jong-Min La" userId="730696ea-53a3-4e95-97a6-548a6563044c" providerId="ADAL" clId="{77DB2BBC-17F4-40AB-99E9-3FF5839C5203}" dt="2026-02-25T07:55:37.951" v="2043" actId="14100"/>
        <pc:sldMkLst>
          <pc:docMk/>
          <pc:sldMk cId="2629958424" sldId="259"/>
        </pc:sldMkLst>
        <pc:spChg chg="del">
          <ac:chgData name="Jong-Min La" userId="730696ea-53a3-4e95-97a6-548a6563044c" providerId="ADAL" clId="{77DB2BBC-17F4-40AB-99E9-3FF5839C5203}" dt="2026-02-24T05:31:56.778" v="1288" actId="478"/>
          <ac:spMkLst>
            <pc:docMk/>
            <pc:sldMk cId="2629958424" sldId="259"/>
            <ac:spMk id="2" creationId="{CB84F9D4-311C-E4AD-3160-93E8B6C8F783}"/>
          </ac:spMkLst>
        </pc:spChg>
        <pc:spChg chg="mod">
          <ac:chgData name="Jong-Min La" userId="730696ea-53a3-4e95-97a6-548a6563044c" providerId="ADAL" clId="{77DB2BBC-17F4-40AB-99E9-3FF5839C5203}" dt="2026-02-24T07:48:54.783" v="1996" actId="20577"/>
          <ac:spMkLst>
            <pc:docMk/>
            <pc:sldMk cId="2629958424" sldId="259"/>
            <ac:spMk id="3" creationId="{ABF14BC3-F2F0-FC52-19A5-98EE2EF09257}"/>
          </ac:spMkLst>
        </pc:spChg>
        <pc:spChg chg="add del mod">
          <ac:chgData name="Jong-Min La" userId="730696ea-53a3-4e95-97a6-548a6563044c" providerId="ADAL" clId="{77DB2BBC-17F4-40AB-99E9-3FF5839C5203}" dt="2026-02-25T07:54:04.851" v="2041" actId="478"/>
          <ac:spMkLst>
            <pc:docMk/>
            <pc:sldMk cId="2629958424" sldId="259"/>
            <ac:spMk id="6" creationId="{4CA24F8C-DB59-E29F-FDF0-C2A7ED0B7909}"/>
          </ac:spMkLst>
        </pc:spChg>
        <pc:spChg chg="add del mod">
          <ac:chgData name="Jong-Min La" userId="730696ea-53a3-4e95-97a6-548a6563044c" providerId="ADAL" clId="{77DB2BBC-17F4-40AB-99E9-3FF5839C5203}" dt="2026-02-25T07:51:05.218" v="2029" actId="478"/>
          <ac:spMkLst>
            <pc:docMk/>
            <pc:sldMk cId="2629958424" sldId="259"/>
            <ac:spMk id="8" creationId="{4A58DDBF-8D31-5E10-C16F-FDDBEF730334}"/>
          </ac:spMkLst>
        </pc:spChg>
        <pc:graphicFrameChg chg="add mod">
          <ac:chgData name="Jong-Min La" userId="730696ea-53a3-4e95-97a6-548a6563044c" providerId="ADAL" clId="{77DB2BBC-17F4-40AB-99E9-3FF5839C5203}" dt="2026-02-25T07:51:01.516" v="2027"/>
          <ac:graphicFrameMkLst>
            <pc:docMk/>
            <pc:sldMk cId="2629958424" sldId="259"/>
            <ac:graphicFrameMk id="2" creationId="{3E23F1D4-CAF2-E714-DF68-9EC5A82AB4E7}"/>
          </ac:graphicFrameMkLst>
        </pc:graphicFrameChg>
        <pc:graphicFrameChg chg="add mod modGraphic">
          <ac:chgData name="Jong-Min La" userId="730696ea-53a3-4e95-97a6-548a6563044c" providerId="ADAL" clId="{77DB2BBC-17F4-40AB-99E9-3FF5839C5203}" dt="2026-02-25T07:55:37.951" v="2043" actId="14100"/>
          <ac:graphicFrameMkLst>
            <pc:docMk/>
            <pc:sldMk cId="2629958424" sldId="259"/>
            <ac:graphicFrameMk id="4" creationId="{55614BF2-9A6E-DA7F-F0BD-620200C32A59}"/>
          </ac:graphicFrameMkLst>
        </pc:graphicFrameChg>
        <pc:graphicFrameChg chg="add mod">
          <ac:chgData name="Jong-Min La" userId="730696ea-53a3-4e95-97a6-548a6563044c" providerId="ADAL" clId="{77DB2BBC-17F4-40AB-99E9-3FF5839C5203}" dt="2026-02-24T08:06:22.643" v="1997"/>
          <ac:graphicFrameMkLst>
            <pc:docMk/>
            <pc:sldMk cId="2629958424" sldId="259"/>
            <ac:graphicFrameMk id="4" creationId="{5D662940-7F43-9C6A-29A9-F51D2E5F8F0D}"/>
          </ac:graphicFrameMkLst>
        </pc:graphicFrameChg>
        <pc:graphicFrameChg chg="add del mod modGraphic">
          <ac:chgData name="Jong-Min La" userId="730696ea-53a3-4e95-97a6-548a6563044c" providerId="ADAL" clId="{77DB2BBC-17F4-40AB-99E9-3FF5839C5203}" dt="2026-02-25T07:51:00.467" v="2026" actId="478"/>
          <ac:graphicFrameMkLst>
            <pc:docMk/>
            <pc:sldMk cId="2629958424" sldId="259"/>
            <ac:graphicFrameMk id="5" creationId="{6F6E29C1-46A7-413D-C00E-E8CBBB5DFEA1}"/>
          </ac:graphicFrameMkLst>
        </pc:graphicFrameChg>
        <pc:graphicFrameChg chg="del mod modGraphic">
          <ac:chgData name="Jong-Min La" userId="730696ea-53a3-4e95-97a6-548a6563044c" providerId="ADAL" clId="{77DB2BBC-17F4-40AB-99E9-3FF5839C5203}" dt="2026-02-24T07:18:03.472" v="1995" actId="478"/>
          <ac:graphicFrameMkLst>
            <pc:docMk/>
            <pc:sldMk cId="2629958424" sldId="259"/>
            <ac:graphicFrameMk id="7" creationId="{5BC4A7A6-FF6E-7145-26DD-68A5DF57D76D}"/>
          </ac:graphicFrameMkLst>
        </pc:graphicFrameChg>
        <pc:graphicFrameChg chg="add del mod">
          <ac:chgData name="Jong-Min La" userId="730696ea-53a3-4e95-97a6-548a6563044c" providerId="ADAL" clId="{77DB2BBC-17F4-40AB-99E9-3FF5839C5203}" dt="2026-02-25T07:52:01.179" v="2036" actId="478"/>
          <ac:graphicFrameMkLst>
            <pc:docMk/>
            <pc:sldMk cId="2629958424" sldId="259"/>
            <ac:graphicFrameMk id="7" creationId="{D7B1B198-A409-A43D-1A77-0C8C59809786}"/>
          </ac:graphicFrameMkLst>
        </pc:graphicFrameChg>
        <pc:graphicFrameChg chg="add mod">
          <ac:chgData name="Jong-Min La" userId="730696ea-53a3-4e95-97a6-548a6563044c" providerId="ADAL" clId="{77DB2BBC-17F4-40AB-99E9-3FF5839C5203}" dt="2026-02-25T07:52:55.847" v="2040"/>
          <ac:graphicFrameMkLst>
            <pc:docMk/>
            <pc:sldMk cId="2629958424" sldId="259"/>
            <ac:graphicFrameMk id="9" creationId="{C3898F9A-A0CA-17E0-110A-740289F26019}"/>
          </ac:graphicFrameMkLst>
        </pc:graphicFrameChg>
      </pc:sldChg>
      <pc:sldChg chg="add del">
        <pc:chgData name="Jong-Min La" userId="730696ea-53a3-4e95-97a6-548a6563044c" providerId="ADAL" clId="{77DB2BBC-17F4-40AB-99E9-3FF5839C5203}" dt="2026-02-24T05:34:14.556" v="1392" actId="47"/>
        <pc:sldMkLst>
          <pc:docMk/>
          <pc:sldMk cId="1695516937" sldId="260"/>
        </pc:sldMkLst>
      </pc:sldChg>
      <pc:sldChg chg="addSp delSp modSp add mod">
        <pc:chgData name="Jong-Min La" userId="730696ea-53a3-4e95-97a6-548a6563044c" providerId="ADAL" clId="{77DB2BBC-17F4-40AB-99E9-3FF5839C5203}" dt="2026-02-24T05:45:34.107" v="1608" actId="1076"/>
        <pc:sldMkLst>
          <pc:docMk/>
          <pc:sldMk cId="2986795850" sldId="260"/>
        </pc:sldMkLst>
        <pc:spChg chg="mod">
          <ac:chgData name="Jong-Min La" userId="730696ea-53a3-4e95-97a6-548a6563044c" providerId="ADAL" clId="{77DB2BBC-17F4-40AB-99E9-3FF5839C5203}" dt="2026-02-24T05:39:15.999" v="1489" actId="20577"/>
          <ac:spMkLst>
            <pc:docMk/>
            <pc:sldMk cId="2986795850" sldId="260"/>
            <ac:spMk id="3" creationId="{422E3F43-BA4F-FB06-7621-8E2107435104}"/>
          </ac:spMkLst>
        </pc:spChg>
        <pc:spChg chg="mod">
          <ac:chgData name="Jong-Min La" userId="730696ea-53a3-4e95-97a6-548a6563044c" providerId="ADAL" clId="{77DB2BBC-17F4-40AB-99E9-3FF5839C5203}" dt="2026-02-24T05:40:32.886" v="1501" actId="14100"/>
          <ac:spMkLst>
            <pc:docMk/>
            <pc:sldMk cId="2986795850" sldId="260"/>
            <ac:spMk id="47" creationId="{E8C4C3E1-81D7-C9FF-69FE-030A1F8C7738}"/>
          </ac:spMkLst>
        </pc:spChg>
        <pc:spChg chg="del">
          <ac:chgData name="Jong-Min La" userId="730696ea-53a3-4e95-97a6-548a6563044c" providerId="ADAL" clId="{77DB2BBC-17F4-40AB-99E9-3FF5839C5203}" dt="2026-02-24T05:39:23.236" v="1490" actId="478"/>
          <ac:spMkLst>
            <pc:docMk/>
            <pc:sldMk cId="2986795850" sldId="260"/>
            <ac:spMk id="48" creationId="{77E6EFAD-1775-2A59-4592-089219AB6A5E}"/>
          </ac:spMkLst>
        </pc:spChg>
        <pc:spChg chg="mod">
          <ac:chgData name="Jong-Min La" userId="730696ea-53a3-4e95-97a6-548a6563044c" providerId="ADAL" clId="{77DB2BBC-17F4-40AB-99E9-3FF5839C5203}" dt="2026-02-24T05:40:32.886" v="1501" actId="14100"/>
          <ac:spMkLst>
            <pc:docMk/>
            <pc:sldMk cId="2986795850" sldId="260"/>
            <ac:spMk id="49" creationId="{7ED7756B-10B8-BDB1-37FA-F98F37078297}"/>
          </ac:spMkLst>
        </pc:spChg>
        <pc:spChg chg="mod">
          <ac:chgData name="Jong-Min La" userId="730696ea-53a3-4e95-97a6-548a6563044c" providerId="ADAL" clId="{77DB2BBC-17F4-40AB-99E9-3FF5839C5203}" dt="2026-02-24T05:40:41.493" v="1503" actId="1076"/>
          <ac:spMkLst>
            <pc:docMk/>
            <pc:sldMk cId="2986795850" sldId="260"/>
            <ac:spMk id="51" creationId="{3D34E6E5-DDB2-6F1F-30D4-161C7108ADD7}"/>
          </ac:spMkLst>
        </pc:spChg>
        <pc:spChg chg="del">
          <ac:chgData name="Jong-Min La" userId="730696ea-53a3-4e95-97a6-548a6563044c" providerId="ADAL" clId="{77DB2BBC-17F4-40AB-99E9-3FF5839C5203}" dt="2026-02-24T05:39:24.405" v="1491" actId="478"/>
          <ac:spMkLst>
            <pc:docMk/>
            <pc:sldMk cId="2986795850" sldId="260"/>
            <ac:spMk id="52" creationId="{E8DE8FF4-CFF0-2016-B2D7-1DCC566C04B3}"/>
          </ac:spMkLst>
        </pc:spChg>
        <pc:spChg chg="mod">
          <ac:chgData name="Jong-Min La" userId="730696ea-53a3-4e95-97a6-548a6563044c" providerId="ADAL" clId="{77DB2BBC-17F4-40AB-99E9-3FF5839C5203}" dt="2026-02-24T05:41:11.060" v="1515" actId="20577"/>
          <ac:spMkLst>
            <pc:docMk/>
            <pc:sldMk cId="2986795850" sldId="260"/>
            <ac:spMk id="54" creationId="{E5866218-8D03-BA56-4071-E035ADF83BDE}"/>
          </ac:spMkLst>
        </pc:spChg>
        <pc:spChg chg="add del mod">
          <ac:chgData name="Jong-Min La" userId="730696ea-53a3-4e95-97a6-548a6563044c" providerId="ADAL" clId="{77DB2BBC-17F4-40AB-99E9-3FF5839C5203}" dt="2026-02-24T05:45:34.107" v="1608" actId="1076"/>
          <ac:spMkLst>
            <pc:docMk/>
            <pc:sldMk cId="2986795850" sldId="260"/>
            <ac:spMk id="55" creationId="{AAA868DD-8D62-B10A-07DC-A8D5060755CE}"/>
          </ac:spMkLst>
        </pc:spChg>
        <pc:spChg chg="mod">
          <ac:chgData name="Jong-Min La" userId="730696ea-53a3-4e95-97a6-548a6563044c" providerId="ADAL" clId="{77DB2BBC-17F4-40AB-99E9-3FF5839C5203}" dt="2026-02-24T05:40:41.493" v="1503" actId="1076"/>
          <ac:spMkLst>
            <pc:docMk/>
            <pc:sldMk cId="2986795850" sldId="260"/>
            <ac:spMk id="58" creationId="{88BD9343-7C33-A2F5-7C35-3BC4BEAE3B28}"/>
          </ac:spMkLst>
        </pc:spChg>
        <pc:cxnChg chg="add mod">
          <ac:chgData name="Jong-Min La" userId="730696ea-53a3-4e95-97a6-548a6563044c" providerId="ADAL" clId="{77DB2BBC-17F4-40AB-99E9-3FF5839C5203}" dt="2026-02-24T05:41:23.153" v="1516" actId="108"/>
          <ac:cxnSpMkLst>
            <pc:docMk/>
            <pc:sldMk cId="2986795850" sldId="260"/>
            <ac:cxnSpMk id="9" creationId="{959C96F1-3DF4-A6FF-3B7E-F50DF8C6E5F5}"/>
          </ac:cxnSpMkLst>
        </pc:cxnChg>
        <pc:cxnChg chg="mod">
          <ac:chgData name="Jong-Min La" userId="730696ea-53a3-4e95-97a6-548a6563044c" providerId="ADAL" clId="{77DB2BBC-17F4-40AB-99E9-3FF5839C5203}" dt="2026-02-24T05:41:49.725" v="1519" actId="108"/>
          <ac:cxnSpMkLst>
            <pc:docMk/>
            <pc:sldMk cId="2986795850" sldId="260"/>
            <ac:cxnSpMk id="39" creationId="{C1C44A56-F0A0-C0DD-9B2B-70F67126BC4A}"/>
          </ac:cxnSpMkLst>
        </pc:cxnChg>
        <pc:cxnChg chg="mod">
          <ac:chgData name="Jong-Min La" userId="730696ea-53a3-4e95-97a6-548a6563044c" providerId="ADAL" clId="{77DB2BBC-17F4-40AB-99E9-3FF5839C5203}" dt="2026-02-24T05:42:04.025" v="1521" actId="14100"/>
          <ac:cxnSpMkLst>
            <pc:docMk/>
            <pc:sldMk cId="2986795850" sldId="260"/>
            <ac:cxnSpMk id="40" creationId="{9CDDCBBC-6900-6304-F83E-3C318B38AFA6}"/>
          </ac:cxnSpMkLst>
        </pc:cxnChg>
        <pc:cxnChg chg="mod">
          <ac:chgData name="Jong-Min La" userId="730696ea-53a3-4e95-97a6-548a6563044c" providerId="ADAL" clId="{77DB2BBC-17F4-40AB-99E9-3FF5839C5203}" dt="2026-02-24T05:40:32.886" v="1501" actId="14100"/>
          <ac:cxnSpMkLst>
            <pc:docMk/>
            <pc:sldMk cId="2986795850" sldId="260"/>
            <ac:cxnSpMk id="50" creationId="{A2CEA542-D739-1852-927E-B75966CED93E}"/>
          </ac:cxnSpMkLst>
        </pc:cxnChg>
        <pc:cxnChg chg="del mod">
          <ac:chgData name="Jong-Min La" userId="730696ea-53a3-4e95-97a6-548a6563044c" providerId="ADAL" clId="{77DB2BBC-17F4-40AB-99E9-3FF5839C5203}" dt="2026-02-24T05:39:41.286" v="1493" actId="478"/>
          <ac:cxnSpMkLst>
            <pc:docMk/>
            <pc:sldMk cId="2986795850" sldId="260"/>
            <ac:cxnSpMk id="56" creationId="{3674AF91-058E-A026-EAD3-70022080EEB3}"/>
          </ac:cxnSpMkLst>
        </pc:cxnChg>
        <pc:cxnChg chg="mod">
          <ac:chgData name="Jong-Min La" userId="730696ea-53a3-4e95-97a6-548a6563044c" providerId="ADAL" clId="{77DB2BBC-17F4-40AB-99E9-3FF5839C5203}" dt="2026-02-24T05:41:23.153" v="1516" actId="108"/>
          <ac:cxnSpMkLst>
            <pc:docMk/>
            <pc:sldMk cId="2986795850" sldId="260"/>
            <ac:cxnSpMk id="57" creationId="{182D0BB8-EDC6-0FB2-E5D6-32E4E5CAA8AD}"/>
          </ac:cxnSpMkLst>
        </pc:cxnChg>
        <pc:cxnChg chg="mod">
          <ac:chgData name="Jong-Min La" userId="730696ea-53a3-4e95-97a6-548a6563044c" providerId="ADAL" clId="{77DB2BBC-17F4-40AB-99E9-3FF5839C5203}" dt="2026-02-24T05:42:09.083" v="1522" actId="14100"/>
          <ac:cxnSpMkLst>
            <pc:docMk/>
            <pc:sldMk cId="2986795850" sldId="260"/>
            <ac:cxnSpMk id="60" creationId="{08A456E6-1073-D464-A64B-F000BA18B52F}"/>
          </ac:cxnSpMkLst>
        </pc:cxnChg>
        <pc:cxnChg chg="del mod">
          <ac:chgData name="Jong-Min La" userId="730696ea-53a3-4e95-97a6-548a6563044c" providerId="ADAL" clId="{77DB2BBC-17F4-40AB-99E9-3FF5839C5203}" dt="2026-02-24T05:39:43.763" v="1494" actId="478"/>
          <ac:cxnSpMkLst>
            <pc:docMk/>
            <pc:sldMk cId="2986795850" sldId="260"/>
            <ac:cxnSpMk id="61" creationId="{2E1084BD-02E6-31AB-2FA5-6C9EADADE715}"/>
          </ac:cxnSpMkLst>
        </pc:cxnChg>
        <pc:cxnChg chg="del mod">
          <ac:chgData name="Jong-Min La" userId="730696ea-53a3-4e95-97a6-548a6563044c" providerId="ADAL" clId="{77DB2BBC-17F4-40AB-99E9-3FF5839C5203}" dt="2026-02-24T05:39:55.844" v="1498" actId="478"/>
          <ac:cxnSpMkLst>
            <pc:docMk/>
            <pc:sldMk cId="2986795850" sldId="260"/>
            <ac:cxnSpMk id="62" creationId="{7090AEB9-87CF-5E15-7D9A-E86990FE5103}"/>
          </ac:cxnSpMkLst>
        </pc:cxnChg>
        <pc:cxnChg chg="mod">
          <ac:chgData name="Jong-Min La" userId="730696ea-53a3-4e95-97a6-548a6563044c" providerId="ADAL" clId="{77DB2BBC-17F4-40AB-99E9-3FF5839C5203}" dt="2026-02-24T05:41:26.397" v="1517" actId="108"/>
          <ac:cxnSpMkLst>
            <pc:docMk/>
            <pc:sldMk cId="2986795850" sldId="260"/>
            <ac:cxnSpMk id="576" creationId="{2FEB8EC2-2348-5246-099F-1A9622F28428}"/>
          </ac:cxnSpMkLst>
        </pc:cxnChg>
      </pc:sldChg>
      <pc:sldChg chg="addSp delSp modSp add mod">
        <pc:chgData name="Jong-Min La" userId="730696ea-53a3-4e95-97a6-548a6563044c" providerId="ADAL" clId="{77DB2BBC-17F4-40AB-99E9-3FF5839C5203}" dt="2026-02-25T06:56:37.600" v="2021" actId="478"/>
        <pc:sldMkLst>
          <pc:docMk/>
          <pc:sldMk cId="2847808336" sldId="261"/>
        </pc:sldMkLst>
        <pc:spChg chg="mod">
          <ac:chgData name="Jong-Min La" userId="730696ea-53a3-4e95-97a6-548a6563044c" providerId="ADAL" clId="{77DB2BBC-17F4-40AB-99E9-3FF5839C5203}" dt="2026-02-24T01:57:13.102" v="261" actId="14100"/>
          <ac:spMkLst>
            <pc:docMk/>
            <pc:sldMk cId="2847808336" sldId="261"/>
            <ac:spMk id="2" creationId="{2F7F085A-603F-4AA7-9BF2-305202182239}"/>
          </ac:spMkLst>
        </pc:spChg>
        <pc:spChg chg="mod">
          <ac:chgData name="Jong-Min La" userId="730696ea-53a3-4e95-97a6-548a6563044c" providerId="ADAL" clId="{77DB2BBC-17F4-40AB-99E9-3FF5839C5203}" dt="2026-02-24T05:33:50.861" v="1383" actId="20577"/>
          <ac:spMkLst>
            <pc:docMk/>
            <pc:sldMk cId="2847808336" sldId="261"/>
            <ac:spMk id="3" creationId="{0D9BDF7C-2EB9-09D9-5654-8E9E495606D1}"/>
          </ac:spMkLst>
        </pc:spChg>
        <pc:spChg chg="mod">
          <ac:chgData name="Jong-Min La" userId="730696ea-53a3-4e95-97a6-548a6563044c" providerId="ADAL" clId="{77DB2BBC-17F4-40AB-99E9-3FF5839C5203}" dt="2026-02-24T01:57:13.102" v="261" actId="14100"/>
          <ac:spMkLst>
            <pc:docMk/>
            <pc:sldMk cId="2847808336" sldId="261"/>
            <ac:spMk id="5" creationId="{C79C4C7C-8130-CE59-5183-5F3099ED67AE}"/>
          </ac:spMkLst>
        </pc:spChg>
        <pc:spChg chg="mod">
          <ac:chgData name="Jong-Min La" userId="730696ea-53a3-4e95-97a6-548a6563044c" providerId="ADAL" clId="{77DB2BBC-17F4-40AB-99E9-3FF5839C5203}" dt="2026-02-24T02:05:19.263" v="434" actId="947"/>
          <ac:spMkLst>
            <pc:docMk/>
            <pc:sldMk cId="2847808336" sldId="261"/>
            <ac:spMk id="7" creationId="{4D9B9BAA-1131-86DD-D380-267B11569E06}"/>
          </ac:spMkLst>
        </pc:spChg>
        <pc:spChg chg="mod">
          <ac:chgData name="Jong-Min La" userId="730696ea-53a3-4e95-97a6-548a6563044c" providerId="ADAL" clId="{77DB2BBC-17F4-40AB-99E9-3FF5839C5203}" dt="2026-02-24T02:06:18.528" v="467" actId="20577"/>
          <ac:spMkLst>
            <pc:docMk/>
            <pc:sldMk cId="2847808336" sldId="261"/>
            <ac:spMk id="10" creationId="{A4CA6D1E-1330-35E6-8145-91594667EB32}"/>
          </ac:spMkLst>
        </pc:spChg>
        <pc:spChg chg="mod">
          <ac:chgData name="Jong-Min La" userId="730696ea-53a3-4e95-97a6-548a6563044c" providerId="ADAL" clId="{77DB2BBC-17F4-40AB-99E9-3FF5839C5203}" dt="2026-02-24T02:10:10.803" v="604" actId="1076"/>
          <ac:spMkLst>
            <pc:docMk/>
            <pc:sldMk cId="2847808336" sldId="261"/>
            <ac:spMk id="19" creationId="{CD964C8C-D04A-1603-3743-710C34D7D971}"/>
          </ac:spMkLst>
        </pc:spChg>
        <pc:spChg chg="mod">
          <ac:chgData name="Jong-Min La" userId="730696ea-53a3-4e95-97a6-548a6563044c" providerId="ADAL" clId="{77DB2BBC-17F4-40AB-99E9-3FF5839C5203}" dt="2026-02-24T01:57:50.143" v="268" actId="14100"/>
          <ac:spMkLst>
            <pc:docMk/>
            <pc:sldMk cId="2847808336" sldId="261"/>
            <ac:spMk id="20" creationId="{0AA49F90-C196-8EF4-30ED-7F9A022C38BD}"/>
          </ac:spMkLst>
        </pc:spChg>
        <pc:spChg chg="mod">
          <ac:chgData name="Jong-Min La" userId="730696ea-53a3-4e95-97a6-548a6563044c" providerId="ADAL" clId="{77DB2BBC-17F4-40AB-99E9-3FF5839C5203}" dt="2026-02-24T01:56:12.032" v="252" actId="14100"/>
          <ac:spMkLst>
            <pc:docMk/>
            <pc:sldMk cId="2847808336" sldId="261"/>
            <ac:spMk id="22" creationId="{6A88DF20-C3AC-99B0-BBB3-8B076B754461}"/>
          </ac:spMkLst>
        </pc:spChg>
        <pc:spChg chg="mod">
          <ac:chgData name="Jong-Min La" userId="730696ea-53a3-4e95-97a6-548a6563044c" providerId="ADAL" clId="{77DB2BBC-17F4-40AB-99E9-3FF5839C5203}" dt="2026-02-24T01:56:21.496" v="254" actId="14100"/>
          <ac:spMkLst>
            <pc:docMk/>
            <pc:sldMk cId="2847808336" sldId="261"/>
            <ac:spMk id="23" creationId="{865B1D73-A66D-11A5-D7CD-66A31392CD94}"/>
          </ac:spMkLst>
        </pc:spChg>
        <pc:spChg chg="mod">
          <ac:chgData name="Jong-Min La" userId="730696ea-53a3-4e95-97a6-548a6563044c" providerId="ADAL" clId="{77DB2BBC-17F4-40AB-99E9-3FF5839C5203}" dt="2026-02-24T02:05:22.687" v="436"/>
          <ac:spMkLst>
            <pc:docMk/>
            <pc:sldMk cId="2847808336" sldId="261"/>
            <ac:spMk id="32" creationId="{A51FA7EF-9F9A-4B68-8276-223475271C24}"/>
          </ac:spMkLst>
        </pc:spChg>
        <pc:spChg chg="mod">
          <ac:chgData name="Jong-Min La" userId="730696ea-53a3-4e95-97a6-548a6563044c" providerId="ADAL" clId="{77DB2BBC-17F4-40AB-99E9-3FF5839C5203}" dt="2026-02-24T02:05:46.461" v="451" actId="20577"/>
          <ac:spMkLst>
            <pc:docMk/>
            <pc:sldMk cId="2847808336" sldId="261"/>
            <ac:spMk id="33" creationId="{D8F43243-ADAB-02B4-5DD8-9FDBF0F5DD9F}"/>
          </ac:spMkLst>
        </pc:spChg>
        <pc:spChg chg="mod">
          <ac:chgData name="Jong-Min La" userId="730696ea-53a3-4e95-97a6-548a6563044c" providerId="ADAL" clId="{77DB2BBC-17F4-40AB-99E9-3FF5839C5203}" dt="2026-02-24T02:14:55.526" v="652" actId="20577"/>
          <ac:spMkLst>
            <pc:docMk/>
            <pc:sldMk cId="2847808336" sldId="261"/>
            <ac:spMk id="41" creationId="{963D9A91-0707-4E18-FB4B-3EF0C75F2490}"/>
          </ac:spMkLst>
        </pc:spChg>
        <pc:spChg chg="mod">
          <ac:chgData name="Jong-Min La" userId="730696ea-53a3-4e95-97a6-548a6563044c" providerId="ADAL" clId="{77DB2BBC-17F4-40AB-99E9-3FF5839C5203}" dt="2026-02-24T02:14:53.606" v="650" actId="20577"/>
          <ac:spMkLst>
            <pc:docMk/>
            <pc:sldMk cId="2847808336" sldId="261"/>
            <ac:spMk id="42" creationId="{947FC6FF-CC7C-34D1-4F85-1E1888E3012C}"/>
          </ac:spMkLst>
        </pc:spChg>
        <pc:spChg chg="mod">
          <ac:chgData name="Jong-Min La" userId="730696ea-53a3-4e95-97a6-548a6563044c" providerId="ADAL" clId="{77DB2BBC-17F4-40AB-99E9-3FF5839C5203}" dt="2026-02-24T02:06:34.731" v="470" actId="20577"/>
          <ac:spMkLst>
            <pc:docMk/>
            <pc:sldMk cId="2847808336" sldId="261"/>
            <ac:spMk id="45" creationId="{BB45CCC7-C216-59BB-778E-9353D982D421}"/>
          </ac:spMkLst>
        </pc:spChg>
        <pc:spChg chg="mod">
          <ac:chgData name="Jong-Min La" userId="730696ea-53a3-4e95-97a6-548a6563044c" providerId="ADAL" clId="{77DB2BBC-17F4-40AB-99E9-3FF5839C5203}" dt="2026-02-24T02:07:37.924" v="486" actId="20577"/>
          <ac:spMkLst>
            <pc:docMk/>
            <pc:sldMk cId="2847808336" sldId="261"/>
            <ac:spMk id="47" creationId="{5EBCFC7E-0F68-CEE1-889B-9DAB3941AFCB}"/>
          </ac:spMkLst>
        </pc:spChg>
        <pc:spChg chg="mod">
          <ac:chgData name="Jong-Min La" userId="730696ea-53a3-4e95-97a6-548a6563044c" providerId="ADAL" clId="{77DB2BBC-17F4-40AB-99E9-3FF5839C5203}" dt="2026-02-24T07:06:46.436" v="1952" actId="6549"/>
          <ac:spMkLst>
            <pc:docMk/>
            <pc:sldMk cId="2847808336" sldId="261"/>
            <ac:spMk id="48" creationId="{D20F0EF6-E0B0-400C-D19A-EC713441D75F}"/>
          </ac:spMkLst>
        </pc:spChg>
        <pc:spChg chg="mod">
          <ac:chgData name="Jong-Min La" userId="730696ea-53a3-4e95-97a6-548a6563044c" providerId="ADAL" clId="{77DB2BBC-17F4-40AB-99E9-3FF5839C5203}" dt="2026-02-24T02:09:49.666" v="599" actId="20577"/>
          <ac:spMkLst>
            <pc:docMk/>
            <pc:sldMk cId="2847808336" sldId="261"/>
            <ac:spMk id="49" creationId="{956FD28D-2C63-83EB-EAD0-F9F58D1D9C4E}"/>
          </ac:spMkLst>
        </pc:spChg>
        <pc:spChg chg="mod">
          <ac:chgData name="Jong-Min La" userId="730696ea-53a3-4e95-97a6-548a6563044c" providerId="ADAL" clId="{77DB2BBC-17F4-40AB-99E9-3FF5839C5203}" dt="2026-02-24T07:06:48.351" v="1954" actId="6549"/>
          <ac:spMkLst>
            <pc:docMk/>
            <pc:sldMk cId="2847808336" sldId="261"/>
            <ac:spMk id="52" creationId="{DD39D46F-28A0-978C-FB4F-E68F7A8E4FC6}"/>
          </ac:spMkLst>
        </pc:spChg>
        <pc:spChg chg="mod">
          <ac:chgData name="Jong-Min La" userId="730696ea-53a3-4e95-97a6-548a6563044c" providerId="ADAL" clId="{77DB2BBC-17F4-40AB-99E9-3FF5839C5203}" dt="2026-02-24T02:13:00.793" v="615" actId="20577"/>
          <ac:spMkLst>
            <pc:docMk/>
            <pc:sldMk cId="2847808336" sldId="261"/>
            <ac:spMk id="53" creationId="{893CE222-6DFC-DFD0-75F8-8CB289E43950}"/>
          </ac:spMkLst>
        </pc:spChg>
        <pc:spChg chg="mod">
          <ac:chgData name="Jong-Min La" userId="730696ea-53a3-4e95-97a6-548a6563044c" providerId="ADAL" clId="{77DB2BBC-17F4-40AB-99E9-3FF5839C5203}" dt="2026-02-24T02:13:50.594" v="637" actId="20577"/>
          <ac:spMkLst>
            <pc:docMk/>
            <pc:sldMk cId="2847808336" sldId="261"/>
            <ac:spMk id="54" creationId="{81EB3462-F919-59DE-7EAE-703E1DF606BD}"/>
          </ac:spMkLst>
        </pc:spChg>
        <pc:spChg chg="mod">
          <ac:chgData name="Jong-Min La" userId="730696ea-53a3-4e95-97a6-548a6563044c" providerId="ADAL" clId="{77DB2BBC-17F4-40AB-99E9-3FF5839C5203}" dt="2026-02-24T01:57:05.689" v="259" actId="1076"/>
          <ac:spMkLst>
            <pc:docMk/>
            <pc:sldMk cId="2847808336" sldId="261"/>
            <ac:spMk id="58" creationId="{E2106C9E-E68B-C23C-6CA0-B97EFE0B4A44}"/>
          </ac:spMkLst>
        </pc:spChg>
        <pc:spChg chg="mod">
          <ac:chgData name="Jong-Min La" userId="730696ea-53a3-4e95-97a6-548a6563044c" providerId="ADAL" clId="{77DB2BBC-17F4-40AB-99E9-3FF5839C5203}" dt="2026-02-24T01:57:18.401" v="262" actId="1076"/>
          <ac:spMkLst>
            <pc:docMk/>
            <pc:sldMk cId="2847808336" sldId="261"/>
            <ac:spMk id="63" creationId="{C991BD73-4BBD-366C-E05F-E08C281C9956}"/>
          </ac:spMkLst>
        </pc:spChg>
        <pc:spChg chg="mod">
          <ac:chgData name="Jong-Min La" userId="730696ea-53a3-4e95-97a6-548a6563044c" providerId="ADAL" clId="{77DB2BBC-17F4-40AB-99E9-3FF5839C5203}" dt="2026-02-24T02:14:34.378" v="648" actId="20577"/>
          <ac:spMkLst>
            <pc:docMk/>
            <pc:sldMk cId="2847808336" sldId="261"/>
            <ac:spMk id="577" creationId="{C1F6C59C-B081-8228-5098-E804C1D65A87}"/>
          </ac:spMkLst>
        </pc:spChg>
        <pc:spChg chg="add mod">
          <ac:chgData name="Jong-Min La" userId="730696ea-53a3-4e95-97a6-548a6563044c" providerId="ADAL" clId="{77DB2BBC-17F4-40AB-99E9-3FF5839C5203}" dt="2026-02-24T01:58:02.538" v="313" actId="20577"/>
          <ac:spMkLst>
            <pc:docMk/>
            <pc:sldMk cId="2847808336" sldId="261"/>
            <ac:spMk id="590" creationId="{E048D7DE-7208-8FC8-1E24-CC4CFBF6AA25}"/>
          </ac:spMkLst>
        </pc:spChg>
        <pc:spChg chg="add del mod">
          <ac:chgData name="Jong-Min La" userId="730696ea-53a3-4e95-97a6-548a6563044c" providerId="ADAL" clId="{77DB2BBC-17F4-40AB-99E9-3FF5839C5203}" dt="2026-02-24T02:01:37.407" v="381" actId="478"/>
          <ac:spMkLst>
            <pc:docMk/>
            <pc:sldMk cId="2847808336" sldId="261"/>
            <ac:spMk id="592" creationId="{65D6A4C8-E2E0-A5B0-2CED-3ADA3302340A}"/>
          </ac:spMkLst>
        </pc:spChg>
        <pc:spChg chg="add mod">
          <ac:chgData name="Jong-Min La" userId="730696ea-53a3-4e95-97a6-548a6563044c" providerId="ADAL" clId="{77DB2BBC-17F4-40AB-99E9-3FF5839C5203}" dt="2026-02-24T07:10:56.804" v="1993" actId="20577"/>
          <ac:spMkLst>
            <pc:docMk/>
            <pc:sldMk cId="2847808336" sldId="261"/>
            <ac:spMk id="593" creationId="{BCFAB638-E465-9F0D-CC55-186E31DAB4A6}"/>
          </ac:spMkLst>
        </pc:spChg>
        <pc:spChg chg="add mod">
          <ac:chgData name="Jong-Min La" userId="730696ea-53a3-4e95-97a6-548a6563044c" providerId="ADAL" clId="{77DB2BBC-17F4-40AB-99E9-3FF5839C5203}" dt="2026-02-24T07:17:09.851" v="1994" actId="20578"/>
          <ac:spMkLst>
            <pc:docMk/>
            <pc:sldMk cId="2847808336" sldId="261"/>
            <ac:spMk id="594" creationId="{5DC17995-F4C5-E9B6-48C7-7451B0852B05}"/>
          </ac:spMkLst>
        </pc:spChg>
        <pc:spChg chg="add del mod">
          <ac:chgData name="Jong-Min La" userId="730696ea-53a3-4e95-97a6-548a6563044c" providerId="ADAL" clId="{77DB2BBC-17F4-40AB-99E9-3FF5839C5203}" dt="2026-02-24T02:10:02.658" v="602" actId="478"/>
          <ac:spMkLst>
            <pc:docMk/>
            <pc:sldMk cId="2847808336" sldId="261"/>
            <ac:spMk id="595" creationId="{78AABACB-80EA-D8AD-2E1D-3DB7439EA032}"/>
          </ac:spMkLst>
        </pc:spChg>
        <pc:spChg chg="add mod">
          <ac:chgData name="Jong-Min La" userId="730696ea-53a3-4e95-97a6-548a6563044c" providerId="ADAL" clId="{77DB2BBC-17F4-40AB-99E9-3FF5839C5203}" dt="2026-02-24T02:10:14.865" v="605" actId="14100"/>
          <ac:spMkLst>
            <pc:docMk/>
            <pc:sldMk cId="2847808336" sldId="261"/>
            <ac:spMk id="596" creationId="{B37EE708-4E4D-8153-1114-C681A7B23FFB}"/>
          </ac:spMkLst>
        </pc:spChg>
        <pc:spChg chg="add del mod">
          <ac:chgData name="Jong-Min La" userId="730696ea-53a3-4e95-97a6-548a6563044c" providerId="ADAL" clId="{77DB2BBC-17F4-40AB-99E9-3FF5839C5203}" dt="2026-02-24T02:16:10.602" v="813" actId="478"/>
          <ac:spMkLst>
            <pc:docMk/>
            <pc:sldMk cId="2847808336" sldId="261"/>
            <ac:spMk id="599" creationId="{D299AFD3-207B-537E-8619-A5DF53918516}"/>
          </ac:spMkLst>
        </pc:spChg>
        <pc:spChg chg="add mod">
          <ac:chgData name="Jong-Min La" userId="730696ea-53a3-4e95-97a6-548a6563044c" providerId="ADAL" clId="{77DB2BBC-17F4-40AB-99E9-3FF5839C5203}" dt="2026-02-24T02:11:27.622" v="606" actId="207"/>
          <ac:spMkLst>
            <pc:docMk/>
            <pc:sldMk cId="2847808336" sldId="261"/>
            <ac:spMk id="602" creationId="{05DC850F-AD0F-B66D-95BF-57E45D183309}"/>
          </ac:spMkLst>
        </pc:spChg>
        <pc:spChg chg="add mod">
          <ac:chgData name="Jong-Min La" userId="730696ea-53a3-4e95-97a6-548a6563044c" providerId="ADAL" clId="{77DB2BBC-17F4-40AB-99E9-3FF5839C5203}" dt="2026-02-24T02:11:27.622" v="606" actId="207"/>
          <ac:spMkLst>
            <pc:docMk/>
            <pc:sldMk cId="2847808336" sldId="261"/>
            <ac:spMk id="603" creationId="{4EE65B42-6D4E-B18B-1D31-42E01EC6A512}"/>
          </ac:spMkLst>
        </pc:spChg>
        <pc:spChg chg="add mod">
          <ac:chgData name="Jong-Min La" userId="730696ea-53a3-4e95-97a6-548a6563044c" providerId="ADAL" clId="{77DB2BBC-17F4-40AB-99E9-3FF5839C5203}" dt="2026-02-24T02:17:41.484" v="1162" actId="20577"/>
          <ac:spMkLst>
            <pc:docMk/>
            <pc:sldMk cId="2847808336" sldId="261"/>
            <ac:spMk id="604" creationId="{ED5B68A8-85F6-BABB-83EC-75B97908E4C4}"/>
          </ac:spMkLst>
        </pc:spChg>
        <pc:spChg chg="add del mod">
          <ac:chgData name="Jong-Min La" userId="730696ea-53a3-4e95-97a6-548a6563044c" providerId="ADAL" clId="{77DB2BBC-17F4-40AB-99E9-3FF5839C5203}" dt="2026-02-25T06:56:37.600" v="2021" actId="478"/>
          <ac:spMkLst>
            <pc:docMk/>
            <pc:sldMk cId="2847808336" sldId="261"/>
            <ac:spMk id="605" creationId="{28EFE989-662B-803A-4CF0-5E44D742F1E4}"/>
          </ac:spMkLst>
        </pc:spChg>
        <pc:cxnChg chg="mod">
          <ac:chgData name="Jong-Min La" userId="730696ea-53a3-4e95-97a6-548a6563044c" providerId="ADAL" clId="{77DB2BBC-17F4-40AB-99E9-3FF5839C5203}" dt="2026-02-24T01:57:05.689" v="259" actId="1076"/>
          <ac:cxnSpMkLst>
            <pc:docMk/>
            <pc:sldMk cId="2847808336" sldId="261"/>
            <ac:cxnSpMk id="34" creationId="{308D8978-8868-9324-91D0-AB09F1F85111}"/>
          </ac:cxnSpMkLst>
        </pc:cxnChg>
        <pc:cxnChg chg="mod">
          <ac:chgData name="Jong-Min La" userId="730696ea-53a3-4e95-97a6-548a6563044c" providerId="ADAL" clId="{77DB2BBC-17F4-40AB-99E9-3FF5839C5203}" dt="2026-02-24T01:57:05.689" v="259" actId="1076"/>
          <ac:cxnSpMkLst>
            <pc:docMk/>
            <pc:sldMk cId="2847808336" sldId="261"/>
            <ac:cxnSpMk id="36" creationId="{F104F5E0-CC4E-ACF4-89B9-81D4561F4A2C}"/>
          </ac:cxnSpMkLst>
        </pc:cxnChg>
        <pc:cxnChg chg="mod">
          <ac:chgData name="Jong-Min La" userId="730696ea-53a3-4e95-97a6-548a6563044c" providerId="ADAL" clId="{77DB2BBC-17F4-40AB-99E9-3FF5839C5203}" dt="2026-02-24T01:57:18.401" v="262" actId="1076"/>
          <ac:cxnSpMkLst>
            <pc:docMk/>
            <pc:sldMk cId="2847808336" sldId="261"/>
            <ac:cxnSpMk id="39" creationId="{E4353424-F425-864E-D5BA-4FD60275C788}"/>
          </ac:cxnSpMkLst>
        </pc:cxnChg>
        <pc:cxnChg chg="mod">
          <ac:chgData name="Jong-Min La" userId="730696ea-53a3-4e95-97a6-548a6563044c" providerId="ADAL" clId="{77DB2BBC-17F4-40AB-99E9-3FF5839C5203}" dt="2026-02-24T01:57:44.591" v="267" actId="14100"/>
          <ac:cxnSpMkLst>
            <pc:docMk/>
            <pc:sldMk cId="2847808336" sldId="261"/>
            <ac:cxnSpMk id="40" creationId="{FBE782FA-9CC3-7147-5BBD-EB255E0610D9}"/>
          </ac:cxnSpMkLst>
        </pc:cxnChg>
        <pc:cxnChg chg="mod">
          <ac:chgData name="Jong-Min La" userId="730696ea-53a3-4e95-97a6-548a6563044c" providerId="ADAL" clId="{77DB2BBC-17F4-40AB-99E9-3FF5839C5203}" dt="2026-02-24T01:57:18.401" v="262" actId="1076"/>
          <ac:cxnSpMkLst>
            <pc:docMk/>
            <pc:sldMk cId="2847808336" sldId="261"/>
            <ac:cxnSpMk id="43" creationId="{3DDEBDDC-D60E-DE88-6131-80A97534879C}"/>
          </ac:cxnSpMkLst>
        </pc:cxnChg>
        <pc:cxnChg chg="mod">
          <ac:chgData name="Jong-Min La" userId="730696ea-53a3-4e95-97a6-548a6563044c" providerId="ADAL" clId="{77DB2BBC-17F4-40AB-99E9-3FF5839C5203}" dt="2026-02-24T01:57:40.549" v="266" actId="14100"/>
          <ac:cxnSpMkLst>
            <pc:docMk/>
            <pc:sldMk cId="2847808336" sldId="261"/>
            <ac:cxnSpMk id="44" creationId="{B55F705E-57FA-66A3-3FFE-51A2D5A62055}"/>
          </ac:cxnSpMkLst>
        </pc:cxnChg>
        <pc:cxnChg chg="mod">
          <ac:chgData name="Jong-Min La" userId="730696ea-53a3-4e95-97a6-548a6563044c" providerId="ADAL" clId="{77DB2BBC-17F4-40AB-99E9-3FF5839C5203}" dt="2026-02-24T01:57:05.689" v="259" actId="1076"/>
          <ac:cxnSpMkLst>
            <pc:docMk/>
            <pc:sldMk cId="2847808336" sldId="261"/>
            <ac:cxnSpMk id="57" creationId="{079CBC26-F6D9-7530-1BB4-A7AC58C9409C}"/>
          </ac:cxnSpMkLst>
        </pc:cxnChg>
        <pc:cxnChg chg="mod">
          <ac:chgData name="Jong-Min La" userId="730696ea-53a3-4e95-97a6-548a6563044c" providerId="ADAL" clId="{77DB2BBC-17F4-40AB-99E9-3FF5839C5203}" dt="2026-02-24T01:57:33.929" v="264" actId="14100"/>
          <ac:cxnSpMkLst>
            <pc:docMk/>
            <pc:sldMk cId="2847808336" sldId="261"/>
            <ac:cxnSpMk id="60" creationId="{2C79F2B9-57C8-D77A-0DE5-14692C2039C3}"/>
          </ac:cxnSpMkLst>
        </pc:cxnChg>
        <pc:cxnChg chg="mod">
          <ac:chgData name="Jong-Min La" userId="730696ea-53a3-4e95-97a6-548a6563044c" providerId="ADAL" clId="{77DB2BBC-17F4-40AB-99E9-3FF5839C5203}" dt="2026-02-24T01:57:35.963" v="265" actId="14100"/>
          <ac:cxnSpMkLst>
            <pc:docMk/>
            <pc:sldMk cId="2847808336" sldId="261"/>
            <ac:cxnSpMk id="61" creationId="{5847CDBF-EF41-F83F-943C-39323C4AB1BD}"/>
          </ac:cxnSpMkLst>
        </pc:cxnChg>
        <pc:cxnChg chg="mod">
          <ac:chgData name="Jong-Min La" userId="730696ea-53a3-4e95-97a6-548a6563044c" providerId="ADAL" clId="{77DB2BBC-17F4-40AB-99E9-3FF5839C5203}" dt="2026-02-24T01:57:18.401" v="262" actId="1076"/>
          <ac:cxnSpMkLst>
            <pc:docMk/>
            <pc:sldMk cId="2847808336" sldId="261"/>
            <ac:cxnSpMk id="576" creationId="{C8E2F765-2267-A238-A82C-C6914555BACB}"/>
          </ac:cxnSpMkLst>
        </pc:cxnChg>
        <pc:cxnChg chg="mod">
          <ac:chgData name="Jong-Min La" userId="730696ea-53a3-4e95-97a6-548a6563044c" providerId="ADAL" clId="{77DB2BBC-17F4-40AB-99E9-3FF5839C5203}" dt="2026-02-24T01:57:18.401" v="262" actId="1076"/>
          <ac:cxnSpMkLst>
            <pc:docMk/>
            <pc:sldMk cId="2847808336" sldId="261"/>
            <ac:cxnSpMk id="578" creationId="{7B009E3F-DEF7-2634-9EED-0CE8D339AFC8}"/>
          </ac:cxnSpMkLst>
        </pc:cxnChg>
        <pc:cxnChg chg="add del mod">
          <ac:chgData name="Jong-Min La" userId="730696ea-53a3-4e95-97a6-548a6563044c" providerId="ADAL" clId="{77DB2BBC-17F4-40AB-99E9-3FF5839C5203}" dt="2026-02-24T02:02:25.951" v="386" actId="478"/>
          <ac:cxnSpMkLst>
            <pc:docMk/>
            <pc:sldMk cId="2847808336" sldId="261"/>
            <ac:cxnSpMk id="591" creationId="{4563A6EB-95EE-09AB-A801-475C4D6B031E}"/>
          </ac:cxnSpMkLst>
        </pc:cxnChg>
        <pc:cxnChg chg="add mod">
          <ac:chgData name="Jong-Min La" userId="730696ea-53a3-4e95-97a6-548a6563044c" providerId="ADAL" clId="{77DB2BBC-17F4-40AB-99E9-3FF5839C5203}" dt="2026-02-24T02:02:30.393" v="387" actId="208"/>
          <ac:cxnSpMkLst>
            <pc:docMk/>
            <pc:sldMk cId="2847808336" sldId="261"/>
            <ac:cxnSpMk id="597" creationId="{B4149BC6-F7A6-06D7-80AD-64CC0EDFCA19}"/>
          </ac:cxnSpMkLst>
        </pc:cxnChg>
      </pc:sldChg>
      <pc:sldChg chg="addSp modSp add mod ord">
        <pc:chgData name="Jong-Min La" userId="730696ea-53a3-4e95-97a6-548a6563044c" providerId="ADAL" clId="{77DB2BBC-17F4-40AB-99E9-3FF5839C5203}" dt="2026-02-24T05:42:59.591" v="1573" actId="20577"/>
        <pc:sldMkLst>
          <pc:docMk/>
          <pc:sldMk cId="915931383" sldId="262"/>
        </pc:sldMkLst>
        <pc:spChg chg="mod">
          <ac:chgData name="Jong-Min La" userId="730696ea-53a3-4e95-97a6-548a6563044c" providerId="ADAL" clId="{77DB2BBC-17F4-40AB-99E9-3FF5839C5203}" dt="2026-02-24T05:33:31.443" v="1377" actId="20577"/>
          <ac:spMkLst>
            <pc:docMk/>
            <pc:sldMk cId="915931383" sldId="262"/>
            <ac:spMk id="3" creationId="{31DDD60B-20CF-18B1-8ADE-B5629D3157CE}"/>
          </ac:spMkLst>
        </pc:spChg>
        <pc:spChg chg="add mod">
          <ac:chgData name="Jong-Min La" userId="730696ea-53a3-4e95-97a6-548a6563044c" providerId="ADAL" clId="{77DB2BBC-17F4-40AB-99E9-3FF5839C5203}" dt="2026-02-24T05:31:05.588" v="1286"/>
          <ac:spMkLst>
            <pc:docMk/>
            <pc:sldMk cId="915931383" sldId="262"/>
            <ac:spMk id="8" creationId="{B1028836-9B5D-EA66-CC81-12A8C0F4809A}"/>
          </ac:spMkLst>
        </pc:spChg>
        <pc:spChg chg="add mod">
          <ac:chgData name="Jong-Min La" userId="730696ea-53a3-4e95-97a6-548a6563044c" providerId="ADAL" clId="{77DB2BBC-17F4-40AB-99E9-3FF5839C5203}" dt="2026-02-24T05:42:34.268" v="1550"/>
          <ac:spMkLst>
            <pc:docMk/>
            <pc:sldMk cId="915931383" sldId="262"/>
            <ac:spMk id="9" creationId="{21A40D39-50E5-FDE0-E95D-4B773B4D599E}"/>
          </ac:spMkLst>
        </pc:spChg>
        <pc:spChg chg="add mod">
          <ac:chgData name="Jong-Min La" userId="730696ea-53a3-4e95-97a6-548a6563044c" providerId="ADAL" clId="{77DB2BBC-17F4-40AB-99E9-3FF5839C5203}" dt="2026-02-24T05:42:34.268" v="1550"/>
          <ac:spMkLst>
            <pc:docMk/>
            <pc:sldMk cId="915931383" sldId="262"/>
            <ac:spMk id="14" creationId="{2B7883FC-FC3F-F01D-067D-7B6D7BBA2E0B}"/>
          </ac:spMkLst>
        </pc:spChg>
        <pc:spChg chg="mod">
          <ac:chgData name="Jong-Min La" userId="730696ea-53a3-4e95-97a6-548a6563044c" providerId="ADAL" clId="{77DB2BBC-17F4-40AB-99E9-3FF5839C5203}" dt="2026-02-24T05:42:59.591" v="1573" actId="20577"/>
          <ac:spMkLst>
            <pc:docMk/>
            <pc:sldMk cId="915931383" sldId="262"/>
            <ac:spMk id="52" creationId="{9A77DE6B-3287-9AC4-EB2C-82E9F7F97A78}"/>
          </ac:spMkLst>
        </pc:spChg>
      </pc:sldChg>
      <pc:sldChg chg="addSp delSp modSp mod">
        <pc:chgData name="Jong-Min La" userId="730696ea-53a3-4e95-97a6-548a6563044c" providerId="ADAL" clId="{77DB2BBC-17F4-40AB-99E9-3FF5839C5203}" dt="2026-02-24T05:41:33.418" v="1518" actId="108"/>
        <pc:sldMkLst>
          <pc:docMk/>
          <pc:sldMk cId="3565283551" sldId="263"/>
        </pc:sldMkLst>
        <pc:spChg chg="mod">
          <ac:chgData name="Jong-Min La" userId="730696ea-53a3-4e95-97a6-548a6563044c" providerId="ADAL" clId="{77DB2BBC-17F4-40AB-99E9-3FF5839C5203}" dt="2026-02-24T04:04:07.841" v="1175" actId="1076"/>
          <ac:spMkLst>
            <pc:docMk/>
            <pc:sldMk cId="3565283551" sldId="263"/>
            <ac:spMk id="2" creationId="{031BD939-6E59-F99D-DD15-4322574480BD}"/>
          </ac:spMkLst>
        </pc:spChg>
        <pc:spChg chg="mod">
          <ac:chgData name="Jong-Min La" userId="730696ea-53a3-4e95-97a6-548a6563044c" providerId="ADAL" clId="{77DB2BBC-17F4-40AB-99E9-3FF5839C5203}" dt="2026-02-24T05:33:33.312" v="1379" actId="20577"/>
          <ac:spMkLst>
            <pc:docMk/>
            <pc:sldMk cId="3565283551" sldId="263"/>
            <ac:spMk id="3" creationId="{507166B6-4C37-0E21-4226-90A8D66F50B5}"/>
          </ac:spMkLst>
        </pc:spChg>
        <pc:spChg chg="add mod">
          <ac:chgData name="Jong-Min La" userId="730696ea-53a3-4e95-97a6-548a6563044c" providerId="ADAL" clId="{77DB2BBC-17F4-40AB-99E9-3FF5839C5203}" dt="2026-02-24T01:52:51.591" v="222"/>
          <ac:spMkLst>
            <pc:docMk/>
            <pc:sldMk cId="3565283551" sldId="263"/>
            <ac:spMk id="4" creationId="{D4E605B4-F3D5-AC08-04DC-D96D3EE35425}"/>
          </ac:spMkLst>
        </pc:spChg>
        <pc:spChg chg="mod">
          <ac:chgData name="Jong-Min La" userId="730696ea-53a3-4e95-97a6-548a6563044c" providerId="ADAL" clId="{77DB2BBC-17F4-40AB-99E9-3FF5839C5203}" dt="2026-02-24T04:04:07.841" v="1175" actId="1076"/>
          <ac:spMkLst>
            <pc:docMk/>
            <pc:sldMk cId="3565283551" sldId="263"/>
            <ac:spMk id="15" creationId="{E2BA8903-E2F8-4FF2-E6E7-74B92D6E328F}"/>
          </ac:spMkLst>
        </pc:spChg>
        <pc:spChg chg="mod">
          <ac:chgData name="Jong-Min La" userId="730696ea-53a3-4e95-97a6-548a6563044c" providerId="ADAL" clId="{77DB2BBC-17F4-40AB-99E9-3FF5839C5203}" dt="2026-02-24T04:04:07.841" v="1175" actId="1076"/>
          <ac:spMkLst>
            <pc:docMk/>
            <pc:sldMk cId="3565283551" sldId="263"/>
            <ac:spMk id="16" creationId="{C0453208-6BE1-3D4A-80BD-56C6A2B724CD}"/>
          </ac:spMkLst>
        </pc:spChg>
        <pc:spChg chg="mod">
          <ac:chgData name="Jong-Min La" userId="730696ea-53a3-4e95-97a6-548a6563044c" providerId="ADAL" clId="{77DB2BBC-17F4-40AB-99E9-3FF5839C5203}" dt="2026-02-24T04:04:07.841" v="1175" actId="1076"/>
          <ac:spMkLst>
            <pc:docMk/>
            <pc:sldMk cId="3565283551" sldId="263"/>
            <ac:spMk id="17" creationId="{3249D726-E052-BFD9-086C-A695079E4DC5}"/>
          </ac:spMkLst>
        </pc:spChg>
        <pc:spChg chg="mod">
          <ac:chgData name="Jong-Min La" userId="730696ea-53a3-4e95-97a6-548a6563044c" providerId="ADAL" clId="{77DB2BBC-17F4-40AB-99E9-3FF5839C5203}" dt="2026-02-24T04:04:07.841" v="1175" actId="1076"/>
          <ac:spMkLst>
            <pc:docMk/>
            <pc:sldMk cId="3565283551" sldId="263"/>
            <ac:spMk id="18" creationId="{F4388F04-4F41-7425-E62B-D2BE595DF430}"/>
          </ac:spMkLst>
        </pc:spChg>
        <pc:spChg chg="mod">
          <ac:chgData name="Jong-Min La" userId="730696ea-53a3-4e95-97a6-548a6563044c" providerId="ADAL" clId="{77DB2BBC-17F4-40AB-99E9-3FF5839C5203}" dt="2026-02-24T04:04:07.841" v="1175" actId="1076"/>
          <ac:spMkLst>
            <pc:docMk/>
            <pc:sldMk cId="3565283551" sldId="263"/>
            <ac:spMk id="19" creationId="{7BF49A7B-C841-2810-A90A-FB14A380AA1D}"/>
          </ac:spMkLst>
        </pc:spChg>
        <pc:spChg chg="mod">
          <ac:chgData name="Jong-Min La" userId="730696ea-53a3-4e95-97a6-548a6563044c" providerId="ADAL" clId="{77DB2BBC-17F4-40AB-99E9-3FF5839C5203}" dt="2026-02-24T05:38:43.996" v="1457" actId="12788"/>
          <ac:spMkLst>
            <pc:docMk/>
            <pc:sldMk cId="3565283551" sldId="263"/>
            <ac:spMk id="47" creationId="{65159F9A-C25C-F286-5908-B9781AC33E45}"/>
          </ac:spMkLst>
        </pc:spChg>
        <pc:spChg chg="del mod">
          <ac:chgData name="Jong-Min La" userId="730696ea-53a3-4e95-97a6-548a6563044c" providerId="ADAL" clId="{77DB2BBC-17F4-40AB-99E9-3FF5839C5203}" dt="2026-02-24T05:29:14.008" v="1266" actId="478"/>
          <ac:spMkLst>
            <pc:docMk/>
            <pc:sldMk cId="3565283551" sldId="263"/>
            <ac:spMk id="48" creationId="{601C3AD1-2ACE-7D80-BB3B-A42CD8824258}"/>
          </ac:spMkLst>
        </pc:spChg>
        <pc:spChg chg="mod">
          <ac:chgData name="Jong-Min La" userId="730696ea-53a3-4e95-97a6-548a6563044c" providerId="ADAL" clId="{77DB2BBC-17F4-40AB-99E9-3FF5839C5203}" dt="2026-02-24T05:38:43.996" v="1457" actId="12788"/>
          <ac:spMkLst>
            <pc:docMk/>
            <pc:sldMk cId="3565283551" sldId="263"/>
            <ac:spMk id="49" creationId="{D662975D-AE11-9544-8E5F-5548BBBF43CC}"/>
          </ac:spMkLst>
        </pc:spChg>
        <pc:spChg chg="del">
          <ac:chgData name="Jong-Min La" userId="730696ea-53a3-4e95-97a6-548a6563044c" providerId="ADAL" clId="{77DB2BBC-17F4-40AB-99E9-3FF5839C5203}" dt="2026-02-24T05:28:47.082" v="1258" actId="478"/>
          <ac:spMkLst>
            <pc:docMk/>
            <pc:sldMk cId="3565283551" sldId="263"/>
            <ac:spMk id="51" creationId="{22F8097E-A7AD-E94A-922E-3E24124BAE95}"/>
          </ac:spMkLst>
        </pc:spChg>
        <pc:spChg chg="del">
          <ac:chgData name="Jong-Min La" userId="730696ea-53a3-4e95-97a6-548a6563044c" providerId="ADAL" clId="{77DB2BBC-17F4-40AB-99E9-3FF5839C5203}" dt="2026-02-24T05:28:33.771" v="1257" actId="478"/>
          <ac:spMkLst>
            <pc:docMk/>
            <pc:sldMk cId="3565283551" sldId="263"/>
            <ac:spMk id="52" creationId="{957A3182-E86C-BFFB-770C-9A5D310E0542}"/>
          </ac:spMkLst>
        </pc:spChg>
        <pc:spChg chg="mod">
          <ac:chgData name="Jong-Min La" userId="730696ea-53a3-4e95-97a6-548a6563044c" providerId="ADAL" clId="{77DB2BBC-17F4-40AB-99E9-3FF5839C5203}" dt="2026-02-24T05:38:57.823" v="1461" actId="1076"/>
          <ac:spMkLst>
            <pc:docMk/>
            <pc:sldMk cId="3565283551" sldId="263"/>
            <ac:spMk id="53" creationId="{67F78E0A-8F30-FEFC-CB64-914A9E3B98E7}"/>
          </ac:spMkLst>
        </pc:spChg>
        <pc:spChg chg="del mod">
          <ac:chgData name="Jong-Min La" userId="730696ea-53a3-4e95-97a6-548a6563044c" providerId="ADAL" clId="{77DB2BBC-17F4-40AB-99E9-3FF5839C5203}" dt="2026-02-24T05:28:52.248" v="1261" actId="478"/>
          <ac:spMkLst>
            <pc:docMk/>
            <pc:sldMk cId="3565283551" sldId="263"/>
            <ac:spMk id="54" creationId="{F683FD08-7C8C-1DAA-060C-FBF2B1A9B55A}"/>
          </ac:spMkLst>
        </pc:spChg>
        <pc:spChg chg="add mod">
          <ac:chgData name="Jong-Min La" userId="730696ea-53a3-4e95-97a6-548a6563044c" providerId="ADAL" clId="{77DB2BBC-17F4-40AB-99E9-3FF5839C5203}" dt="2026-02-24T05:31:06.465" v="1287"/>
          <ac:spMkLst>
            <pc:docMk/>
            <pc:sldMk cId="3565283551" sldId="263"/>
            <ac:spMk id="55" creationId="{EC8863DB-E13D-914D-56AB-9D278ED09FE5}"/>
          </ac:spMkLst>
        </pc:spChg>
        <pc:spChg chg="del">
          <ac:chgData name="Jong-Min La" userId="730696ea-53a3-4e95-97a6-548a6563044c" providerId="ADAL" clId="{77DB2BBC-17F4-40AB-99E9-3FF5839C5203}" dt="2026-02-24T05:28:27.743" v="1255" actId="478"/>
          <ac:spMkLst>
            <pc:docMk/>
            <pc:sldMk cId="3565283551" sldId="263"/>
            <ac:spMk id="58" creationId="{2DA70F3E-598D-CE65-DD5E-70FB94115680}"/>
          </ac:spMkLst>
        </pc:spChg>
        <pc:spChg chg="mod">
          <ac:chgData name="Jong-Min La" userId="730696ea-53a3-4e95-97a6-548a6563044c" providerId="ADAL" clId="{77DB2BBC-17F4-40AB-99E9-3FF5839C5203}" dt="2026-02-24T04:04:07.841" v="1175" actId="1076"/>
          <ac:spMkLst>
            <pc:docMk/>
            <pc:sldMk cId="3565283551" sldId="263"/>
            <ac:spMk id="63" creationId="{B5FD0F85-B488-8383-A12B-556B66DAA7CB}"/>
          </ac:spMkLst>
        </pc:spChg>
        <pc:spChg chg="mod">
          <ac:chgData name="Jong-Min La" userId="730696ea-53a3-4e95-97a6-548a6563044c" providerId="ADAL" clId="{77DB2BBC-17F4-40AB-99E9-3FF5839C5203}" dt="2026-02-24T04:04:07.841" v="1175" actId="1076"/>
          <ac:spMkLst>
            <pc:docMk/>
            <pc:sldMk cId="3565283551" sldId="263"/>
            <ac:spMk id="577" creationId="{9789928A-0E6D-3D19-9029-58AD157445A5}"/>
          </ac:spMkLst>
        </pc:spChg>
        <pc:cxnChg chg="add del mod">
          <ac:chgData name="Jong-Min La" userId="730696ea-53a3-4e95-97a6-548a6563044c" providerId="ADAL" clId="{77DB2BBC-17F4-40AB-99E9-3FF5839C5203}" dt="2026-02-24T05:30:18.212" v="1279" actId="478"/>
          <ac:cxnSpMkLst>
            <pc:docMk/>
            <pc:sldMk cId="3565283551" sldId="263"/>
            <ac:cxnSpMk id="14" creationId="{1C3E496B-0292-FDC1-27E6-60AAACB531FD}"/>
          </ac:cxnSpMkLst>
        </pc:cxnChg>
        <pc:cxnChg chg="add mod">
          <ac:chgData name="Jong-Min La" userId="730696ea-53a3-4e95-97a6-548a6563044c" providerId="ADAL" clId="{77DB2BBC-17F4-40AB-99E9-3FF5839C5203}" dt="2026-02-24T05:41:33.418" v="1518" actId="108"/>
          <ac:cxnSpMkLst>
            <pc:docMk/>
            <pc:sldMk cId="3565283551" sldId="263"/>
            <ac:cxnSpMk id="26" creationId="{E2B5D009-E771-F0BD-6D5D-D402428AAB99}"/>
          </ac:cxnSpMkLst>
        </pc:cxnChg>
        <pc:cxnChg chg="mod">
          <ac:chgData name="Jong-Min La" userId="730696ea-53a3-4e95-97a6-548a6563044c" providerId="ADAL" clId="{77DB2BBC-17F4-40AB-99E9-3FF5839C5203}" dt="2026-02-24T05:38:57.823" v="1461" actId="1076"/>
          <ac:cxnSpMkLst>
            <pc:docMk/>
            <pc:sldMk cId="3565283551" sldId="263"/>
            <ac:cxnSpMk id="39" creationId="{68A44BC7-0086-4774-ECBC-57F60940D2B6}"/>
          </ac:cxnSpMkLst>
        </pc:cxnChg>
        <pc:cxnChg chg="del mod">
          <ac:chgData name="Jong-Min La" userId="730696ea-53a3-4e95-97a6-548a6563044c" providerId="ADAL" clId="{77DB2BBC-17F4-40AB-99E9-3FF5839C5203}" dt="2026-02-24T05:29:35.334" v="1270" actId="478"/>
          <ac:cxnSpMkLst>
            <pc:docMk/>
            <pc:sldMk cId="3565283551" sldId="263"/>
            <ac:cxnSpMk id="40" creationId="{30FE9295-3806-5D21-B336-B33F40A3C761}"/>
          </ac:cxnSpMkLst>
        </pc:cxnChg>
        <pc:cxnChg chg="mod">
          <ac:chgData name="Jong-Min La" userId="730696ea-53a3-4e95-97a6-548a6563044c" providerId="ADAL" clId="{77DB2BBC-17F4-40AB-99E9-3FF5839C5203}" dt="2026-02-24T05:38:43.996" v="1457" actId="12788"/>
          <ac:cxnSpMkLst>
            <pc:docMk/>
            <pc:sldMk cId="3565283551" sldId="263"/>
            <ac:cxnSpMk id="50" creationId="{22DCC584-7B0F-D9EC-02B6-0D3840FFD16E}"/>
          </ac:cxnSpMkLst>
        </pc:cxnChg>
        <pc:cxnChg chg="del mod">
          <ac:chgData name="Jong-Min La" userId="730696ea-53a3-4e95-97a6-548a6563044c" providerId="ADAL" clId="{77DB2BBC-17F4-40AB-99E9-3FF5839C5203}" dt="2026-02-24T05:29:31.255" v="1267" actId="478"/>
          <ac:cxnSpMkLst>
            <pc:docMk/>
            <pc:sldMk cId="3565283551" sldId="263"/>
            <ac:cxnSpMk id="56" creationId="{42C25EEC-6615-BA00-535F-DE25C3FFB3CC}"/>
          </ac:cxnSpMkLst>
        </pc:cxnChg>
        <pc:cxnChg chg="del mod">
          <ac:chgData name="Jong-Min La" userId="730696ea-53a3-4e95-97a6-548a6563044c" providerId="ADAL" clId="{77DB2BBC-17F4-40AB-99E9-3FF5839C5203}" dt="2026-02-24T05:28:28.876" v="1256" actId="478"/>
          <ac:cxnSpMkLst>
            <pc:docMk/>
            <pc:sldMk cId="3565283551" sldId="263"/>
            <ac:cxnSpMk id="57" creationId="{D0524555-77F6-9B6C-6B5C-933BC04FD710}"/>
          </ac:cxnSpMkLst>
        </pc:cxnChg>
        <pc:cxnChg chg="del mod">
          <ac:chgData name="Jong-Min La" userId="730696ea-53a3-4e95-97a6-548a6563044c" providerId="ADAL" clId="{77DB2BBC-17F4-40AB-99E9-3FF5839C5203}" dt="2026-02-24T05:28:49.901" v="1259" actId="478"/>
          <ac:cxnSpMkLst>
            <pc:docMk/>
            <pc:sldMk cId="3565283551" sldId="263"/>
            <ac:cxnSpMk id="60" creationId="{E873CDD6-6D81-1ABD-B9D7-A9787D68CA65}"/>
          </ac:cxnSpMkLst>
        </pc:cxnChg>
        <pc:cxnChg chg="del mod">
          <ac:chgData name="Jong-Min La" userId="730696ea-53a3-4e95-97a6-548a6563044c" providerId="ADAL" clId="{77DB2BBC-17F4-40AB-99E9-3FF5839C5203}" dt="2026-02-24T05:28:52.934" v="1262" actId="478"/>
          <ac:cxnSpMkLst>
            <pc:docMk/>
            <pc:sldMk cId="3565283551" sldId="263"/>
            <ac:cxnSpMk id="61" creationId="{EDCA2A22-09D7-1E55-F446-8D70B65122C8}"/>
          </ac:cxnSpMkLst>
        </pc:cxnChg>
        <pc:cxnChg chg="del mod">
          <ac:chgData name="Jong-Min La" userId="730696ea-53a3-4e95-97a6-548a6563044c" providerId="ADAL" clId="{77DB2BBC-17F4-40AB-99E9-3FF5839C5203}" dt="2026-02-24T05:28:54.909" v="1263" actId="478"/>
          <ac:cxnSpMkLst>
            <pc:docMk/>
            <pc:sldMk cId="3565283551" sldId="263"/>
            <ac:cxnSpMk id="62" creationId="{681C7474-30FC-5CC2-F4A2-ACD8861044A4}"/>
          </ac:cxnSpMkLst>
        </pc:cxnChg>
        <pc:cxnChg chg="mod">
          <ac:chgData name="Jong-Min La" userId="730696ea-53a3-4e95-97a6-548a6563044c" providerId="ADAL" clId="{77DB2BBC-17F4-40AB-99E9-3FF5839C5203}" dt="2026-02-24T05:38:57.823" v="1461" actId="1076"/>
          <ac:cxnSpMkLst>
            <pc:docMk/>
            <pc:sldMk cId="3565283551" sldId="263"/>
            <ac:cxnSpMk id="576" creationId="{CD463F77-D208-943D-3620-042DAFE5899A}"/>
          </ac:cxnSpMkLst>
        </pc:cxnChg>
      </pc:sldChg>
      <pc:sldChg chg="addSp delSp modSp add mod">
        <pc:chgData name="Jong-Min La" userId="730696ea-53a3-4e95-97a6-548a6563044c" providerId="ADAL" clId="{77DB2BBC-17F4-40AB-99E9-3FF5839C5203}" dt="2026-02-24T12:42:39.296" v="2019"/>
        <pc:sldMkLst>
          <pc:docMk/>
          <pc:sldMk cId="3325093743" sldId="264"/>
        </pc:sldMkLst>
        <pc:spChg chg="del">
          <ac:chgData name="Jong-Min La" userId="730696ea-53a3-4e95-97a6-548a6563044c" providerId="ADAL" clId="{77DB2BBC-17F4-40AB-99E9-3FF5839C5203}" dt="2026-02-24T07:01:24.520" v="1796" actId="478"/>
          <ac:spMkLst>
            <pc:docMk/>
            <pc:sldMk cId="3325093743" sldId="264"/>
            <ac:spMk id="2" creationId="{BAFE1B33-2D08-5FF9-6993-8D8930C4CDDC}"/>
          </ac:spMkLst>
        </pc:spChg>
        <pc:spChg chg="mod">
          <ac:chgData name="Jong-Min La" userId="730696ea-53a3-4e95-97a6-548a6563044c" providerId="ADAL" clId="{77DB2BBC-17F4-40AB-99E9-3FF5839C5203}" dt="2026-02-24T05:35:53.887" v="1448" actId="20577"/>
          <ac:spMkLst>
            <pc:docMk/>
            <pc:sldMk cId="3325093743" sldId="264"/>
            <ac:spMk id="3" creationId="{E6C80FF8-EA28-C043-74F0-A322A9834C7E}"/>
          </ac:spMkLst>
        </pc:spChg>
        <pc:spChg chg="del mod">
          <ac:chgData name="Jong-Min La" userId="730696ea-53a3-4e95-97a6-548a6563044c" providerId="ADAL" clId="{77DB2BBC-17F4-40AB-99E9-3FF5839C5203}" dt="2026-02-24T07:01:16.991" v="1793" actId="478"/>
          <ac:spMkLst>
            <pc:docMk/>
            <pc:sldMk cId="3325093743" sldId="264"/>
            <ac:spMk id="4" creationId="{7F2E7C36-1993-B7E5-37E1-550DC74D8632}"/>
          </ac:spMkLst>
        </pc:spChg>
        <pc:spChg chg="del">
          <ac:chgData name="Jong-Min La" userId="730696ea-53a3-4e95-97a6-548a6563044c" providerId="ADAL" clId="{77DB2BBC-17F4-40AB-99E9-3FF5839C5203}" dt="2026-02-24T05:33:23.985" v="1373" actId="478"/>
          <ac:spMkLst>
            <pc:docMk/>
            <pc:sldMk cId="3325093743" sldId="264"/>
            <ac:spMk id="7" creationId="{631768EA-F9B4-9B64-0917-DA328D422569}"/>
          </ac:spMkLst>
        </pc:spChg>
        <pc:spChg chg="del">
          <ac:chgData name="Jong-Min La" userId="730696ea-53a3-4e95-97a6-548a6563044c" providerId="ADAL" clId="{77DB2BBC-17F4-40AB-99E9-3FF5839C5203}" dt="2026-02-24T05:33:23.985" v="1373" actId="478"/>
          <ac:spMkLst>
            <pc:docMk/>
            <pc:sldMk cId="3325093743" sldId="264"/>
            <ac:spMk id="10" creationId="{3D4CEE89-63DD-EBC6-9289-8E9145AD76A9}"/>
          </ac:spMkLst>
        </pc:spChg>
        <pc:spChg chg="del">
          <ac:chgData name="Jong-Min La" userId="730696ea-53a3-4e95-97a6-548a6563044c" providerId="ADAL" clId="{77DB2BBC-17F4-40AB-99E9-3FF5839C5203}" dt="2026-02-24T05:33:23.985" v="1373" actId="478"/>
          <ac:spMkLst>
            <pc:docMk/>
            <pc:sldMk cId="3325093743" sldId="264"/>
            <ac:spMk id="11" creationId="{D8E2F1B9-0C54-E1E1-735C-3482552DB55F}"/>
          </ac:spMkLst>
        </pc:spChg>
        <pc:spChg chg="del">
          <ac:chgData name="Jong-Min La" userId="730696ea-53a3-4e95-97a6-548a6563044c" providerId="ADAL" clId="{77DB2BBC-17F4-40AB-99E9-3FF5839C5203}" dt="2026-02-24T05:33:23.985" v="1373" actId="478"/>
          <ac:spMkLst>
            <pc:docMk/>
            <pc:sldMk cId="3325093743" sldId="264"/>
            <ac:spMk id="18" creationId="{ADBB8321-BE43-3DEF-955D-12ACB0D9096E}"/>
          </ac:spMkLst>
        </pc:spChg>
        <pc:spChg chg="del">
          <ac:chgData name="Jong-Min La" userId="730696ea-53a3-4e95-97a6-548a6563044c" providerId="ADAL" clId="{77DB2BBC-17F4-40AB-99E9-3FF5839C5203}" dt="2026-02-24T05:33:23.985" v="1373" actId="478"/>
          <ac:spMkLst>
            <pc:docMk/>
            <pc:sldMk cId="3325093743" sldId="264"/>
            <ac:spMk id="19" creationId="{F76DF90C-E375-C294-CE51-39684703AEDC}"/>
          </ac:spMkLst>
        </pc:spChg>
        <pc:spChg chg="del">
          <ac:chgData name="Jong-Min La" userId="730696ea-53a3-4e95-97a6-548a6563044c" providerId="ADAL" clId="{77DB2BBC-17F4-40AB-99E9-3FF5839C5203}" dt="2026-02-24T05:33:23.985" v="1373" actId="478"/>
          <ac:spMkLst>
            <pc:docMk/>
            <pc:sldMk cId="3325093743" sldId="264"/>
            <ac:spMk id="20" creationId="{622F1925-ADA5-6A2C-1C85-11024B97707F}"/>
          </ac:spMkLst>
        </pc:spChg>
        <pc:spChg chg="del">
          <ac:chgData name="Jong-Min La" userId="730696ea-53a3-4e95-97a6-548a6563044c" providerId="ADAL" clId="{77DB2BBC-17F4-40AB-99E9-3FF5839C5203}" dt="2026-02-24T05:33:23.985" v="1373" actId="478"/>
          <ac:spMkLst>
            <pc:docMk/>
            <pc:sldMk cId="3325093743" sldId="264"/>
            <ac:spMk id="23" creationId="{A10D9C5F-DD43-C72B-3D0C-167834D2C907}"/>
          </ac:spMkLst>
        </pc:spChg>
        <pc:spChg chg="del">
          <ac:chgData name="Jong-Min La" userId="730696ea-53a3-4e95-97a6-548a6563044c" providerId="ADAL" clId="{77DB2BBC-17F4-40AB-99E9-3FF5839C5203}" dt="2026-02-24T05:33:23.985" v="1373" actId="478"/>
          <ac:spMkLst>
            <pc:docMk/>
            <pc:sldMk cId="3325093743" sldId="264"/>
            <ac:spMk id="24" creationId="{794157B8-D85E-D8AF-CD49-C7C13AF8A345}"/>
          </ac:spMkLst>
        </pc:spChg>
        <pc:spChg chg="del">
          <ac:chgData name="Jong-Min La" userId="730696ea-53a3-4e95-97a6-548a6563044c" providerId="ADAL" clId="{77DB2BBC-17F4-40AB-99E9-3FF5839C5203}" dt="2026-02-24T05:33:23.985" v="1373" actId="478"/>
          <ac:spMkLst>
            <pc:docMk/>
            <pc:sldMk cId="3325093743" sldId="264"/>
            <ac:spMk id="25" creationId="{3D05DC78-7048-C075-9491-3C713769BC16}"/>
          </ac:spMkLst>
        </pc:spChg>
        <pc:spChg chg="del">
          <ac:chgData name="Jong-Min La" userId="730696ea-53a3-4e95-97a6-548a6563044c" providerId="ADAL" clId="{77DB2BBC-17F4-40AB-99E9-3FF5839C5203}" dt="2026-02-24T05:33:23.985" v="1373" actId="478"/>
          <ac:spMkLst>
            <pc:docMk/>
            <pc:sldMk cId="3325093743" sldId="264"/>
            <ac:spMk id="26" creationId="{A0895CB6-C72D-8DD7-0A2D-B18F9692C663}"/>
          </ac:spMkLst>
        </pc:spChg>
        <pc:graphicFrameChg chg="add mod">
          <ac:chgData name="Jong-Min La" userId="730696ea-53a3-4e95-97a6-548a6563044c" providerId="ADAL" clId="{77DB2BBC-17F4-40AB-99E9-3FF5839C5203}" dt="2026-02-24T07:00:26.722" v="1778"/>
          <ac:graphicFrameMkLst>
            <pc:docMk/>
            <pc:sldMk cId="3325093743" sldId="264"/>
            <ac:graphicFrameMk id="27" creationId="{84C270F7-A19C-AAD2-6A91-E6F2DCA6FF39}"/>
          </ac:graphicFrameMkLst>
        </pc:graphicFrameChg>
        <pc:graphicFrameChg chg="add mod modGraphic">
          <ac:chgData name="Jong-Min La" userId="730696ea-53a3-4e95-97a6-548a6563044c" providerId="ADAL" clId="{77DB2BBC-17F4-40AB-99E9-3FF5839C5203}" dt="2026-02-24T07:03:53.270" v="1806" actId="20577"/>
          <ac:graphicFrameMkLst>
            <pc:docMk/>
            <pc:sldMk cId="3325093743" sldId="264"/>
            <ac:graphicFrameMk id="28" creationId="{9D626A7D-AD3A-7662-9C79-F196D827826E}"/>
          </ac:graphicFrameMkLst>
        </pc:graphicFrameChg>
        <pc:graphicFrameChg chg="add del mod">
          <ac:chgData name="Jong-Min La" userId="730696ea-53a3-4e95-97a6-548a6563044c" providerId="ADAL" clId="{77DB2BBC-17F4-40AB-99E9-3FF5839C5203}" dt="2026-02-24T07:02:25.091" v="1800" actId="478"/>
          <ac:graphicFrameMkLst>
            <pc:docMk/>
            <pc:sldMk cId="3325093743" sldId="264"/>
            <ac:graphicFrameMk id="29" creationId="{52A812B9-C5B7-972B-6EA8-7F8828AD3E6F}"/>
          </ac:graphicFrameMkLst>
        </pc:graphicFrameChg>
        <pc:graphicFrameChg chg="add mod">
          <ac:chgData name="Jong-Min La" userId="730696ea-53a3-4e95-97a6-548a6563044c" providerId="ADAL" clId="{77DB2BBC-17F4-40AB-99E9-3FF5839C5203}" dt="2026-02-24T12:42:39.296" v="2019"/>
          <ac:graphicFrameMkLst>
            <pc:docMk/>
            <pc:sldMk cId="3325093743" sldId="264"/>
            <ac:graphicFrameMk id="30" creationId="{7D66EDE9-AE19-DDD9-CE41-EFB28EBF5309}"/>
          </ac:graphicFrameMkLst>
        </pc:graphicFrameChg>
      </pc:sldChg>
      <pc:sldChg chg="addSp modSp add mod">
        <pc:chgData name="Jong-Min La" userId="730696ea-53a3-4e95-97a6-548a6563044c" providerId="ADAL" clId="{77DB2BBC-17F4-40AB-99E9-3FF5839C5203}" dt="2026-02-24T07:06:34.201" v="1950" actId="20577"/>
        <pc:sldMkLst>
          <pc:docMk/>
          <pc:sldMk cId="1303228648" sldId="265"/>
        </pc:sldMkLst>
        <pc:spChg chg="mod">
          <ac:chgData name="Jong-Min La" userId="730696ea-53a3-4e95-97a6-548a6563044c" providerId="ADAL" clId="{77DB2BBC-17F4-40AB-99E9-3FF5839C5203}" dt="2026-02-24T05:42:22.692" v="1549" actId="20577"/>
          <ac:spMkLst>
            <pc:docMk/>
            <pc:sldMk cId="1303228648" sldId="265"/>
            <ac:spMk id="3" creationId="{D2838F62-ED63-CBA3-12CE-CCB3E7AFBD07}"/>
          </ac:spMkLst>
        </pc:spChg>
        <pc:spChg chg="mod">
          <ac:chgData name="Jong-Min La" userId="730696ea-53a3-4e95-97a6-548a6563044c" providerId="ADAL" clId="{77DB2BBC-17F4-40AB-99E9-3FF5839C5203}" dt="2026-02-24T07:06:34.201" v="1950" actId="20577"/>
          <ac:spMkLst>
            <pc:docMk/>
            <pc:sldMk cId="1303228648" sldId="265"/>
            <ac:spMk id="4" creationId="{69F8F9A0-4378-2BAC-593C-B9868CEA34D9}"/>
          </ac:spMkLst>
        </pc:spChg>
        <pc:spChg chg="add mod">
          <ac:chgData name="Jong-Min La" userId="730696ea-53a3-4e95-97a6-548a6563044c" providerId="ADAL" clId="{77DB2BBC-17F4-40AB-99E9-3FF5839C5203}" dt="2026-02-24T05:48:14.899" v="1664" actId="1076"/>
          <ac:spMkLst>
            <pc:docMk/>
            <pc:sldMk cId="1303228648" sldId="265"/>
            <ac:spMk id="9" creationId="{031C7AC8-BB52-AA67-260F-B1072678CB4D}"/>
          </ac:spMkLst>
        </pc:spChg>
        <pc:spChg chg="add mod">
          <ac:chgData name="Jong-Min La" userId="730696ea-53a3-4e95-97a6-548a6563044c" providerId="ADAL" clId="{77DB2BBC-17F4-40AB-99E9-3FF5839C5203}" dt="2026-02-24T05:42:43.970" v="1551"/>
          <ac:spMkLst>
            <pc:docMk/>
            <pc:sldMk cId="1303228648" sldId="265"/>
            <ac:spMk id="14" creationId="{E84C9096-9F5B-EE67-5130-9F41F4BA52B0}"/>
          </ac:spMkLst>
        </pc:spChg>
        <pc:spChg chg="add mod">
          <ac:chgData name="Jong-Min La" userId="730696ea-53a3-4e95-97a6-548a6563044c" providerId="ADAL" clId="{77DB2BBC-17F4-40AB-99E9-3FF5839C5203}" dt="2026-02-24T05:43:48.244" v="1576"/>
          <ac:spMkLst>
            <pc:docMk/>
            <pc:sldMk cId="1303228648" sldId="265"/>
            <ac:spMk id="27" creationId="{DF950EDB-7810-9096-7027-426B1D889F74}"/>
          </ac:spMkLst>
        </pc:spChg>
        <pc:spChg chg="add mod">
          <ac:chgData name="Jong-Min La" userId="730696ea-53a3-4e95-97a6-548a6563044c" providerId="ADAL" clId="{77DB2BBC-17F4-40AB-99E9-3FF5839C5203}" dt="2026-02-24T05:45:41.831" v="1620" actId="571"/>
          <ac:spMkLst>
            <pc:docMk/>
            <pc:sldMk cId="1303228648" sldId="265"/>
            <ac:spMk id="37" creationId="{5556B23F-57D7-E351-EE62-C3A54D6F9841}"/>
          </ac:spMkLst>
        </pc:spChg>
        <pc:spChg chg="mod">
          <ac:chgData name="Jong-Min La" userId="730696ea-53a3-4e95-97a6-548a6563044c" providerId="ADAL" clId="{77DB2BBC-17F4-40AB-99E9-3FF5839C5203}" dt="2026-02-24T05:45:41.002" v="1619" actId="14100"/>
          <ac:spMkLst>
            <pc:docMk/>
            <pc:sldMk cId="1303228648" sldId="265"/>
            <ac:spMk id="45" creationId="{9680B37B-3813-34E9-50F8-FDD7F01A5068}"/>
          </ac:spMkLst>
        </pc:spChg>
        <pc:spChg chg="mod">
          <ac:chgData name="Jong-Min La" userId="730696ea-53a3-4e95-97a6-548a6563044c" providerId="ADAL" clId="{77DB2BBC-17F4-40AB-99E9-3FF5839C5203}" dt="2026-02-24T05:48:08.739" v="1663" actId="14100"/>
          <ac:spMkLst>
            <pc:docMk/>
            <pc:sldMk cId="1303228648" sldId="265"/>
            <ac:spMk id="47" creationId="{46A5D575-5B55-0018-5C00-9C3EE49A279A}"/>
          </ac:spMkLst>
        </pc:spChg>
        <pc:spChg chg="mod">
          <ac:chgData name="Jong-Min La" userId="730696ea-53a3-4e95-97a6-548a6563044c" providerId="ADAL" clId="{77DB2BBC-17F4-40AB-99E9-3FF5839C5203}" dt="2026-02-24T05:48:14.899" v="1664" actId="1076"/>
          <ac:spMkLst>
            <pc:docMk/>
            <pc:sldMk cId="1303228648" sldId="265"/>
            <ac:spMk id="48" creationId="{F59280AE-444D-CDB9-C8BB-3409E49E31AE}"/>
          </ac:spMkLst>
        </pc:spChg>
        <pc:spChg chg="mod">
          <ac:chgData name="Jong-Min La" userId="730696ea-53a3-4e95-97a6-548a6563044c" providerId="ADAL" clId="{77DB2BBC-17F4-40AB-99E9-3FF5839C5203}" dt="2026-02-24T05:48:17.463" v="1665" actId="14100"/>
          <ac:spMkLst>
            <pc:docMk/>
            <pc:sldMk cId="1303228648" sldId="265"/>
            <ac:spMk id="49" creationId="{F46F2B94-9A4B-4015-99E9-F310358335F6}"/>
          </ac:spMkLst>
        </pc:spChg>
        <pc:spChg chg="mod">
          <ac:chgData name="Jong-Min La" userId="730696ea-53a3-4e95-97a6-548a6563044c" providerId="ADAL" clId="{77DB2BBC-17F4-40AB-99E9-3FF5839C5203}" dt="2026-02-24T05:42:54.651" v="1562" actId="20577"/>
          <ac:spMkLst>
            <pc:docMk/>
            <pc:sldMk cId="1303228648" sldId="265"/>
            <ac:spMk id="52" creationId="{264D8DBE-7EE3-36F1-7020-B1C710C9D8AB}"/>
          </ac:spMkLst>
        </pc:spChg>
        <pc:spChg chg="mod">
          <ac:chgData name="Jong-Min La" userId="730696ea-53a3-4e95-97a6-548a6563044c" providerId="ADAL" clId="{77DB2BBC-17F4-40AB-99E9-3FF5839C5203}" dt="2026-02-24T05:48:52.807" v="1670" actId="1076"/>
          <ac:spMkLst>
            <pc:docMk/>
            <pc:sldMk cId="1303228648" sldId="265"/>
            <ac:spMk id="53" creationId="{64CD2C5C-F0FC-62F0-1A3A-B028D43BE218}"/>
          </ac:spMkLst>
        </pc:spChg>
        <pc:spChg chg="mod">
          <ac:chgData name="Jong-Min La" userId="730696ea-53a3-4e95-97a6-548a6563044c" providerId="ADAL" clId="{77DB2BBC-17F4-40AB-99E9-3FF5839C5203}" dt="2026-02-24T05:50:16.471" v="1681" actId="20577"/>
          <ac:spMkLst>
            <pc:docMk/>
            <pc:sldMk cId="1303228648" sldId="265"/>
            <ac:spMk id="54" creationId="{09A8E114-AFD3-BA2A-AB2A-21ECF654D021}"/>
          </ac:spMkLst>
        </pc:spChg>
        <pc:spChg chg="add mod">
          <ac:chgData name="Jong-Min La" userId="730696ea-53a3-4e95-97a6-548a6563044c" providerId="ADAL" clId="{77DB2BBC-17F4-40AB-99E9-3FF5839C5203}" dt="2026-02-24T05:47:15.907" v="1621"/>
          <ac:spMkLst>
            <pc:docMk/>
            <pc:sldMk cId="1303228648" sldId="265"/>
            <ac:spMk id="593" creationId="{3895A458-B510-9698-26AF-BE1C7DEF31D1}"/>
          </ac:spMkLst>
        </pc:spChg>
        <pc:spChg chg="add mod">
          <ac:chgData name="Jong-Min La" userId="730696ea-53a3-4e95-97a6-548a6563044c" providerId="ADAL" clId="{77DB2BBC-17F4-40AB-99E9-3FF5839C5203}" dt="2026-02-24T05:49:59.989" v="1680"/>
          <ac:spMkLst>
            <pc:docMk/>
            <pc:sldMk cId="1303228648" sldId="265"/>
            <ac:spMk id="594" creationId="{1759B202-400D-7FA5-EB8E-10EBCBCC9140}"/>
          </ac:spMkLst>
        </pc:spChg>
        <pc:spChg chg="add mod">
          <ac:chgData name="Jong-Min La" userId="730696ea-53a3-4e95-97a6-548a6563044c" providerId="ADAL" clId="{77DB2BBC-17F4-40AB-99E9-3FF5839C5203}" dt="2026-02-24T05:49:59.989" v="1680"/>
          <ac:spMkLst>
            <pc:docMk/>
            <pc:sldMk cId="1303228648" sldId="265"/>
            <ac:spMk id="595" creationId="{563FE00D-D584-D8A0-A07A-8BA2E8B1327B}"/>
          </ac:spMkLst>
        </pc:spChg>
        <pc:spChg chg="add mod">
          <ac:chgData name="Jong-Min La" userId="730696ea-53a3-4e95-97a6-548a6563044c" providerId="ADAL" clId="{77DB2BBC-17F4-40AB-99E9-3FF5839C5203}" dt="2026-02-24T07:06:11.622" v="1814" actId="20577"/>
          <ac:spMkLst>
            <pc:docMk/>
            <pc:sldMk cId="1303228648" sldId="265"/>
            <ac:spMk id="604" creationId="{FF5294C3-FB44-7006-0DBD-C98205CEBAC9}"/>
          </ac:spMkLst>
        </pc:spChg>
        <pc:cxnChg chg="mod">
          <ac:chgData name="Jong-Min La" userId="730696ea-53a3-4e95-97a6-548a6563044c" providerId="ADAL" clId="{77DB2BBC-17F4-40AB-99E9-3FF5839C5203}" dt="2026-02-24T05:45:41.002" v="1619" actId="14100"/>
          <ac:cxnSpMkLst>
            <pc:docMk/>
            <pc:sldMk cId="1303228648" sldId="265"/>
            <ac:cxnSpMk id="35" creationId="{ECA6A5B3-6E85-F335-7853-1A9A82E6F8EB}"/>
          </ac:cxnSpMkLst>
        </pc:cxnChg>
        <pc:cxnChg chg="mod">
          <ac:chgData name="Jong-Min La" userId="730696ea-53a3-4e95-97a6-548a6563044c" providerId="ADAL" clId="{77DB2BBC-17F4-40AB-99E9-3FF5839C5203}" dt="2026-02-24T05:48:17.463" v="1665" actId="14100"/>
          <ac:cxnSpMkLst>
            <pc:docMk/>
            <pc:sldMk cId="1303228648" sldId="265"/>
            <ac:cxnSpMk id="39" creationId="{0F643FF2-A502-6C04-9647-8ABF7972749E}"/>
          </ac:cxnSpMkLst>
        </pc:cxnChg>
        <pc:cxnChg chg="mod">
          <ac:chgData name="Jong-Min La" userId="730696ea-53a3-4e95-97a6-548a6563044c" providerId="ADAL" clId="{77DB2BBC-17F4-40AB-99E9-3FF5839C5203}" dt="2026-02-24T05:48:14.899" v="1664" actId="1076"/>
          <ac:cxnSpMkLst>
            <pc:docMk/>
            <pc:sldMk cId="1303228648" sldId="265"/>
            <ac:cxnSpMk id="40" creationId="{BB1598F5-BA66-EFFF-59C8-E75C373D8899}"/>
          </ac:cxnSpMkLst>
        </pc:cxnChg>
        <pc:cxnChg chg="mod">
          <ac:chgData name="Jong-Min La" userId="730696ea-53a3-4e95-97a6-548a6563044c" providerId="ADAL" clId="{77DB2BBC-17F4-40AB-99E9-3FF5839C5203}" dt="2026-02-24T05:49:14.834" v="1671" actId="108"/>
          <ac:cxnSpMkLst>
            <pc:docMk/>
            <pc:sldMk cId="1303228648" sldId="265"/>
            <ac:cxnSpMk id="43" creationId="{487E44DA-D6D3-527A-63EC-52E7BA78C28F}"/>
          </ac:cxnSpMkLst>
        </pc:cxnChg>
        <pc:cxnChg chg="mod">
          <ac:chgData name="Jong-Min La" userId="730696ea-53a3-4e95-97a6-548a6563044c" providerId="ADAL" clId="{77DB2BBC-17F4-40AB-99E9-3FF5839C5203}" dt="2026-02-24T05:48:08.739" v="1663" actId="14100"/>
          <ac:cxnSpMkLst>
            <pc:docMk/>
            <pc:sldMk cId="1303228648" sldId="265"/>
            <ac:cxnSpMk id="50" creationId="{AD608AF0-7C63-8DF7-DF52-86AEFA9AE774}"/>
          </ac:cxnSpMkLst>
        </pc:cxnChg>
        <pc:cxnChg chg="mod">
          <ac:chgData name="Jong-Min La" userId="730696ea-53a3-4e95-97a6-548a6563044c" providerId="ADAL" clId="{77DB2BBC-17F4-40AB-99E9-3FF5839C5203}" dt="2026-02-24T05:48:14.899" v="1664" actId="1076"/>
          <ac:cxnSpMkLst>
            <pc:docMk/>
            <pc:sldMk cId="1303228648" sldId="265"/>
            <ac:cxnSpMk id="56" creationId="{D606FE21-1876-96E1-8CB9-CEFAEA71FC9E}"/>
          </ac:cxnSpMkLst>
        </pc:cxnChg>
        <pc:cxnChg chg="mod">
          <ac:chgData name="Jong-Min La" userId="730696ea-53a3-4e95-97a6-548a6563044c" providerId="ADAL" clId="{77DB2BBC-17F4-40AB-99E9-3FF5839C5203}" dt="2026-02-24T05:49:21.959" v="1672" actId="108"/>
          <ac:cxnSpMkLst>
            <pc:docMk/>
            <pc:sldMk cId="1303228648" sldId="265"/>
            <ac:cxnSpMk id="57" creationId="{D973B83E-8EA7-4520-370B-E04A2C97BA04}"/>
          </ac:cxnSpMkLst>
        </pc:cxnChg>
        <pc:cxnChg chg="mod">
          <ac:chgData name="Jong-Min La" userId="730696ea-53a3-4e95-97a6-548a6563044c" providerId="ADAL" clId="{77DB2BBC-17F4-40AB-99E9-3FF5839C5203}" dt="2026-02-24T05:49:23.174" v="1673" actId="108"/>
          <ac:cxnSpMkLst>
            <pc:docMk/>
            <pc:sldMk cId="1303228648" sldId="265"/>
            <ac:cxnSpMk id="60" creationId="{CB239152-5B5B-80CE-8B68-707AA0FD8FE6}"/>
          </ac:cxnSpMkLst>
        </pc:cxnChg>
        <pc:cxnChg chg="mod">
          <ac:chgData name="Jong-Min La" userId="730696ea-53a3-4e95-97a6-548a6563044c" providerId="ADAL" clId="{77DB2BBC-17F4-40AB-99E9-3FF5839C5203}" dt="2026-02-24T05:49:24.815" v="1674" actId="108"/>
          <ac:cxnSpMkLst>
            <pc:docMk/>
            <pc:sldMk cId="1303228648" sldId="265"/>
            <ac:cxnSpMk id="61" creationId="{E8FEB9A5-037A-8D98-BF12-82F961F5CED1}"/>
          </ac:cxnSpMkLst>
        </pc:cxnChg>
        <pc:cxnChg chg="mod">
          <ac:chgData name="Jong-Min La" userId="730696ea-53a3-4e95-97a6-548a6563044c" providerId="ADAL" clId="{77DB2BBC-17F4-40AB-99E9-3FF5839C5203}" dt="2026-02-24T05:49:26.163" v="1675" actId="108"/>
          <ac:cxnSpMkLst>
            <pc:docMk/>
            <pc:sldMk cId="1303228648" sldId="265"/>
            <ac:cxnSpMk id="62" creationId="{C1307BCB-55F8-13FE-3B11-5D9412C9FCAB}"/>
          </ac:cxnSpMkLst>
        </pc:cxnChg>
        <pc:cxnChg chg="mod">
          <ac:chgData name="Jong-Min La" userId="730696ea-53a3-4e95-97a6-548a6563044c" providerId="ADAL" clId="{77DB2BBC-17F4-40AB-99E9-3FF5839C5203}" dt="2026-02-24T05:49:28.539" v="1676" actId="108"/>
          <ac:cxnSpMkLst>
            <pc:docMk/>
            <pc:sldMk cId="1303228648" sldId="265"/>
            <ac:cxnSpMk id="576" creationId="{E676C0C1-730A-F625-2E10-8E8AEBBA309F}"/>
          </ac:cxnSpMkLst>
        </pc:cxnChg>
        <pc:cxnChg chg="add mod">
          <ac:chgData name="Jong-Min La" userId="730696ea-53a3-4e95-97a6-548a6563044c" providerId="ADAL" clId="{77DB2BBC-17F4-40AB-99E9-3FF5839C5203}" dt="2026-02-24T05:45:38.395" v="1613" actId="14100"/>
          <ac:cxnSpMkLst>
            <pc:docMk/>
            <pc:sldMk cId="1303228648" sldId="265"/>
            <ac:cxnSpMk id="590" creationId="{CDC95637-49AA-65BE-DD66-49EB6039793B}"/>
          </ac:cxnSpMkLst>
        </pc:cxnChg>
      </pc:sldChg>
      <pc:sldChg chg="modSp mod">
        <pc:chgData name="Jong-Min La" userId="730696ea-53a3-4e95-97a6-548a6563044c" providerId="ADAL" clId="{77DB2BBC-17F4-40AB-99E9-3FF5839C5203}" dt="2026-02-24T05:35:56.948" v="1449" actId="20577"/>
        <pc:sldMkLst>
          <pc:docMk/>
          <pc:sldMk cId="3196885454" sldId="273"/>
        </pc:sldMkLst>
        <pc:spChg chg="mod">
          <ac:chgData name="Jong-Min La" userId="730696ea-53a3-4e95-97a6-548a6563044c" providerId="ADAL" clId="{77DB2BBC-17F4-40AB-99E9-3FF5839C5203}" dt="2026-02-24T05:35:56.948" v="1449" actId="20577"/>
          <ac:spMkLst>
            <pc:docMk/>
            <pc:sldMk cId="3196885454" sldId="273"/>
            <ac:spMk id="24" creationId="{E5EE81F0-CD3E-4FC5-B80A-D1B1413B9FE7}"/>
          </ac:spMkLst>
        </pc:spChg>
      </pc:sldChg>
      <pc:sldChg chg="modSp mod">
        <pc:chgData name="Jong-Min La" userId="730696ea-53a3-4e95-97a6-548a6563044c" providerId="ADAL" clId="{77DB2BBC-17F4-40AB-99E9-3FF5839C5203}" dt="2026-02-24T04:18:18.560" v="1183" actId="20577"/>
        <pc:sldMkLst>
          <pc:docMk/>
          <pc:sldMk cId="1871549302" sldId="274"/>
        </pc:sldMkLst>
        <pc:spChg chg="mod">
          <ac:chgData name="Jong-Min La" userId="730696ea-53a3-4e95-97a6-548a6563044c" providerId="ADAL" clId="{77DB2BBC-17F4-40AB-99E9-3FF5839C5203}" dt="2026-02-24T04:18:18.560" v="1183" actId="20577"/>
          <ac:spMkLst>
            <pc:docMk/>
            <pc:sldMk cId="1871549302" sldId="274"/>
            <ac:spMk id="9" creationId="{5ADCDE71-882A-415A-A2B9-0068815FA276}"/>
          </ac:spMkLst>
        </pc:spChg>
      </pc:sldChg>
      <pc:sldChg chg="add del mod modShow">
        <pc:chgData name="Jong-Min La" userId="730696ea-53a3-4e95-97a6-548a6563044c" providerId="ADAL" clId="{77DB2BBC-17F4-40AB-99E9-3FF5839C5203}" dt="2026-02-24T05:34:14.556" v="1392" actId="47"/>
        <pc:sldMkLst>
          <pc:docMk/>
          <pc:sldMk cId="1433539426" sldId="302"/>
        </pc:sldMkLst>
      </pc:sldChg>
      <pc:sldChg chg="add del">
        <pc:chgData name="Jong-Min La" userId="730696ea-53a3-4e95-97a6-548a6563044c" providerId="ADAL" clId="{77DB2BBC-17F4-40AB-99E9-3FF5839C5203}" dt="2026-02-24T04:18:14.966" v="1177"/>
        <pc:sldMkLst>
          <pc:docMk/>
          <pc:sldMk cId="1601445959" sldId="307"/>
        </pc:sldMkLst>
      </pc:sldChg>
      <pc:sldChg chg="modSp mod">
        <pc:chgData name="Jong-Min La" userId="730696ea-53a3-4e95-97a6-548a6563044c" providerId="ADAL" clId="{77DB2BBC-17F4-40AB-99E9-3FF5839C5203}" dt="2026-02-25T06:58:18.255" v="2023" actId="20577"/>
        <pc:sldMkLst>
          <pc:docMk/>
          <pc:sldMk cId="1084257803" sldId="2147483593"/>
        </pc:sldMkLst>
        <pc:spChg chg="mod">
          <ac:chgData name="Jong-Min La" userId="730696ea-53a3-4e95-97a6-548a6563044c" providerId="ADAL" clId="{77DB2BBC-17F4-40AB-99E9-3FF5839C5203}" dt="2026-02-25T06:58:18.255" v="2023" actId="20577"/>
          <ac:spMkLst>
            <pc:docMk/>
            <pc:sldMk cId="1084257803" sldId="2147483593"/>
            <ac:spMk id="9" creationId="{9681869B-15F4-43E5-A6AB-9D95C42A2531}"/>
          </ac:spMkLst>
        </pc:spChg>
        <pc:spChg chg="mod">
          <ac:chgData name="Jong-Min La" userId="730696ea-53a3-4e95-97a6-548a6563044c" providerId="ADAL" clId="{77DB2BBC-17F4-40AB-99E9-3FF5839C5203}" dt="2026-02-24T05:34:40.189" v="1410" actId="20577"/>
          <ac:spMkLst>
            <pc:docMk/>
            <pc:sldMk cId="1084257803" sldId="2147483593"/>
            <ac:spMk id="17" creationId="{F548E241-3DB2-4398-B83A-2C2555D5AAA5}"/>
          </ac:spMkLst>
        </pc:spChg>
      </pc:sldChg>
      <pc:sldChg chg="addSp delSp modSp mod">
        <pc:chgData name="Jong-Min La" userId="730696ea-53a3-4e95-97a6-548a6563044c" providerId="ADAL" clId="{77DB2BBC-17F4-40AB-99E9-3FF5839C5203}" dt="2026-02-24T05:35:34.981" v="1424" actId="20577"/>
        <pc:sldMkLst>
          <pc:docMk/>
          <pc:sldMk cId="1138970184" sldId="2147483602"/>
        </pc:sldMkLst>
        <pc:spChg chg="add del">
          <ac:chgData name="Jong-Min La" userId="730696ea-53a3-4e95-97a6-548a6563044c" providerId="ADAL" clId="{77DB2BBC-17F4-40AB-99E9-3FF5839C5203}" dt="2026-02-24T01:59:23.211" v="317"/>
          <ac:spMkLst>
            <pc:docMk/>
            <pc:sldMk cId="1138970184" sldId="2147483602"/>
            <ac:spMk id="2" creationId="{2C1C42B1-C1B9-DD28-82CE-1AE6C357A44E}"/>
          </ac:spMkLst>
        </pc:spChg>
        <pc:spChg chg="mod">
          <ac:chgData name="Jong-Min La" userId="730696ea-53a3-4e95-97a6-548a6563044c" providerId="ADAL" clId="{77DB2BBC-17F4-40AB-99E9-3FF5839C5203}" dt="2026-02-24T05:35:34.981" v="1424" actId="20577"/>
          <ac:spMkLst>
            <pc:docMk/>
            <pc:sldMk cId="1138970184" sldId="2147483602"/>
            <ac:spMk id="3" creationId="{235A8EDD-4C77-A448-F1BC-2092D0CE2973}"/>
          </ac:spMkLst>
        </pc:spChg>
        <pc:spChg chg="add mod">
          <ac:chgData name="Jong-Min La" userId="730696ea-53a3-4e95-97a6-548a6563044c" providerId="ADAL" clId="{77DB2BBC-17F4-40AB-99E9-3FF5839C5203}" dt="2026-02-24T01:59:23.211" v="317"/>
          <ac:spMkLst>
            <pc:docMk/>
            <pc:sldMk cId="1138970184" sldId="2147483602"/>
            <ac:spMk id="27" creationId="{790222FA-2515-6962-5167-9201CD528EB0}"/>
          </ac:spMkLst>
        </pc:spChg>
      </pc:sldChg>
      <pc:sldChg chg="addSp delSp modSp mod">
        <pc:chgData name="Jong-Min La" userId="730696ea-53a3-4e95-97a6-548a6563044c" providerId="ADAL" clId="{77DB2BBC-17F4-40AB-99E9-3FF5839C5203}" dt="2026-02-24T05:34:01.674" v="1385" actId="20577"/>
        <pc:sldMkLst>
          <pc:docMk/>
          <pc:sldMk cId="4251230167" sldId="2147483631"/>
        </pc:sldMkLst>
        <pc:spChg chg="del">
          <ac:chgData name="Jong-Min La" userId="730696ea-53a3-4e95-97a6-548a6563044c" providerId="ADAL" clId="{77DB2BBC-17F4-40AB-99E9-3FF5839C5203}" dt="2026-02-24T05:31:58.766" v="1289" actId="478"/>
          <ac:spMkLst>
            <pc:docMk/>
            <pc:sldMk cId="4251230167" sldId="2147483631"/>
            <ac:spMk id="2" creationId="{D6294361-E5F3-B3B7-C807-A43DB1B74AE3}"/>
          </ac:spMkLst>
        </pc:spChg>
        <pc:spChg chg="mod">
          <ac:chgData name="Jong-Min La" userId="730696ea-53a3-4e95-97a6-548a6563044c" providerId="ADAL" clId="{77DB2BBC-17F4-40AB-99E9-3FF5839C5203}" dt="2026-02-24T05:34:01.674" v="1385" actId="20577"/>
          <ac:spMkLst>
            <pc:docMk/>
            <pc:sldMk cId="4251230167" sldId="2147483631"/>
            <ac:spMk id="3" creationId="{557FB6E5-8E45-436F-538C-12D822317619}"/>
          </ac:spMkLst>
        </pc:spChg>
        <pc:spChg chg="mod">
          <ac:chgData name="Jong-Min La" userId="730696ea-53a3-4e95-97a6-548a6563044c" providerId="ADAL" clId="{77DB2BBC-17F4-40AB-99E9-3FF5839C5203}" dt="2026-02-24T02:18:30.498" v="1164"/>
          <ac:spMkLst>
            <pc:docMk/>
            <pc:sldMk cId="4251230167" sldId="2147483631"/>
            <ac:spMk id="9" creationId="{4A34E97D-4734-A5B1-9AD6-7CF07CB09A35}"/>
          </ac:spMkLst>
        </pc:spChg>
        <pc:spChg chg="add del mod">
          <ac:chgData name="Jong-Min La" userId="730696ea-53a3-4e95-97a6-548a6563044c" providerId="ADAL" clId="{77DB2BBC-17F4-40AB-99E9-3FF5839C5203}" dt="2026-02-24T01:54:22.861" v="230" actId="478"/>
          <ac:spMkLst>
            <pc:docMk/>
            <pc:sldMk cId="4251230167" sldId="2147483631"/>
            <ac:spMk id="10" creationId="{D42BA710-1AEB-7E0C-CC68-AC934F1D72AB}"/>
          </ac:spMkLst>
        </pc:spChg>
        <pc:spChg chg="mod">
          <ac:chgData name="Jong-Min La" userId="730696ea-53a3-4e95-97a6-548a6563044c" providerId="ADAL" clId="{77DB2BBC-17F4-40AB-99E9-3FF5839C5203}" dt="2026-02-24T05:25:41.288" v="1192" actId="20577"/>
          <ac:spMkLst>
            <pc:docMk/>
            <pc:sldMk cId="4251230167" sldId="2147483631"/>
            <ac:spMk id="14" creationId="{70278386-EB65-D699-6629-469402C14CE9}"/>
          </ac:spMkLst>
        </pc:spChg>
        <pc:spChg chg="mod">
          <ac:chgData name="Jong-Min La" userId="730696ea-53a3-4e95-97a6-548a6563044c" providerId="ADAL" clId="{77DB2BBC-17F4-40AB-99E9-3FF5839C5203}" dt="2026-02-24T01:54:19.349" v="229" actId="207"/>
          <ac:spMkLst>
            <pc:docMk/>
            <pc:sldMk cId="4251230167" sldId="2147483631"/>
            <ac:spMk id="32" creationId="{2ED5F438-079F-8FEF-5153-35C67BDD3C7C}"/>
          </ac:spMkLst>
        </pc:spChg>
        <pc:spChg chg="mod">
          <ac:chgData name="Jong-Min La" userId="730696ea-53a3-4e95-97a6-548a6563044c" providerId="ADAL" clId="{77DB2BBC-17F4-40AB-99E9-3FF5839C5203}" dt="2026-02-24T02:19:15.185" v="1171" actId="208"/>
          <ac:spMkLst>
            <pc:docMk/>
            <pc:sldMk cId="4251230167" sldId="2147483631"/>
            <ac:spMk id="62" creationId="{461A193A-8977-6347-3E53-25D27122C343}"/>
          </ac:spMkLst>
        </pc:spChg>
        <pc:spChg chg="mod">
          <ac:chgData name="Jong-Min La" userId="730696ea-53a3-4e95-97a6-548a6563044c" providerId="ADAL" clId="{77DB2BBC-17F4-40AB-99E9-3FF5839C5203}" dt="2026-02-24T02:19:11.524" v="1170" actId="208"/>
          <ac:spMkLst>
            <pc:docMk/>
            <pc:sldMk cId="4251230167" sldId="2147483631"/>
            <ac:spMk id="451" creationId="{C84E9A0A-2D43-BDAA-59DF-714B4865FD2A}"/>
          </ac:spMkLst>
        </pc:spChg>
        <pc:spChg chg="mod">
          <ac:chgData name="Jong-Min La" userId="730696ea-53a3-4e95-97a6-548a6563044c" providerId="ADAL" clId="{77DB2BBC-17F4-40AB-99E9-3FF5839C5203}" dt="2026-02-24T02:19:11.524" v="1170" actId="208"/>
          <ac:spMkLst>
            <pc:docMk/>
            <pc:sldMk cId="4251230167" sldId="2147483631"/>
            <ac:spMk id="452" creationId="{047D9D8E-A45A-97F0-3AB8-7683506AF4AE}"/>
          </ac:spMkLst>
        </pc:spChg>
        <pc:spChg chg="mod">
          <ac:chgData name="Jong-Min La" userId="730696ea-53a3-4e95-97a6-548a6563044c" providerId="ADAL" clId="{77DB2BBC-17F4-40AB-99E9-3FF5839C5203}" dt="2026-02-24T02:19:15.185" v="1171" actId="208"/>
          <ac:spMkLst>
            <pc:docMk/>
            <pc:sldMk cId="4251230167" sldId="2147483631"/>
            <ac:spMk id="453" creationId="{73473BE5-A05F-26ED-C742-B9F89964ACD6}"/>
          </ac:spMkLst>
        </pc:spChg>
      </pc:sldChg>
      <pc:sldChg chg="delSp modSp mod">
        <pc:chgData name="Jong-Min La" userId="730696ea-53a3-4e95-97a6-548a6563044c" providerId="ADAL" clId="{77DB2BBC-17F4-40AB-99E9-3FF5839C5203}" dt="2026-02-24T05:34:03.651" v="1387" actId="20577"/>
        <pc:sldMkLst>
          <pc:docMk/>
          <pc:sldMk cId="1060963825" sldId="2147483634"/>
        </pc:sldMkLst>
        <pc:spChg chg="del">
          <ac:chgData name="Jong-Min La" userId="730696ea-53a3-4e95-97a6-548a6563044c" providerId="ADAL" clId="{77DB2BBC-17F4-40AB-99E9-3FF5839C5203}" dt="2026-02-24T05:31:59.845" v="1290" actId="478"/>
          <ac:spMkLst>
            <pc:docMk/>
            <pc:sldMk cId="1060963825" sldId="2147483634"/>
            <ac:spMk id="2" creationId="{7F9A8A77-DF11-0548-87C1-9FDA7B828971}"/>
          </ac:spMkLst>
        </pc:spChg>
        <pc:spChg chg="mod">
          <ac:chgData name="Jong-Min La" userId="730696ea-53a3-4e95-97a6-548a6563044c" providerId="ADAL" clId="{77DB2BBC-17F4-40AB-99E9-3FF5839C5203}" dt="2026-02-24T05:34:03.651" v="1387" actId="20577"/>
          <ac:spMkLst>
            <pc:docMk/>
            <pc:sldMk cId="1060963825" sldId="2147483634"/>
            <ac:spMk id="3" creationId="{F848F4D9-AF08-F514-89E9-12C10A41744E}"/>
          </ac:spMkLst>
        </pc:spChg>
      </pc:sldChg>
      <pc:sldChg chg="delSp modSp mod">
        <pc:chgData name="Jong-Min La" userId="730696ea-53a3-4e95-97a6-548a6563044c" providerId="ADAL" clId="{77DB2BBC-17F4-40AB-99E9-3FF5839C5203}" dt="2026-02-24T05:34:05.071" v="1389" actId="20577"/>
        <pc:sldMkLst>
          <pc:docMk/>
          <pc:sldMk cId="3974547256" sldId="2147483635"/>
        </pc:sldMkLst>
        <pc:spChg chg="del">
          <ac:chgData name="Jong-Min La" userId="730696ea-53a3-4e95-97a6-548a6563044c" providerId="ADAL" clId="{77DB2BBC-17F4-40AB-99E9-3FF5839C5203}" dt="2026-02-24T05:32:00.794" v="1291" actId="478"/>
          <ac:spMkLst>
            <pc:docMk/>
            <pc:sldMk cId="3974547256" sldId="2147483635"/>
            <ac:spMk id="2" creationId="{5ED546F5-8E98-3856-DD2C-65718E60FBB5}"/>
          </ac:spMkLst>
        </pc:spChg>
        <pc:spChg chg="mod">
          <ac:chgData name="Jong-Min La" userId="730696ea-53a3-4e95-97a6-548a6563044c" providerId="ADAL" clId="{77DB2BBC-17F4-40AB-99E9-3FF5839C5203}" dt="2026-02-24T05:34:05.071" v="1389" actId="20577"/>
          <ac:spMkLst>
            <pc:docMk/>
            <pc:sldMk cId="3974547256" sldId="2147483635"/>
            <ac:spMk id="3" creationId="{77FAA1B1-F6F2-D9EE-568A-21DCB559ABF3}"/>
          </ac:spMkLst>
        </pc:spChg>
      </pc:sldChg>
      <pc:sldChg chg="delSp modSp mod">
        <pc:chgData name="Jong-Min La" userId="730696ea-53a3-4e95-97a6-548a6563044c" providerId="ADAL" clId="{77DB2BBC-17F4-40AB-99E9-3FF5839C5203}" dt="2026-02-24T05:34:07.986" v="1391" actId="20577"/>
        <pc:sldMkLst>
          <pc:docMk/>
          <pc:sldMk cId="3391114174" sldId="2147483637"/>
        </pc:sldMkLst>
        <pc:spChg chg="del">
          <ac:chgData name="Jong-Min La" userId="730696ea-53a3-4e95-97a6-548a6563044c" providerId="ADAL" clId="{77DB2BBC-17F4-40AB-99E9-3FF5839C5203}" dt="2026-02-24T05:32:03.549" v="1293" actId="478"/>
          <ac:spMkLst>
            <pc:docMk/>
            <pc:sldMk cId="3391114174" sldId="2147483637"/>
            <ac:spMk id="2" creationId="{F55F70D1-1AE3-1BCC-C401-4555EF943301}"/>
          </ac:spMkLst>
        </pc:spChg>
        <pc:spChg chg="mod">
          <ac:chgData name="Jong-Min La" userId="730696ea-53a3-4e95-97a6-548a6563044c" providerId="ADAL" clId="{77DB2BBC-17F4-40AB-99E9-3FF5839C5203}" dt="2026-02-24T05:34:07.986" v="1391" actId="20577"/>
          <ac:spMkLst>
            <pc:docMk/>
            <pc:sldMk cId="3391114174" sldId="2147483637"/>
            <ac:spMk id="3" creationId="{94B3655A-F387-FE99-671E-324626006AE5}"/>
          </ac:spMkLst>
        </pc:spChg>
      </pc:sldChg>
      <pc:sldChg chg="add del mod modShow">
        <pc:chgData name="Jong-Min La" userId="730696ea-53a3-4e95-97a6-548a6563044c" providerId="ADAL" clId="{77DB2BBC-17F4-40AB-99E9-3FF5839C5203}" dt="2026-02-24T05:34:14.556" v="1392" actId="47"/>
        <pc:sldMkLst>
          <pc:docMk/>
          <pc:sldMk cId="2221462937" sldId="2147483643"/>
        </pc:sldMkLst>
      </pc:sldChg>
      <pc:sldChg chg="add del mod modShow">
        <pc:chgData name="Jong-Min La" userId="730696ea-53a3-4e95-97a6-548a6563044c" providerId="ADAL" clId="{77DB2BBC-17F4-40AB-99E9-3FF5839C5203}" dt="2026-02-24T05:34:14.556" v="1392" actId="47"/>
        <pc:sldMkLst>
          <pc:docMk/>
          <pc:sldMk cId="1592348747" sldId="2147483644"/>
        </pc:sldMkLst>
      </pc:sldChg>
      <pc:sldChg chg="add del mod modShow">
        <pc:chgData name="Jong-Min La" userId="730696ea-53a3-4e95-97a6-548a6563044c" providerId="ADAL" clId="{77DB2BBC-17F4-40AB-99E9-3FF5839C5203}" dt="2026-02-24T05:34:14.556" v="1392" actId="47"/>
        <pc:sldMkLst>
          <pc:docMk/>
          <pc:sldMk cId="1434229691" sldId="2147483645"/>
        </pc:sldMkLst>
      </pc:sldChg>
      <pc:sldChg chg="add del mod modShow">
        <pc:chgData name="Jong-Min La" userId="730696ea-53a3-4e95-97a6-548a6563044c" providerId="ADAL" clId="{77DB2BBC-17F4-40AB-99E9-3FF5839C5203}" dt="2026-02-24T05:34:14.556" v="1392" actId="47"/>
        <pc:sldMkLst>
          <pc:docMk/>
          <pc:sldMk cId="1441305181" sldId="2147483646"/>
        </pc:sldMkLst>
      </pc:sldChg>
      <pc:sldChg chg="delSp mod">
        <pc:chgData name="Jong-Min La" userId="730696ea-53a3-4e95-97a6-548a6563044c" providerId="ADAL" clId="{77DB2BBC-17F4-40AB-99E9-3FF5839C5203}" dt="2026-02-24T05:32:01.852" v="1292" actId="478"/>
        <pc:sldMkLst>
          <pc:docMk/>
          <pc:sldMk cId="3374224816" sldId="2147483647"/>
        </pc:sldMkLst>
        <pc:spChg chg="del">
          <ac:chgData name="Jong-Min La" userId="730696ea-53a3-4e95-97a6-548a6563044c" providerId="ADAL" clId="{77DB2BBC-17F4-40AB-99E9-3FF5839C5203}" dt="2026-02-24T05:32:01.852" v="1292" actId="478"/>
          <ac:spMkLst>
            <pc:docMk/>
            <pc:sldMk cId="3374224816" sldId="2147483647"/>
            <ac:spMk id="2" creationId="{93936B9B-1AAB-A6E1-3E46-A7567CE3400C}"/>
          </ac:spMkLst>
        </pc:spChg>
      </pc:sldChg>
      <pc:sldMasterChg chg="addSldLayout delSldLayout">
        <pc:chgData name="Jong-Min La" userId="730696ea-53a3-4e95-97a6-548a6563044c" providerId="ADAL" clId="{77DB2BBC-17F4-40AB-99E9-3FF5839C5203}" dt="2026-02-24T05:34:14.556" v="1392" actId="47"/>
        <pc:sldMasterMkLst>
          <pc:docMk/>
          <pc:sldMasterMk cId="1131419476" sldId="2147483672"/>
        </pc:sldMasterMkLst>
        <pc:sldLayoutChg chg="add del">
          <pc:chgData name="Jong-Min La" userId="730696ea-53a3-4e95-97a6-548a6563044c" providerId="ADAL" clId="{77DB2BBC-17F4-40AB-99E9-3FF5839C5203}" dt="2026-02-24T05:34:14.556" v="1392" actId="47"/>
          <pc:sldLayoutMkLst>
            <pc:docMk/>
            <pc:sldMasterMk cId="1131419476" sldId="2147483672"/>
            <pc:sldLayoutMk cId="4125509808" sldId="214748371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666024D-E06C-4587-8F9E-A8DBD365BC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118E92-D709-43F1-BED1-85F9CC36F0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C63BC-B9FD-4171-9A84-8F41AA64779F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987501-8DA3-4367-A249-2AA9064C64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87059D-DBEF-4A7F-9E46-2BA29BA223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3E6ECA-35AF-4EF6-9E0A-33C35721C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93039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18373-4A83-4326-B966-907D19D2860B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E3303-2CD4-4F2B-8A39-595BB38D5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1964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7051-B465-719F-E5DA-EE4FEC6C7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8890A-7DBC-6ECA-2763-3FAA424DA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151055-9C2D-C82B-4E32-BCD726FDB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507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85B85-DCAA-B170-D491-507713310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1105AC-5965-5CF9-441E-EF15CC2CD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39B4FB-EED0-48F8-D4E6-69BD030E3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326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49BF5-5492-6E27-8DC7-01E53E7F9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93AEE3-8584-8FC6-491D-F133FCBCF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43A7F8-FE10-2FA8-3F0A-D3BD3F3D4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692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001EB-4709-5DF7-C4F1-F639AC719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CFD37E-1158-8896-8F95-47778757B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6C984-5FFA-C2CD-48F0-191E3D0CE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6207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E2111-8F70-9CEE-98FA-0E68CC318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5CE61B-2D70-8BA5-9736-6354B0B06D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3D595-3F70-AB93-662E-B4C8568B5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491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873DCFE6-8B2E-48FD-8313-F2F22D0A97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776" y="6308401"/>
            <a:ext cx="1220341" cy="324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5BEE59A-EDB6-4989-A4F1-D7DB63A17E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7025" y="226106"/>
            <a:ext cx="1775135" cy="612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A5B8807-B0BE-4696-943F-9270BD2D00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2710" t="12953" r="1544" b="19017"/>
          <a:stretch/>
        </p:blipFill>
        <p:spPr>
          <a:xfrm>
            <a:off x="982493" y="1461156"/>
            <a:ext cx="4293321" cy="486000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4A7B77C-1F00-4BA8-92A0-E298209695ED}"/>
              </a:ext>
            </a:extLst>
          </p:cNvPr>
          <p:cNvCxnSpPr>
            <a:cxnSpLocks/>
          </p:cNvCxnSpPr>
          <p:nvPr userDrawn="1"/>
        </p:nvCxnSpPr>
        <p:spPr>
          <a:xfrm>
            <a:off x="1092200" y="3681924"/>
            <a:ext cx="1174926" cy="0"/>
          </a:xfrm>
          <a:prstGeom prst="line">
            <a:avLst/>
          </a:prstGeom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752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목차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873DCFE6-8B2E-48FD-8313-F2F22D0A97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776" y="6308401"/>
            <a:ext cx="1220341" cy="324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5BEE59A-EDB6-4989-A4F1-D7DB63A17E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7025" y="226106"/>
            <a:ext cx="1775135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479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_목차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07C1949-9E60-4B08-B753-961037F1E9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813" y="6484382"/>
            <a:ext cx="972000" cy="25806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15948A1-C8CA-4079-9F9D-63192466011C}"/>
              </a:ext>
            </a:extLst>
          </p:cNvPr>
          <p:cNvSpPr/>
          <p:nvPr userDrawn="1"/>
        </p:nvSpPr>
        <p:spPr>
          <a:xfrm flipV="1">
            <a:off x="0" y="-68101"/>
            <a:ext cx="12192000" cy="19517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B4A74E2-8E37-4AB7-84AB-C851CCE9593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43" y="741502"/>
            <a:ext cx="2422865" cy="83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445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_목차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07C1949-9E60-4B08-B753-961037F1E9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813" y="6484382"/>
            <a:ext cx="972000" cy="25806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15948A1-C8CA-4079-9F9D-63192466011C}"/>
              </a:ext>
            </a:extLst>
          </p:cNvPr>
          <p:cNvSpPr/>
          <p:nvPr userDrawn="1"/>
        </p:nvSpPr>
        <p:spPr>
          <a:xfrm flipV="1">
            <a:off x="0" y="-68101"/>
            <a:ext cx="12192000" cy="19517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B4A74E2-8E37-4AB7-84AB-C851CCE9593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43" y="741502"/>
            <a:ext cx="2422865" cy="835313"/>
          </a:xfrm>
          <a:prstGeom prst="rect">
            <a:avLst/>
          </a:prstGeom>
        </p:spPr>
      </p:pic>
      <p:sp>
        <p:nvSpPr>
          <p:cNvPr id="6" name="텍스트 개체 틀 8">
            <a:extLst>
              <a:ext uri="{FF2B5EF4-FFF2-40B4-BE49-F238E27FC236}">
                <a16:creationId xmlns:a16="http://schemas.microsoft.com/office/drawing/2014/main" id="{562DAD1B-4EC6-4665-A103-39A2B4EDA3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8781" y="2739618"/>
            <a:ext cx="4441825" cy="377825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500">
                <a:solidFill>
                  <a:srgbClr val="8C8C8C"/>
                </a:solidFill>
              </a:defRPr>
            </a:lvl1pPr>
          </a:lstStyle>
          <a:p>
            <a:pPr lvl="0"/>
            <a:r>
              <a:rPr lang="ko-KR" altLang="en-US"/>
              <a:t>세부 타이틀 있을 시 작성</a:t>
            </a:r>
          </a:p>
        </p:txBody>
      </p:sp>
    </p:spTree>
    <p:extLst>
      <p:ext uri="{BB962C8B-B14F-4D97-AF65-F5344CB8AC3E}">
        <p14:creationId xmlns:p14="http://schemas.microsoft.com/office/powerpoint/2010/main" val="1425058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_목차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07C1949-9E60-4B08-B753-961037F1E9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813" y="6484382"/>
            <a:ext cx="972000" cy="25806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B4A74E2-8E37-4AB7-84AB-C851CCE9593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43" y="741502"/>
            <a:ext cx="2422865" cy="83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05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거버닝+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D9BD257-8E77-4D19-9A75-D94233435A30}"/>
              </a:ext>
            </a:extLst>
          </p:cNvPr>
          <p:cNvCxnSpPr>
            <a:cxnSpLocks/>
          </p:cNvCxnSpPr>
          <p:nvPr userDrawn="1"/>
        </p:nvCxnSpPr>
        <p:spPr>
          <a:xfrm>
            <a:off x="79131" y="720475"/>
            <a:ext cx="12045461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672422D5-649D-332C-8500-2AD29DC9E8C8}"/>
              </a:ext>
            </a:extLst>
          </p:cNvPr>
          <p:cNvGrpSpPr/>
          <p:nvPr/>
        </p:nvGrpSpPr>
        <p:grpSpPr>
          <a:xfrm>
            <a:off x="332576" y="1414459"/>
            <a:ext cx="174672" cy="152885"/>
            <a:chOff x="-3359106" y="1473505"/>
            <a:chExt cx="174672" cy="152885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CD14DCB-0F53-B220-FBAE-1879A9D799FB}"/>
                </a:ext>
              </a:extLst>
            </p:cNvPr>
            <p:cNvSpPr/>
            <p:nvPr/>
          </p:nvSpPr>
          <p:spPr bwMode="auto">
            <a:xfrm rot="5400000">
              <a:off x="-3359950" y="1474349"/>
              <a:ext cx="152885" cy="151198"/>
            </a:xfrm>
            <a:prstGeom prst="ellipse">
              <a:avLst/>
            </a:prstGeom>
            <a:solidFill>
              <a:srgbClr val="F37321"/>
            </a:solidFill>
            <a:ln w="28575">
              <a:solidFill>
                <a:schemeClr val="bg1"/>
              </a:solidFill>
            </a:ln>
            <a:effectLst/>
          </p:spPr>
          <p:txBody>
            <a:bodyPr lIns="72000" tIns="36000" rIns="72000" bIns="36000" rtlCol="0" anchor="ctr"/>
            <a:lstStyle/>
            <a:p>
              <a:pPr marL="88902" indent="-88902" defTabSz="936648" fontAlgn="base">
                <a:spcBef>
                  <a:spcPts val="300"/>
                </a:spcBef>
                <a:spcAft>
                  <a:spcPct val="0"/>
                </a:spcAft>
                <a:buClr>
                  <a:prstClr val="black">
                    <a:lumMod val="75000"/>
                    <a:lumOff val="25000"/>
                  </a:prstClr>
                </a:buClr>
                <a:buFont typeface="Wingdings" pitchFamily="2" charset="2"/>
                <a:buChar char="§"/>
                <a:defRPr/>
              </a:pPr>
              <a:endParaRPr kumimoji="1" lang="ko-KR" altLang="en-US" sz="1200" ker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B08717B8-C278-FDDE-2783-3B75013CE59B}"/>
                </a:ext>
              </a:extLst>
            </p:cNvPr>
            <p:cNvSpPr/>
            <p:nvPr/>
          </p:nvSpPr>
          <p:spPr>
            <a:xfrm>
              <a:off x="-3271722" y="1506296"/>
              <a:ext cx="87288" cy="87289"/>
            </a:xfrm>
            <a:prstGeom prst="ellipse">
              <a:avLst/>
            </a:prstGeom>
            <a:solidFill>
              <a:srgbClr val="F9A5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23">
                <a:buClr>
                  <a:srgbClr val="000000"/>
                </a:buClr>
                <a:defRPr/>
              </a:pPr>
              <a:endParaRPr lang="ko-KR" altLang="en-US" sz="2800" ker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  <a:sym typeface="Arial"/>
              </a:endParaRPr>
            </a:p>
          </p:txBody>
        </p:sp>
      </p:grpSp>
      <p:sp>
        <p:nvSpPr>
          <p:cNvPr id="17" name="텍스트 개체 틀 15">
            <a:extLst>
              <a:ext uri="{FF2B5EF4-FFF2-40B4-BE49-F238E27FC236}">
                <a16:creationId xmlns:a16="http://schemas.microsoft.com/office/drawing/2014/main" id="{89AA95D4-D37D-5F52-1163-9EE1EE43B5D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899990" y="448978"/>
            <a:ext cx="1991973" cy="276999"/>
          </a:xfrm>
          <a:noFill/>
        </p:spPr>
        <p:txBody>
          <a:bodyPr wrap="none" rtlCol="0" anchor="ctr">
            <a:noAutofit/>
          </a:bodyPr>
          <a:lstStyle>
            <a:lvl1pPr marL="0" indent="0" algn="r">
              <a:buNone/>
              <a:defRPr lang="ko-KR" altLang="en-US" sz="1050" b="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pPr marL="0" lvl="0" algn="r" defTabSz="457200" latinLnBrk="0"/>
            <a:r>
              <a:rPr lang="ko-KR" altLang="en-US"/>
              <a:t>네비게이션</a:t>
            </a:r>
          </a:p>
        </p:txBody>
      </p:sp>
      <p:sp>
        <p:nvSpPr>
          <p:cNvPr id="20" name="텍스트 개체 틀 18">
            <a:extLst>
              <a:ext uri="{FF2B5EF4-FFF2-40B4-BE49-F238E27FC236}">
                <a16:creationId xmlns:a16="http://schemas.microsoft.com/office/drawing/2014/main" id="{8F8D21EA-D8AC-A6F8-D6C2-3E38ABD08B4C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71963" y="813435"/>
            <a:ext cx="11520000" cy="325410"/>
          </a:xfrm>
          <a:noFill/>
        </p:spPr>
        <p:txBody>
          <a:bodyPr wrap="square" rtlCol="0" anchor="ctr">
            <a:noAutofit/>
          </a:bodyPr>
          <a:lstStyle>
            <a:lvl1pPr marL="0" indent="0">
              <a:buNone/>
              <a:defRPr lang="ko-KR" altLang="en-US" sz="14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>
              <a:lnSpc>
                <a:spcPct val="120000"/>
              </a:lnSpc>
            </a:pPr>
            <a:r>
              <a:rPr lang="ko-KR" altLang="en-US" err="1"/>
              <a:t>거버닝</a:t>
            </a:r>
            <a:endParaRPr lang="ko-KR" altLang="en-US"/>
          </a:p>
        </p:txBody>
      </p:sp>
      <p:sp>
        <p:nvSpPr>
          <p:cNvPr id="25" name="텍스트 개체 틀 18">
            <a:extLst>
              <a:ext uri="{FF2B5EF4-FFF2-40B4-BE49-F238E27FC236}">
                <a16:creationId xmlns:a16="http://schemas.microsoft.com/office/drawing/2014/main" id="{93D26E56-1775-814E-18C1-5F0504962B31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371963" y="202784"/>
            <a:ext cx="9469437" cy="424732"/>
          </a:xfrm>
          <a:noFill/>
        </p:spPr>
        <p:txBody>
          <a:bodyPr wrap="none" rtlCol="0" anchor="ctr">
            <a:noAutofit/>
          </a:bodyPr>
          <a:lstStyle>
            <a:lvl1pPr marL="0" indent="0">
              <a:buNone/>
              <a:defRPr lang="ko-KR" altLang="en-US" sz="2400" b="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/>
            <a:r>
              <a:rPr lang="ko-KR" altLang="en-US"/>
              <a:t>제목</a:t>
            </a:r>
          </a:p>
        </p:txBody>
      </p:sp>
      <p:sp>
        <p:nvSpPr>
          <p:cNvPr id="27" name="텍스트 개체 틀 18">
            <a:extLst>
              <a:ext uri="{FF2B5EF4-FFF2-40B4-BE49-F238E27FC236}">
                <a16:creationId xmlns:a16="http://schemas.microsoft.com/office/drawing/2014/main" id="{636F0F6E-8571-5027-5F97-593DD595E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1298" y="1364818"/>
            <a:ext cx="6232971" cy="258532"/>
          </a:xfrm>
          <a:noFill/>
        </p:spPr>
        <p:txBody>
          <a:bodyPr wrap="square" lIns="0" rtlCol="0" anchor="ctr" anchorCtr="0">
            <a:spAutoFit/>
          </a:bodyPr>
          <a:lstStyle>
            <a:lvl1pPr marL="0" indent="0">
              <a:buNone/>
              <a:defRPr lang="ko-KR" altLang="en-US" sz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914423" latinLnBrk="0">
              <a:buClr>
                <a:srgbClr val="000000"/>
              </a:buClr>
            </a:pPr>
            <a:r>
              <a:rPr lang="ko-KR" altLang="en-US"/>
              <a:t>소제목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21A66204-F651-48C4-ACBB-87D58CC1F229}"/>
              </a:ext>
            </a:extLst>
          </p:cNvPr>
          <p:cNvSpPr txBox="1">
            <a:spLocks/>
          </p:cNvSpPr>
          <p:nvPr userDrawn="1"/>
        </p:nvSpPr>
        <p:spPr>
          <a:xfrm>
            <a:off x="4724400" y="6584712"/>
            <a:ext cx="27432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C8061B-A5E9-4EDC-B014-78837A492BBB}" type="slidenum">
              <a:rPr lang="ko-KR" altLang="en-US" sz="90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29BDD12-8F10-49C5-A76D-FC24F5D7EB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406" y="6655152"/>
            <a:ext cx="610170" cy="1620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DB80EDA8-41A9-4E92-9D6A-D7F724B025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9" y="6600711"/>
            <a:ext cx="626518" cy="216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88601E4C-9FEC-4149-9630-CBFFCFCEF02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701" y="6629698"/>
            <a:ext cx="975416" cy="2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485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 userDrawn="1">
          <p15:clr>
            <a:srgbClr val="FBAE40"/>
          </p15:clr>
        </p15:guide>
        <p15:guide id="3" pos="7491" userDrawn="1">
          <p15:clr>
            <a:srgbClr val="FBAE40"/>
          </p15:clr>
        </p15:guide>
        <p15:guide id="4" orient="horz" pos="504" userDrawn="1">
          <p15:clr>
            <a:srgbClr val="FBAE40"/>
          </p15:clr>
        </p15:guide>
        <p15:guide id="5" orient="horz" pos="4110" userDrawn="1">
          <p15:clr>
            <a:srgbClr val="FBAE40"/>
          </p15:clr>
        </p15:guide>
        <p15:guide id="6" orient="horz" pos="1094" userDrawn="1">
          <p15:clr>
            <a:srgbClr val="FBAE40"/>
          </p15:clr>
        </p15:guide>
        <p15:guide id="7" orient="horz" pos="777" userDrawn="1">
          <p15:clr>
            <a:srgbClr val="FBAE40"/>
          </p15:clr>
        </p15:guide>
        <p15:guide id="8" orient="horz" pos="84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거버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D9BD257-8E77-4D19-9A75-D94233435A30}"/>
              </a:ext>
            </a:extLst>
          </p:cNvPr>
          <p:cNvCxnSpPr>
            <a:cxnSpLocks/>
          </p:cNvCxnSpPr>
          <p:nvPr userDrawn="1"/>
        </p:nvCxnSpPr>
        <p:spPr>
          <a:xfrm>
            <a:off x="79131" y="720475"/>
            <a:ext cx="12045461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5">
            <a:extLst>
              <a:ext uri="{FF2B5EF4-FFF2-40B4-BE49-F238E27FC236}">
                <a16:creationId xmlns:a16="http://schemas.microsoft.com/office/drawing/2014/main" id="{7EE65606-8550-D0BB-6AEA-DD57671C96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99990" y="448978"/>
            <a:ext cx="1991973" cy="276999"/>
          </a:xfrm>
          <a:noFill/>
        </p:spPr>
        <p:txBody>
          <a:bodyPr wrap="none" rtlCol="0" anchor="ctr">
            <a:noAutofit/>
          </a:bodyPr>
          <a:lstStyle>
            <a:lvl1pPr marL="0" indent="0" algn="r">
              <a:buNone/>
              <a:defRPr lang="ko-KR" altLang="en-US" sz="1050" b="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pPr marL="0" lvl="0" algn="r" defTabSz="457200" latinLnBrk="0"/>
            <a:r>
              <a:rPr lang="ko-KR" altLang="en-US"/>
              <a:t>네비게이션</a:t>
            </a:r>
          </a:p>
        </p:txBody>
      </p:sp>
      <p:sp>
        <p:nvSpPr>
          <p:cNvPr id="4" name="텍스트 개체 틀 18">
            <a:extLst>
              <a:ext uri="{FF2B5EF4-FFF2-40B4-BE49-F238E27FC236}">
                <a16:creationId xmlns:a16="http://schemas.microsoft.com/office/drawing/2014/main" id="{669BE1C5-9F6B-E8AB-3EBC-A61FC68B52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963" y="202784"/>
            <a:ext cx="9469437" cy="424732"/>
          </a:xfrm>
          <a:noFill/>
        </p:spPr>
        <p:txBody>
          <a:bodyPr wrap="none" rtlCol="0" anchor="ctr">
            <a:noAutofit/>
          </a:bodyPr>
          <a:lstStyle>
            <a:lvl1pPr marL="0" indent="0">
              <a:buNone/>
              <a:defRPr lang="ko-KR" altLang="en-US" sz="2400" b="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/>
            <a:r>
              <a:rPr lang="ko-KR" altLang="en-US"/>
              <a:t>제목</a:t>
            </a:r>
          </a:p>
        </p:txBody>
      </p:sp>
      <p:sp>
        <p:nvSpPr>
          <p:cNvPr id="5" name="텍스트 개체 틀 18">
            <a:extLst>
              <a:ext uri="{FF2B5EF4-FFF2-40B4-BE49-F238E27FC236}">
                <a16:creationId xmlns:a16="http://schemas.microsoft.com/office/drawing/2014/main" id="{98CC108B-E784-5309-2693-94D964162F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963" y="813435"/>
            <a:ext cx="11520000" cy="325410"/>
          </a:xfrm>
          <a:noFill/>
        </p:spPr>
        <p:txBody>
          <a:bodyPr wrap="square" rtlCol="0" anchor="ctr">
            <a:noAutofit/>
          </a:bodyPr>
          <a:lstStyle>
            <a:lvl1pPr marL="0" indent="0">
              <a:buNone/>
              <a:defRPr lang="ko-KR" altLang="en-US" sz="14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>
              <a:lnSpc>
                <a:spcPct val="120000"/>
              </a:lnSpc>
            </a:pPr>
            <a:r>
              <a:rPr lang="ko-KR" altLang="en-US" err="1"/>
              <a:t>거버닝</a:t>
            </a:r>
            <a:endParaRPr lang="ko-KR" alt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FA76C4-269B-43FE-8F09-A9C44FD63DAD}"/>
              </a:ext>
            </a:extLst>
          </p:cNvPr>
          <p:cNvSpPr txBox="1">
            <a:spLocks/>
          </p:cNvSpPr>
          <p:nvPr userDrawn="1"/>
        </p:nvSpPr>
        <p:spPr>
          <a:xfrm>
            <a:off x="4724400" y="6584712"/>
            <a:ext cx="27432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C8061B-A5E9-4EDC-B014-78837A492BBB}" type="slidenum">
              <a:rPr lang="ko-KR" altLang="en-US" sz="90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7EFEECD-0DCA-4212-8B3B-C08D6F4BF3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406" y="6655152"/>
            <a:ext cx="610170" cy="162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1C8A9BA-272A-40C9-B64C-2702A51507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9" y="6600711"/>
            <a:ext cx="626518" cy="216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678CFBB-3FD8-452D-BF8F-1FC7D364AB5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701" y="6629698"/>
            <a:ext cx="975416" cy="2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931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  <p15:guide id="3" pos="7491">
          <p15:clr>
            <a:srgbClr val="FBAE40"/>
          </p15:clr>
        </p15:guide>
        <p15:guide id="4" orient="horz" pos="504">
          <p15:clr>
            <a:srgbClr val="FBAE40"/>
          </p15:clr>
        </p15:guide>
        <p15:guide id="5" orient="horz" pos="4110">
          <p15:clr>
            <a:srgbClr val="FBAE40"/>
          </p15:clr>
        </p15:guide>
        <p15:guide id="6" orient="horz" pos="1094">
          <p15:clr>
            <a:srgbClr val="FBAE40"/>
          </p15:clr>
        </p15:guide>
        <p15:guide id="7" orient="horz" pos="777">
          <p15:clr>
            <a:srgbClr val="FBAE40"/>
          </p15:clr>
        </p15:guide>
        <p15:guide id="8" orient="horz" pos="84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D9BD257-8E77-4D19-9A75-D94233435A30}"/>
              </a:ext>
            </a:extLst>
          </p:cNvPr>
          <p:cNvCxnSpPr>
            <a:cxnSpLocks/>
          </p:cNvCxnSpPr>
          <p:nvPr userDrawn="1"/>
        </p:nvCxnSpPr>
        <p:spPr>
          <a:xfrm>
            <a:off x="79131" y="720475"/>
            <a:ext cx="12045461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672422D5-649D-332C-8500-2AD29DC9E8C8}"/>
              </a:ext>
            </a:extLst>
          </p:cNvPr>
          <p:cNvGrpSpPr/>
          <p:nvPr userDrawn="1"/>
        </p:nvGrpSpPr>
        <p:grpSpPr>
          <a:xfrm>
            <a:off x="332576" y="882445"/>
            <a:ext cx="174672" cy="152885"/>
            <a:chOff x="-3359106" y="1473505"/>
            <a:chExt cx="174672" cy="152885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6CD14DCB-0F53-B220-FBAE-1879A9D799FB}"/>
                </a:ext>
              </a:extLst>
            </p:cNvPr>
            <p:cNvSpPr/>
            <p:nvPr/>
          </p:nvSpPr>
          <p:spPr bwMode="auto">
            <a:xfrm rot="5400000">
              <a:off x="-3359950" y="1474349"/>
              <a:ext cx="152885" cy="151198"/>
            </a:xfrm>
            <a:prstGeom prst="ellipse">
              <a:avLst/>
            </a:prstGeom>
            <a:solidFill>
              <a:srgbClr val="F37321"/>
            </a:solidFill>
            <a:ln w="28575">
              <a:solidFill>
                <a:schemeClr val="bg1"/>
              </a:solidFill>
            </a:ln>
            <a:effectLst/>
          </p:spPr>
          <p:txBody>
            <a:bodyPr lIns="72000" tIns="36000" rIns="72000" bIns="36000" rtlCol="0" anchor="ctr"/>
            <a:lstStyle/>
            <a:p>
              <a:pPr marL="88902" indent="-88902" defTabSz="936648" fontAlgn="base">
                <a:spcBef>
                  <a:spcPts val="300"/>
                </a:spcBef>
                <a:spcAft>
                  <a:spcPct val="0"/>
                </a:spcAft>
                <a:buClr>
                  <a:prstClr val="black">
                    <a:lumMod val="75000"/>
                    <a:lumOff val="25000"/>
                  </a:prstClr>
                </a:buClr>
                <a:buFont typeface="Wingdings" pitchFamily="2" charset="2"/>
                <a:buChar char="§"/>
                <a:defRPr/>
              </a:pPr>
              <a:endParaRPr kumimoji="1" lang="ko-KR" altLang="en-US" sz="1200" ker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B08717B8-C278-FDDE-2783-3B75013CE59B}"/>
                </a:ext>
              </a:extLst>
            </p:cNvPr>
            <p:cNvSpPr/>
            <p:nvPr/>
          </p:nvSpPr>
          <p:spPr>
            <a:xfrm>
              <a:off x="-3271722" y="1506296"/>
              <a:ext cx="87288" cy="87289"/>
            </a:xfrm>
            <a:prstGeom prst="ellipse">
              <a:avLst/>
            </a:prstGeom>
            <a:solidFill>
              <a:srgbClr val="F9A5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23">
                <a:buClr>
                  <a:srgbClr val="000000"/>
                </a:buClr>
                <a:defRPr/>
              </a:pPr>
              <a:endParaRPr lang="ko-KR" altLang="en-US" sz="2800" ker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  <a:sym typeface="Arial"/>
              </a:endParaRPr>
            </a:p>
          </p:txBody>
        </p:sp>
      </p:grpSp>
      <p:sp>
        <p:nvSpPr>
          <p:cNvPr id="5" name="텍스트 개체 틀 18">
            <a:extLst>
              <a:ext uri="{FF2B5EF4-FFF2-40B4-BE49-F238E27FC236}">
                <a16:creationId xmlns:a16="http://schemas.microsoft.com/office/drawing/2014/main" id="{636F0F6E-8571-5027-5F97-593DD595E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1298" y="832804"/>
            <a:ext cx="6232971" cy="258532"/>
          </a:xfrm>
          <a:noFill/>
        </p:spPr>
        <p:txBody>
          <a:bodyPr wrap="square" lIns="0" rtlCol="0" anchor="ctr" anchorCtr="0">
            <a:spAutoFit/>
          </a:bodyPr>
          <a:lstStyle>
            <a:lvl1pPr marL="0" indent="0">
              <a:buNone/>
              <a:defRPr lang="ko-KR" altLang="en-US" sz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914423" latinLnBrk="0">
              <a:buClr>
                <a:srgbClr val="000000"/>
              </a:buClr>
            </a:pPr>
            <a:r>
              <a:rPr lang="ko-KR" altLang="en-US"/>
              <a:t>소제목</a:t>
            </a:r>
          </a:p>
        </p:txBody>
      </p:sp>
      <p:sp>
        <p:nvSpPr>
          <p:cNvPr id="6" name="텍스트 개체 틀 15">
            <a:extLst>
              <a:ext uri="{FF2B5EF4-FFF2-40B4-BE49-F238E27FC236}">
                <a16:creationId xmlns:a16="http://schemas.microsoft.com/office/drawing/2014/main" id="{C6CC0EC0-E23A-3244-A9CF-38C91CA4B9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99990" y="448978"/>
            <a:ext cx="1991973" cy="276999"/>
          </a:xfrm>
          <a:noFill/>
        </p:spPr>
        <p:txBody>
          <a:bodyPr wrap="none" rtlCol="0" anchor="ctr">
            <a:noAutofit/>
          </a:bodyPr>
          <a:lstStyle>
            <a:lvl1pPr marL="0" indent="0" algn="r">
              <a:buNone/>
              <a:defRPr lang="ko-KR" altLang="en-US" sz="1050" b="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pPr marL="0" lvl="0" algn="r" defTabSz="457200" latinLnBrk="0"/>
            <a:r>
              <a:rPr lang="ko-KR" altLang="en-US"/>
              <a:t>네비게이션</a:t>
            </a:r>
          </a:p>
        </p:txBody>
      </p:sp>
      <p:sp>
        <p:nvSpPr>
          <p:cNvPr id="8" name="텍스트 개체 틀 18">
            <a:extLst>
              <a:ext uri="{FF2B5EF4-FFF2-40B4-BE49-F238E27FC236}">
                <a16:creationId xmlns:a16="http://schemas.microsoft.com/office/drawing/2014/main" id="{B4ACC28E-DA1B-B2F7-07B7-7327683DAD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963" y="202784"/>
            <a:ext cx="9469437" cy="424732"/>
          </a:xfrm>
          <a:noFill/>
        </p:spPr>
        <p:txBody>
          <a:bodyPr wrap="none" rtlCol="0" anchor="ctr">
            <a:noAutofit/>
          </a:bodyPr>
          <a:lstStyle>
            <a:lvl1pPr marL="0" indent="0">
              <a:buNone/>
              <a:defRPr lang="ko-KR" altLang="en-US" sz="2400" b="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/>
            <a:r>
              <a:rPr lang="ko-KR" altLang="en-US"/>
              <a:t>제목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F611C160-ABD1-4953-A9D5-1E028F874F16}"/>
              </a:ext>
            </a:extLst>
          </p:cNvPr>
          <p:cNvSpPr txBox="1">
            <a:spLocks/>
          </p:cNvSpPr>
          <p:nvPr userDrawn="1"/>
        </p:nvSpPr>
        <p:spPr>
          <a:xfrm>
            <a:off x="4724400" y="6584712"/>
            <a:ext cx="27432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C8061B-A5E9-4EDC-B014-78837A492BBB}" type="slidenum">
              <a:rPr lang="ko-KR" altLang="en-US" sz="90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49A1FA3-0FD4-40A6-92B3-A0387FD21C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406" y="6655152"/>
            <a:ext cx="610170" cy="162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AA574BC-BE51-4765-A338-6F4AB649FC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9" y="6600711"/>
            <a:ext cx="626518" cy="216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48DB6B6-8775-437F-AEE5-7BB68A98DBC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701" y="6629698"/>
            <a:ext cx="975416" cy="2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364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  <p15:guide id="3" pos="7491">
          <p15:clr>
            <a:srgbClr val="FBAE40"/>
          </p15:clr>
        </p15:guide>
        <p15:guide id="4" orient="horz" pos="504">
          <p15:clr>
            <a:srgbClr val="FBAE40"/>
          </p15:clr>
        </p15:guide>
        <p15:guide id="5" orient="horz" pos="4110">
          <p15:clr>
            <a:srgbClr val="FBAE40"/>
          </p15:clr>
        </p15:guide>
        <p15:guide id="6" orient="horz" pos="1094">
          <p15:clr>
            <a:srgbClr val="FBAE40"/>
          </p15:clr>
        </p15:guide>
        <p15:guide id="7" orient="horz" pos="777">
          <p15:clr>
            <a:srgbClr val="FBAE40"/>
          </p15:clr>
        </p15:guide>
        <p15:guide id="8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대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D9BD257-8E77-4D19-9A75-D94233435A30}"/>
              </a:ext>
            </a:extLst>
          </p:cNvPr>
          <p:cNvCxnSpPr>
            <a:cxnSpLocks/>
          </p:cNvCxnSpPr>
          <p:nvPr userDrawn="1"/>
        </p:nvCxnSpPr>
        <p:spPr>
          <a:xfrm>
            <a:off x="79131" y="720475"/>
            <a:ext cx="12045461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5">
            <a:extLst>
              <a:ext uri="{FF2B5EF4-FFF2-40B4-BE49-F238E27FC236}">
                <a16:creationId xmlns:a16="http://schemas.microsoft.com/office/drawing/2014/main" id="{A33763FF-6D4D-0D93-4CA6-601BF8B15E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99990" y="448978"/>
            <a:ext cx="1991973" cy="276999"/>
          </a:xfrm>
          <a:noFill/>
        </p:spPr>
        <p:txBody>
          <a:bodyPr wrap="none" rtlCol="0" anchor="ctr">
            <a:noAutofit/>
          </a:bodyPr>
          <a:lstStyle>
            <a:lvl1pPr marL="0" indent="0" algn="r">
              <a:buNone/>
              <a:defRPr lang="ko-KR" altLang="en-US" sz="1050" b="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pPr marL="0" lvl="0" algn="r" defTabSz="457200" latinLnBrk="0"/>
            <a:r>
              <a:rPr lang="ko-KR" altLang="en-US"/>
              <a:t>네비게이션</a:t>
            </a:r>
          </a:p>
        </p:txBody>
      </p:sp>
      <p:sp>
        <p:nvSpPr>
          <p:cNvPr id="4" name="텍스트 개체 틀 18">
            <a:extLst>
              <a:ext uri="{FF2B5EF4-FFF2-40B4-BE49-F238E27FC236}">
                <a16:creationId xmlns:a16="http://schemas.microsoft.com/office/drawing/2014/main" id="{4B494319-F7B2-D802-8C49-3FCD1C8E34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963" y="202784"/>
            <a:ext cx="9469437" cy="424732"/>
          </a:xfrm>
          <a:noFill/>
        </p:spPr>
        <p:txBody>
          <a:bodyPr wrap="none" rtlCol="0" anchor="ctr">
            <a:noAutofit/>
          </a:bodyPr>
          <a:lstStyle>
            <a:lvl1pPr marL="0" indent="0">
              <a:buNone/>
              <a:defRPr lang="ko-KR" altLang="en-US" sz="2400" b="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/>
            <a:r>
              <a:rPr lang="ko-KR" altLang="en-US"/>
              <a:t>제목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73C5FDA-2F59-4D37-92A7-9902A221DB02}"/>
              </a:ext>
            </a:extLst>
          </p:cNvPr>
          <p:cNvSpPr txBox="1">
            <a:spLocks/>
          </p:cNvSpPr>
          <p:nvPr userDrawn="1"/>
        </p:nvSpPr>
        <p:spPr>
          <a:xfrm>
            <a:off x="4724400" y="6584712"/>
            <a:ext cx="27432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C8061B-A5E9-4EDC-B014-78837A492BBB}" type="slidenum">
              <a:rPr lang="ko-KR" altLang="en-US" sz="90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3B3E928-D526-42BB-9D32-C5AC9F29E8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406" y="6655152"/>
            <a:ext cx="610170" cy="162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B0744FF-530E-48DE-90C4-8E3B78551A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9" y="6600711"/>
            <a:ext cx="626518" cy="216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093D4A4-C85B-40E1-B338-BE83488A60A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701" y="6629698"/>
            <a:ext cx="975416" cy="2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283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  <p15:guide id="3" pos="7491">
          <p15:clr>
            <a:srgbClr val="FBAE40"/>
          </p15:clr>
        </p15:guide>
        <p15:guide id="4" orient="horz" pos="504">
          <p15:clr>
            <a:srgbClr val="FBAE40"/>
          </p15:clr>
        </p15:guide>
        <p15:guide id="5" orient="horz" pos="4110">
          <p15:clr>
            <a:srgbClr val="FBAE40"/>
          </p15:clr>
        </p15:guide>
        <p15:guide id="6" orient="horz" pos="1094">
          <p15:clr>
            <a:srgbClr val="FBAE40"/>
          </p15:clr>
        </p15:guide>
        <p15:guide id="7" orient="horz" pos="777">
          <p15:clr>
            <a:srgbClr val="FBAE40"/>
          </p15:clr>
        </p15:guide>
        <p15:guide id="8" orient="horz" pos="84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822598-C7AA-44D8-AF0D-8DF14996FE9C}"/>
              </a:ext>
            </a:extLst>
          </p:cNvPr>
          <p:cNvSpPr/>
          <p:nvPr userDrawn="1"/>
        </p:nvSpPr>
        <p:spPr>
          <a:xfrm>
            <a:off x="-834210" y="1430625"/>
            <a:ext cx="356859" cy="568325"/>
          </a:xfrm>
          <a:prstGeom prst="rect">
            <a:avLst/>
          </a:prstGeom>
          <a:solidFill>
            <a:srgbClr val="F5822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000"/>
              <a:t>메인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53FC61-CFC2-4C6A-9021-CFEBE4C0FBF7}"/>
              </a:ext>
            </a:extLst>
          </p:cNvPr>
          <p:cNvSpPr/>
          <p:nvPr userDrawn="1"/>
        </p:nvSpPr>
        <p:spPr>
          <a:xfrm>
            <a:off x="-477351" y="1430624"/>
            <a:ext cx="356859" cy="568325"/>
          </a:xfrm>
          <a:prstGeom prst="rect">
            <a:avLst/>
          </a:prstGeom>
          <a:solidFill>
            <a:srgbClr val="043B7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000"/>
              <a:t>메인</a:t>
            </a:r>
            <a:endParaRPr lang="en-US" altLang="ko-KR" sz="10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4CEA04-C89F-4899-86AD-251E782446AB}"/>
              </a:ext>
            </a:extLst>
          </p:cNvPr>
          <p:cNvSpPr/>
          <p:nvPr userDrawn="1"/>
        </p:nvSpPr>
        <p:spPr>
          <a:xfrm>
            <a:off x="-1191010" y="2091024"/>
            <a:ext cx="356400" cy="568325"/>
          </a:xfrm>
          <a:prstGeom prst="rect">
            <a:avLst/>
          </a:prstGeom>
          <a:solidFill>
            <a:srgbClr val="F0AF6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000"/>
              <a:t>보조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07299D3-B368-4BDB-94CF-EA766478E109}"/>
              </a:ext>
            </a:extLst>
          </p:cNvPr>
          <p:cNvSpPr/>
          <p:nvPr userDrawn="1"/>
        </p:nvSpPr>
        <p:spPr>
          <a:xfrm>
            <a:off x="-833321" y="2091024"/>
            <a:ext cx="356400" cy="568325"/>
          </a:xfrm>
          <a:prstGeom prst="rect">
            <a:avLst/>
          </a:prstGeom>
          <a:solidFill>
            <a:srgbClr val="7F7F7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C4C610-266A-42B1-B9F0-3CB96D28097B}"/>
              </a:ext>
            </a:extLst>
          </p:cNvPr>
          <p:cNvSpPr/>
          <p:nvPr userDrawn="1"/>
        </p:nvSpPr>
        <p:spPr>
          <a:xfrm>
            <a:off x="-475633" y="2091024"/>
            <a:ext cx="356400" cy="568325"/>
          </a:xfrm>
          <a:prstGeom prst="rect">
            <a:avLst/>
          </a:prstGeom>
          <a:solidFill>
            <a:srgbClr val="59595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113141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9" r:id="rId2"/>
    <p:sldLayoutId id="2147483710" r:id="rId3"/>
    <p:sldLayoutId id="2147483713" r:id="rId4"/>
    <p:sldLayoutId id="2147483712" r:id="rId5"/>
    <p:sldLayoutId id="2147483686" r:id="rId6"/>
    <p:sldLayoutId id="2147483691" r:id="rId7"/>
    <p:sldLayoutId id="2147483692" r:id="rId8"/>
    <p:sldLayoutId id="2147483693" r:id="rId9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B43EC-A22E-14BC-160E-007EB36F1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16903C-E722-417E-B46E-C345BECD148F}"/>
              </a:ext>
            </a:extLst>
          </p:cNvPr>
          <p:cNvSpPr txBox="1"/>
          <p:nvPr/>
        </p:nvSpPr>
        <p:spPr>
          <a:xfrm>
            <a:off x="982192" y="2360161"/>
            <a:ext cx="3596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pc="-200">
                <a:solidFill>
                  <a:schemeClr val="tx1">
                    <a:lumMod val="50000"/>
                    <a:lumOff val="50000"/>
                  </a:schemeClr>
                </a:solidFill>
              </a:rPr>
              <a:t>AI</a:t>
            </a:r>
            <a:r>
              <a:rPr lang="ko-KR" altLang="en-US" spc="-200">
                <a:solidFill>
                  <a:schemeClr val="tx1">
                    <a:lumMod val="50000"/>
                    <a:lumOff val="50000"/>
                  </a:schemeClr>
                </a:solidFill>
              </a:rPr>
              <a:t>거버넌스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81869B-15F4-43E5-A6AB-9D95C42A2531}"/>
              </a:ext>
            </a:extLst>
          </p:cNvPr>
          <p:cNvSpPr txBox="1"/>
          <p:nvPr/>
        </p:nvSpPr>
        <p:spPr>
          <a:xfrm>
            <a:off x="1014377" y="3820260"/>
            <a:ext cx="1719094" cy="611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5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50" charset="-127"/>
              </a:rPr>
              <a:t>Version 1.0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5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50" charset="-127"/>
              </a:rPr>
              <a:t>2026-02-25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48E241-3DB2-4398-B83A-2C2555D5AAA5}"/>
              </a:ext>
            </a:extLst>
          </p:cNvPr>
          <p:cNvSpPr txBox="1"/>
          <p:nvPr/>
        </p:nvSpPr>
        <p:spPr>
          <a:xfrm>
            <a:off x="982192" y="2712014"/>
            <a:ext cx="1077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 spc="-1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pc="-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50" charset="-127"/>
              </a:rPr>
              <a:t>AI </a:t>
            </a:r>
            <a:r>
              <a:rPr lang="ko-KR" altLang="en-US" spc="-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50" charset="-127"/>
              </a:rPr>
              <a:t>거버넌스 프로세스 및 </a:t>
            </a:r>
            <a:r>
              <a:rPr lang="en-US" altLang="ko-KR" spc="-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50" charset="-127"/>
              </a:rPr>
              <a:t>R&amp;R</a:t>
            </a:r>
            <a:endParaRPr lang="ko-KR" altLang="en-US" spc="-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4257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">
            <a:extLst>
              <a:ext uri="{FF2B5EF4-FFF2-40B4-BE49-F238E27FC236}">
                <a16:creationId xmlns:a16="http://schemas.microsoft.com/office/drawing/2014/main" id="{F3F8A8A3-A08F-4144-8E22-9D44BBAFAB7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69980" y="1220368"/>
            <a:ext cx="5616575" cy="29238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1434" tIns="45718" rIns="91434" bIns="45718" anchor="ctr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300">
                <a:ln>
                  <a:solidFill>
                    <a:schemeClr val="tx1">
                      <a:lumMod val="85000"/>
                      <a:lumOff val="15000"/>
                      <a:alpha val="20000"/>
                    </a:schemeClr>
                  </a:solidFill>
                </a:ln>
                <a:latin typeface="+mj-ea"/>
                <a:ea typeface="+mj-ea"/>
                <a:cs typeface="Times New Roman" pitchFamily="18" charset="0"/>
              </a:rPr>
              <a:t>작성</a:t>
            </a:r>
            <a:r>
              <a:rPr lang="en-US" altLang="ko-KR" sz="1300">
                <a:ln>
                  <a:solidFill>
                    <a:schemeClr val="tx1">
                      <a:lumMod val="85000"/>
                      <a:lumOff val="15000"/>
                      <a:alpha val="20000"/>
                    </a:schemeClr>
                  </a:solidFill>
                </a:ln>
                <a:latin typeface="+mj-ea"/>
                <a:ea typeface="+mj-ea"/>
                <a:cs typeface="Times New Roman" pitchFamily="18" charset="0"/>
              </a:rPr>
              <a:t>/</a:t>
            </a:r>
            <a:r>
              <a:rPr lang="ko-KR" altLang="en-US" sz="1300">
                <a:ln>
                  <a:solidFill>
                    <a:schemeClr val="tx1">
                      <a:lumMod val="85000"/>
                      <a:lumOff val="15000"/>
                      <a:alpha val="20000"/>
                    </a:schemeClr>
                  </a:solidFill>
                </a:ln>
                <a:latin typeface="+mj-ea"/>
                <a:ea typeface="+mj-ea"/>
                <a:cs typeface="Times New Roman" pitchFamily="18" charset="0"/>
              </a:rPr>
              <a:t>검토자</a:t>
            </a:r>
          </a:p>
        </p:txBody>
      </p:sp>
      <p:graphicFrame>
        <p:nvGraphicFramePr>
          <p:cNvPr id="11" name="Group 77">
            <a:extLst>
              <a:ext uri="{FF2B5EF4-FFF2-40B4-BE49-F238E27FC236}">
                <a16:creationId xmlns:a16="http://schemas.microsoft.com/office/drawing/2014/main" id="{A95B1409-C811-4322-BB8C-B38526BF46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967001"/>
              </p:ext>
            </p:extLst>
          </p:nvPr>
        </p:nvGraphicFramePr>
        <p:xfrm>
          <a:off x="662265" y="1534019"/>
          <a:ext cx="10801348" cy="1119600"/>
        </p:xfrm>
        <a:graphic>
          <a:graphicData uri="http://schemas.openxmlformats.org/drawingml/2006/table">
            <a:tbl>
              <a:tblPr/>
              <a:tblGrid>
                <a:gridCol w="1682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9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9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97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구분</a:t>
                      </a: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소속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직급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성명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일자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kern="1200" spc="-10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Pretendard Medium" panose="02000603000000020004" pitchFamily="50" charset="-127"/>
                        </a:rPr>
                        <a:t>작성자</a:t>
                      </a:r>
                    </a:p>
                  </a:txBody>
                  <a:tcPr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EY</a:t>
                      </a: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컨설팅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부장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나종민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2026-02-06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kern="1200" spc="-10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Pretendard Medium" panose="02000603000000020004" pitchFamily="50" charset="-127"/>
                        </a:rPr>
                        <a:t>검토자</a:t>
                      </a:r>
                    </a:p>
                  </a:txBody>
                  <a:tcPr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kern="1200" spc="-10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Pretendard Medium" panose="02000603000000020004" pitchFamily="50" charset="-127"/>
                        </a:rPr>
                        <a:t>승인자</a:t>
                      </a:r>
                    </a:p>
                  </a:txBody>
                  <a:tcPr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Group 78">
            <a:extLst>
              <a:ext uri="{FF2B5EF4-FFF2-40B4-BE49-F238E27FC236}">
                <a16:creationId xmlns:a16="http://schemas.microsoft.com/office/drawing/2014/main" id="{F53135F2-9021-4813-81C2-55E738C05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714553"/>
              </p:ext>
            </p:extLst>
          </p:nvPr>
        </p:nvGraphicFramePr>
        <p:xfrm>
          <a:off x="662265" y="3340389"/>
          <a:ext cx="10801350" cy="2243366"/>
        </p:xfrm>
        <a:graphic>
          <a:graphicData uri="http://schemas.openxmlformats.org/drawingml/2006/table">
            <a:tbl>
              <a:tblPr/>
              <a:tblGrid>
                <a:gridCol w="1669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51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7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9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버전</a:t>
                      </a:r>
                    </a:p>
                  </a:txBody>
                  <a:tcPr marL="90000" marR="90000" marT="46800" marB="46800" anchor="ctr" anchorCtr="1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제</a:t>
                      </a:r>
                      <a:r>
                        <a:rPr kumimoji="1" lang="en-US" altLang="ko-KR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개정 페이지 및 수정 내용</a:t>
                      </a:r>
                    </a:p>
                  </a:txBody>
                  <a:tcPr marL="90000" marR="90000" marT="46800" marB="46800" anchor="ctr" anchorCtr="1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제</a:t>
                      </a:r>
                      <a:r>
                        <a:rPr kumimoji="1" lang="en-US" altLang="ko-KR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개정 일자</a:t>
                      </a:r>
                    </a:p>
                  </a:txBody>
                  <a:tcPr marL="90000" marR="90000" marT="46800" marB="46800" anchor="ctr" anchorCtr="1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제</a:t>
                      </a:r>
                      <a:r>
                        <a:rPr kumimoji="1" lang="en-US" altLang="ko-KR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개정자</a:t>
                      </a:r>
                    </a:p>
                  </a:txBody>
                  <a:tcPr marL="90000" marR="90000" marT="46800" marB="46800" anchor="ctr" anchorCtr="1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0.1</a:t>
                      </a: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초안 작성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맑은 고딕"/>
                          <a:cs typeface="Arial" charset="0"/>
                        </a:rPr>
                        <a:t>2026-01-02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나종민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0.8</a:t>
                      </a: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초안 작성 완료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2026-02-06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맑은 고딕"/>
                          <a:cs typeface="Arial" charset="0"/>
                        </a:rPr>
                        <a:t>나종민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0.9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프로세스별 산출물 내용 업데이트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2026-02-12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맑은 고딕"/>
                          <a:cs typeface="Arial" charset="0"/>
                        </a:rPr>
                        <a:t>나종민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0.91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단순화 프로세스 추가 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2026-02-12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맑은 고딕"/>
                          <a:cs typeface="Arial" charset="0"/>
                        </a:rPr>
                        <a:t>나종민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0.92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단순화 프로세스 업데이트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–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등급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산출물 등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2026-02-23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맑은 고딕"/>
                          <a:cs typeface="Arial" charset="0"/>
                        </a:rPr>
                        <a:t>나종민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1.0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버전 업데이트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2026-02-25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맑은 고딕"/>
                          <a:cs typeface="Arial" charset="0"/>
                        </a:rPr>
                        <a:t>나종민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Text Box 4">
            <a:extLst>
              <a:ext uri="{FF2B5EF4-FFF2-40B4-BE49-F238E27FC236}">
                <a16:creationId xmlns:a16="http://schemas.microsoft.com/office/drawing/2014/main" id="{330EB9C2-3D8A-4E4D-8237-AC2BAE0E7CD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69980" y="3024035"/>
            <a:ext cx="5616575" cy="29238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1434" tIns="45718" rIns="91434" bIns="45718" anchor="ctr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300">
                <a:ln>
                  <a:solidFill>
                    <a:schemeClr val="tx1">
                      <a:lumMod val="85000"/>
                      <a:lumOff val="15000"/>
                      <a:alpha val="20000"/>
                    </a:schemeClr>
                  </a:solidFill>
                </a:ln>
                <a:latin typeface="+mj-ea"/>
                <a:ea typeface="+mj-ea"/>
                <a:cs typeface="Times New Roman" pitchFamily="18" charset="0"/>
              </a:rPr>
              <a:t>제</a:t>
            </a:r>
            <a:r>
              <a:rPr lang="en-US" altLang="ko-KR" sz="1300">
                <a:ln>
                  <a:solidFill>
                    <a:schemeClr val="tx1">
                      <a:lumMod val="85000"/>
                      <a:lumOff val="15000"/>
                      <a:alpha val="20000"/>
                    </a:schemeClr>
                  </a:solidFill>
                </a:ln>
                <a:latin typeface="+mj-ea"/>
                <a:ea typeface="+mj-ea"/>
                <a:cs typeface="Times New Roman" pitchFamily="18" charset="0"/>
              </a:rPr>
              <a:t>/</a:t>
            </a:r>
            <a:r>
              <a:rPr lang="ko-KR" altLang="en-US" sz="1300">
                <a:ln>
                  <a:solidFill>
                    <a:schemeClr val="tx1">
                      <a:lumMod val="85000"/>
                      <a:lumOff val="15000"/>
                      <a:alpha val="20000"/>
                    </a:schemeClr>
                  </a:solidFill>
                </a:ln>
                <a:latin typeface="+mj-ea"/>
                <a:ea typeface="+mj-ea"/>
                <a:cs typeface="Times New Roman" pitchFamily="18" charset="0"/>
              </a:rPr>
              <a:t>개정 이력</a:t>
            </a:r>
          </a:p>
        </p:txBody>
      </p:sp>
    </p:spTree>
    <p:extLst>
      <p:ext uri="{BB962C8B-B14F-4D97-AF65-F5344CB8AC3E}">
        <p14:creationId xmlns:p14="http://schemas.microsoft.com/office/powerpoint/2010/main" val="4242138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E5EE81F0-CD3E-4FC5-B80A-D1B1413B9FE7}"/>
              </a:ext>
            </a:extLst>
          </p:cNvPr>
          <p:cNvSpPr txBox="1"/>
          <p:nvPr/>
        </p:nvSpPr>
        <p:spPr>
          <a:xfrm>
            <a:off x="3287997" y="2990565"/>
            <a:ext cx="5902302" cy="2207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유관 부서별 수행 업무</a:t>
            </a:r>
          </a:p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R&amp;R (RACI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차트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)</a:t>
            </a:r>
          </a:p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프로세스</a:t>
            </a:r>
          </a:p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프로세스별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산출물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위험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영향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안전성 식별 및 평가 프로세스 상세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C55793-210A-44F1-A322-65ADFCAD94DF}"/>
              </a:ext>
            </a:extLst>
          </p:cNvPr>
          <p:cNvSpPr txBox="1"/>
          <p:nvPr/>
        </p:nvSpPr>
        <p:spPr>
          <a:xfrm>
            <a:off x="2890529" y="2217802"/>
            <a:ext cx="2534912" cy="51517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>
            <a:defPPr>
              <a:defRPr lang="ko-KR"/>
            </a:defPPr>
            <a:lvl1pPr>
              <a:defRPr b="1" spc="-20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r>
              <a:rPr lang="en-US" altLang="ko-KR" sz="3600" b="0">
                <a:ln>
                  <a:solidFill>
                    <a:srgbClr val="F58220"/>
                  </a:solidFill>
                </a:ln>
                <a:latin typeface="+mn-ea"/>
                <a:ea typeface="+mn-ea"/>
              </a:rPr>
              <a:t>CONTENTS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6E0572F-279F-4A49-9BB4-2869F6A5A2C1}"/>
              </a:ext>
            </a:extLst>
          </p:cNvPr>
          <p:cNvCxnSpPr>
            <a:cxnSpLocks/>
          </p:cNvCxnSpPr>
          <p:nvPr/>
        </p:nvCxnSpPr>
        <p:spPr>
          <a:xfrm>
            <a:off x="5425440" y="2475390"/>
            <a:ext cx="6471920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885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C1C42B1-C1B9-DD28-82CE-1AE6C357A4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5A8EDD-4C77-A448-F1BC-2092D0CE29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1. AI</a:t>
            </a:r>
            <a:r>
              <a:rPr lang="ko-KR" altLang="en-US" dirty="0"/>
              <a:t>거버넌스 유관 부서별 수행 업무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56E3CE-E54B-C7D4-6A1A-0533E460E3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업무 관련 전문성을 확보하고</a:t>
            </a:r>
            <a:r>
              <a:rPr lang="en-US" altLang="ko-KR"/>
              <a:t> </a:t>
            </a:r>
            <a:r>
              <a:rPr lang="ko-KR" altLang="en-US"/>
              <a:t>조직 전반에 책임감 있는 </a:t>
            </a:r>
            <a:r>
              <a:rPr lang="en-US" altLang="ko-KR"/>
              <a:t>AI</a:t>
            </a:r>
            <a:r>
              <a:rPr lang="ko-KR" altLang="en-US"/>
              <a:t>관리 역량 강화를 수행 가능하도록 담당 팀</a:t>
            </a:r>
            <a:r>
              <a:rPr lang="en-US" altLang="ko-KR"/>
              <a:t>(</a:t>
            </a:r>
            <a:r>
              <a:rPr lang="ko-KR" altLang="en-US"/>
              <a:t>자</a:t>
            </a:r>
            <a:r>
              <a:rPr lang="en-US" altLang="ko-KR"/>
              <a:t>) </a:t>
            </a:r>
            <a:r>
              <a:rPr lang="ko-KR" altLang="en-US"/>
              <a:t>지정이 필요함</a:t>
            </a:r>
          </a:p>
        </p:txBody>
      </p:sp>
      <p:sp>
        <p:nvSpPr>
          <p:cNvPr id="5" name="사각형: 둥근 모서리 20">
            <a:extLst>
              <a:ext uri="{FF2B5EF4-FFF2-40B4-BE49-F238E27FC236}">
                <a16:creationId xmlns:a16="http://schemas.microsoft.com/office/drawing/2014/main" id="{1D6B98BD-A56B-BD11-8478-1E384A4153D4}"/>
              </a:ext>
            </a:extLst>
          </p:cNvPr>
          <p:cNvSpPr/>
          <p:nvPr/>
        </p:nvSpPr>
        <p:spPr>
          <a:xfrm>
            <a:off x="2027238" y="1341438"/>
            <a:ext cx="7104019" cy="319757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수행 상세 업무</a:t>
            </a:r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15FE776A-912E-1C14-8929-2FAB3A0AA605}"/>
              </a:ext>
            </a:extLst>
          </p:cNvPr>
          <p:cNvSpPr/>
          <p:nvPr/>
        </p:nvSpPr>
        <p:spPr>
          <a:xfrm>
            <a:off x="334964" y="1341438"/>
            <a:ext cx="1584324" cy="319757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구분</a:t>
            </a:r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B7ECEA4B-5E40-F5E2-7848-7B5A86FDA0A0}"/>
              </a:ext>
            </a:extLst>
          </p:cNvPr>
          <p:cNvSpPr/>
          <p:nvPr/>
        </p:nvSpPr>
        <p:spPr>
          <a:xfrm>
            <a:off x="9239208" y="1341438"/>
            <a:ext cx="2652758" cy="319757"/>
          </a:xfrm>
          <a:prstGeom prst="roundRect">
            <a:avLst>
              <a:gd name="adj" fmla="val 0"/>
            </a:avLst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미래에셋증권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 </a:t>
            </a:r>
            <a:r>
              <a:rPr lang="ko-KR" altLang="en-US" sz="1400" b="1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담당팀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(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자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)</a:t>
            </a:r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8" name="Google Shape;134;p5">
            <a:extLst>
              <a:ext uri="{FF2B5EF4-FFF2-40B4-BE49-F238E27FC236}">
                <a16:creationId xmlns:a16="http://schemas.microsoft.com/office/drawing/2014/main" id="{468A6DFB-2DF4-8524-5373-5D2D7FA26D92}"/>
              </a:ext>
            </a:extLst>
          </p:cNvPr>
          <p:cNvSpPr/>
          <p:nvPr/>
        </p:nvSpPr>
        <p:spPr>
          <a:xfrm>
            <a:off x="9239207" y="1783449"/>
            <a:ext cx="2652758" cy="836247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AX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팀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(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홍길동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임꺽정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)</a:t>
            </a:r>
            <a:endParaRPr lang="ko-KR" altLang="en-US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9" name="Google Shape;134;p5">
            <a:extLst>
              <a:ext uri="{FF2B5EF4-FFF2-40B4-BE49-F238E27FC236}">
                <a16:creationId xmlns:a16="http://schemas.microsoft.com/office/drawing/2014/main" id="{9E749785-F649-0AE4-F850-41DB349DBBC3}"/>
              </a:ext>
            </a:extLst>
          </p:cNvPr>
          <p:cNvSpPr/>
          <p:nvPr/>
        </p:nvSpPr>
        <p:spPr>
          <a:xfrm>
            <a:off x="9239207" y="4712147"/>
            <a:ext cx="2652758" cy="836247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[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신설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] AI</a:t>
            </a:r>
            <a:r>
              <a:rPr lang="ko-KR" altLang="en-US" sz="120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거버넌스부서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(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유관순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)</a:t>
            </a:r>
            <a:endParaRPr lang="ko-KR" altLang="en-US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10" name="Google Shape;134;p5">
            <a:extLst>
              <a:ext uri="{FF2B5EF4-FFF2-40B4-BE49-F238E27FC236}">
                <a16:creationId xmlns:a16="http://schemas.microsoft.com/office/drawing/2014/main" id="{B3BD6AB7-8A95-676C-E242-73B292DA91C7}"/>
              </a:ext>
            </a:extLst>
          </p:cNvPr>
          <p:cNvSpPr/>
          <p:nvPr/>
        </p:nvSpPr>
        <p:spPr>
          <a:xfrm>
            <a:off x="9239207" y="2759682"/>
            <a:ext cx="2652758" cy="836247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Science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팀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(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이순신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20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광개토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)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마켓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플랫폼팀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(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유관순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이황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)</a:t>
            </a:r>
            <a:endParaRPr lang="ko-KR" altLang="en-US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11" name="Google Shape;134;p5">
            <a:extLst>
              <a:ext uri="{FF2B5EF4-FFF2-40B4-BE49-F238E27FC236}">
                <a16:creationId xmlns:a16="http://schemas.microsoft.com/office/drawing/2014/main" id="{5EBBD418-707D-DB91-F128-CC3785409A4F}"/>
              </a:ext>
            </a:extLst>
          </p:cNvPr>
          <p:cNvSpPr/>
          <p:nvPr/>
        </p:nvSpPr>
        <p:spPr>
          <a:xfrm>
            <a:off x="9239207" y="3735914"/>
            <a:ext cx="2652758" cy="836247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상동</a:t>
            </a:r>
          </a:p>
        </p:txBody>
      </p:sp>
      <p:sp>
        <p:nvSpPr>
          <p:cNvPr id="12" name="Google Shape;134;p5">
            <a:extLst>
              <a:ext uri="{FF2B5EF4-FFF2-40B4-BE49-F238E27FC236}">
                <a16:creationId xmlns:a16="http://schemas.microsoft.com/office/drawing/2014/main" id="{4EB6DEAB-7425-E108-C653-A49FA5617734}"/>
              </a:ext>
            </a:extLst>
          </p:cNvPr>
          <p:cNvSpPr/>
          <p:nvPr/>
        </p:nvSpPr>
        <p:spPr>
          <a:xfrm>
            <a:off x="9239207" y="5688378"/>
            <a:ext cx="2652758" cy="836247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각 부문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/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본부의 장 </a:t>
            </a:r>
            <a:b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</a:b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(</a:t>
            </a:r>
            <a:r>
              <a:rPr lang="en-US" altLang="ko-KR" sz="110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Tech&amp;AI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AI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솔루션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정보보호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b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</a:b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컴플라이언스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금융소비자보호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경영혁신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디지털플랫폼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)</a:t>
            </a:r>
            <a:endParaRPr lang="ko-KR" altLang="en-US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cxnSp>
        <p:nvCxnSpPr>
          <p:cNvPr id="13" name="직선 연결선 80">
            <a:extLst>
              <a:ext uri="{FF2B5EF4-FFF2-40B4-BE49-F238E27FC236}">
                <a16:creationId xmlns:a16="http://schemas.microsoft.com/office/drawing/2014/main" id="{CA1C72E0-26E7-BC9C-B3A3-18539B103A2C}"/>
              </a:ext>
            </a:extLst>
          </p:cNvPr>
          <p:cNvCxnSpPr>
            <a:cxnSpLocks/>
          </p:cNvCxnSpPr>
          <p:nvPr/>
        </p:nvCxnSpPr>
        <p:spPr bwMode="auto">
          <a:xfrm>
            <a:off x="2027238" y="2657976"/>
            <a:ext cx="7104019" cy="0"/>
          </a:xfrm>
          <a:prstGeom prst="line">
            <a:avLst/>
          </a:prstGeom>
          <a:solidFill>
            <a:srgbClr val="FFFFFF"/>
          </a:solidFill>
          <a:ln w="3175" cap="flat" cmpd="sng" algn="ctr">
            <a:solidFill>
              <a:schemeClr val="bg1">
                <a:lumMod val="50000"/>
              </a:schemeClr>
            </a:solidFill>
            <a:prstDash val="dashDot"/>
          </a:ln>
          <a:effectLst/>
        </p:spPr>
      </p:cxnSp>
      <p:cxnSp>
        <p:nvCxnSpPr>
          <p:cNvPr id="14" name="직선 연결선 80">
            <a:extLst>
              <a:ext uri="{FF2B5EF4-FFF2-40B4-BE49-F238E27FC236}">
                <a16:creationId xmlns:a16="http://schemas.microsoft.com/office/drawing/2014/main" id="{C29B6735-FF64-10B9-FCA2-2E999B07FD67}"/>
              </a:ext>
            </a:extLst>
          </p:cNvPr>
          <p:cNvCxnSpPr>
            <a:cxnSpLocks/>
          </p:cNvCxnSpPr>
          <p:nvPr/>
        </p:nvCxnSpPr>
        <p:spPr bwMode="auto">
          <a:xfrm>
            <a:off x="2027238" y="3634208"/>
            <a:ext cx="7104019" cy="0"/>
          </a:xfrm>
          <a:prstGeom prst="line">
            <a:avLst/>
          </a:prstGeom>
          <a:solidFill>
            <a:srgbClr val="FFFFFF"/>
          </a:solidFill>
          <a:ln w="3175" cap="flat" cmpd="sng" algn="ctr">
            <a:solidFill>
              <a:schemeClr val="bg1">
                <a:lumMod val="50000"/>
              </a:schemeClr>
            </a:solidFill>
            <a:prstDash val="dashDot"/>
          </a:ln>
          <a:effectLst/>
        </p:spPr>
      </p:cxnSp>
      <p:cxnSp>
        <p:nvCxnSpPr>
          <p:cNvPr id="15" name="직선 연결선 80">
            <a:extLst>
              <a:ext uri="{FF2B5EF4-FFF2-40B4-BE49-F238E27FC236}">
                <a16:creationId xmlns:a16="http://schemas.microsoft.com/office/drawing/2014/main" id="{D854ADE7-79E9-6021-48AB-6FD94140A185}"/>
              </a:ext>
            </a:extLst>
          </p:cNvPr>
          <p:cNvCxnSpPr>
            <a:cxnSpLocks/>
          </p:cNvCxnSpPr>
          <p:nvPr/>
        </p:nvCxnSpPr>
        <p:spPr bwMode="auto">
          <a:xfrm>
            <a:off x="2027238" y="4610441"/>
            <a:ext cx="7104019" cy="0"/>
          </a:xfrm>
          <a:prstGeom prst="line">
            <a:avLst/>
          </a:prstGeom>
          <a:solidFill>
            <a:srgbClr val="FFFFFF"/>
          </a:solidFill>
          <a:ln w="3175" cap="flat" cmpd="sng" algn="ctr">
            <a:solidFill>
              <a:schemeClr val="bg1">
                <a:lumMod val="50000"/>
              </a:schemeClr>
            </a:solidFill>
            <a:prstDash val="dashDot"/>
          </a:ln>
          <a:effectLst/>
        </p:spPr>
      </p:cxnSp>
      <p:cxnSp>
        <p:nvCxnSpPr>
          <p:cNvPr id="16" name="직선 연결선 80">
            <a:extLst>
              <a:ext uri="{FF2B5EF4-FFF2-40B4-BE49-F238E27FC236}">
                <a16:creationId xmlns:a16="http://schemas.microsoft.com/office/drawing/2014/main" id="{88ABFD21-AD7D-9293-6FD5-9B07D250FD48}"/>
              </a:ext>
            </a:extLst>
          </p:cNvPr>
          <p:cNvCxnSpPr>
            <a:cxnSpLocks/>
          </p:cNvCxnSpPr>
          <p:nvPr/>
        </p:nvCxnSpPr>
        <p:spPr bwMode="auto">
          <a:xfrm>
            <a:off x="2027238" y="5586673"/>
            <a:ext cx="7104019" cy="0"/>
          </a:xfrm>
          <a:prstGeom prst="line">
            <a:avLst/>
          </a:prstGeom>
          <a:solidFill>
            <a:srgbClr val="FFFFFF"/>
          </a:solidFill>
          <a:ln w="3175" cap="flat" cmpd="sng" algn="ctr">
            <a:solidFill>
              <a:schemeClr val="bg1">
                <a:lumMod val="50000"/>
              </a:schemeClr>
            </a:solidFill>
            <a:prstDash val="dashDot"/>
          </a:ln>
          <a:effectLst/>
        </p:spPr>
      </p:cxnSp>
      <p:sp>
        <p:nvSpPr>
          <p:cNvPr id="17" name="Rectangle: Rounded Corners 9">
            <a:extLst>
              <a:ext uri="{FF2B5EF4-FFF2-40B4-BE49-F238E27FC236}">
                <a16:creationId xmlns:a16="http://schemas.microsoft.com/office/drawing/2014/main" id="{65DBC71C-577C-9963-6125-295B98452BF9}"/>
              </a:ext>
            </a:extLst>
          </p:cNvPr>
          <p:cNvSpPr/>
          <p:nvPr/>
        </p:nvSpPr>
        <p:spPr>
          <a:xfrm>
            <a:off x="2027238" y="1751736"/>
            <a:ext cx="7104019" cy="836247"/>
          </a:xfrm>
          <a:prstGeom prst="roundRect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사업 목적에 기반한 구체적인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계획 수립</a:t>
            </a:r>
            <a:endParaRPr kumimoji="0" lang="en-US" altLang="ko-KR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사용자 보호 및 투명성 목적을 반영하여 위험 관리 계획 수립 및 점검 수행</a:t>
            </a:r>
            <a:endParaRPr kumimoji="0" lang="en-US" altLang="ko-KR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8" name="Rectangle: Rounded Corners 26">
            <a:extLst>
              <a:ext uri="{FF2B5EF4-FFF2-40B4-BE49-F238E27FC236}">
                <a16:creationId xmlns:a16="http://schemas.microsoft.com/office/drawing/2014/main" id="{6A46A7D0-D635-4E48-1D51-60A632D1A24F}"/>
              </a:ext>
            </a:extLst>
          </p:cNvPr>
          <p:cNvSpPr/>
          <p:nvPr/>
        </p:nvSpPr>
        <p:spPr>
          <a:xfrm>
            <a:off x="2027238" y="4680434"/>
            <a:ext cx="7104019" cy="836247"/>
          </a:xfrm>
          <a:prstGeom prst="roundRect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거버넌스 체계 구축 및 총괄 관리 기능 수행</a:t>
            </a:r>
            <a:endParaRPr kumimoji="0" lang="en-US" altLang="ko-KR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거버넌스 실행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및 지원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위험관리정책 준수 및 통제 절차 이행 여부 점검 및 모니터링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협의체 운영 지원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거버넌스 관련 </a:t>
            </a:r>
            <a:r>
              <a:rPr kumimoji="0" lang="ko-KR" altLang="en-US" sz="12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대∙내외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규제 대응 등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endParaRPr kumimoji="0" lang="ko-KR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9" name="Rectangle: Rounded Corners 27">
            <a:extLst>
              <a:ext uri="{FF2B5EF4-FFF2-40B4-BE49-F238E27FC236}">
                <a16:creationId xmlns:a16="http://schemas.microsoft.com/office/drawing/2014/main" id="{45FC91EE-8307-0481-5145-5C6322C69F92}"/>
              </a:ext>
            </a:extLst>
          </p:cNvPr>
          <p:cNvSpPr/>
          <p:nvPr/>
        </p:nvSpPr>
        <p:spPr>
          <a:xfrm>
            <a:off x="2027238" y="2727969"/>
            <a:ext cx="7104019" cy="836247"/>
          </a:xfrm>
          <a:prstGeom prst="roundRect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서비스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학습 등 수행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및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IT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개발계획 수립 및 이행</a:t>
            </a:r>
          </a:p>
        </p:txBody>
      </p:sp>
      <p:sp>
        <p:nvSpPr>
          <p:cNvPr id="20" name="Rectangle: Rounded Corners 28">
            <a:extLst>
              <a:ext uri="{FF2B5EF4-FFF2-40B4-BE49-F238E27FC236}">
                <a16:creationId xmlns:a16="http://schemas.microsoft.com/office/drawing/2014/main" id="{815C1C12-30FB-02AC-638F-9225437B2E99}"/>
              </a:ext>
            </a:extLst>
          </p:cNvPr>
          <p:cNvSpPr/>
          <p:nvPr/>
        </p:nvSpPr>
        <p:spPr>
          <a:xfrm>
            <a:off x="2027238" y="3704201"/>
            <a:ext cx="7104019" cy="836247"/>
          </a:xfrm>
          <a:prstGeom prst="roundRect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운영 및 유지보수 등 수행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사후 모니터링 관련 지원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(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시스템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)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장애 대응 등</a:t>
            </a:r>
          </a:p>
        </p:txBody>
      </p:sp>
      <p:sp>
        <p:nvSpPr>
          <p:cNvPr id="21" name="Rectangle: Rounded Corners 30">
            <a:extLst>
              <a:ext uri="{FF2B5EF4-FFF2-40B4-BE49-F238E27FC236}">
                <a16:creationId xmlns:a16="http://schemas.microsoft.com/office/drawing/2014/main" id="{CA23ACC1-79BF-FEC7-ED47-DC210F41B664}"/>
              </a:ext>
            </a:extLst>
          </p:cNvPr>
          <p:cNvSpPr/>
          <p:nvPr/>
        </p:nvSpPr>
        <p:spPr>
          <a:xfrm>
            <a:off x="2027238" y="5656665"/>
            <a:ext cx="7104019" cy="836247"/>
          </a:xfrm>
          <a:prstGeom prst="roundRect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171450" lvl="0" indent="-171450" latinLnBrk="0">
              <a:buFont typeface="Wingdings" panose="05000000000000000000" pitchFamily="2" charset="2"/>
              <a:buChar char="§"/>
              <a:defRPr/>
            </a:pP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조직 내 </a:t>
            </a: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거버넌스 체계의 최고 의사결정 및 심의 기구</a:t>
            </a: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. AI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서비스의 신뢰성과 법규 준수를 위한 제도적 통제를 확립하는 역할 수행</a:t>
            </a:r>
            <a:endParaRPr lang="en-US" altLang="ko-KR" sz="1200" kern="0">
              <a:solidFill>
                <a:prstClr val="black"/>
              </a:solidFill>
              <a:latin typeface="+mn-ea"/>
            </a:endParaRPr>
          </a:p>
          <a:p>
            <a:pPr marL="171450" lvl="0" indent="-171450" latinLnBrk="0">
              <a:buFont typeface="Wingdings" panose="05000000000000000000" pitchFamily="2" charset="2"/>
              <a:buChar char="§"/>
              <a:defRPr/>
            </a:pP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서비스 규제 변화에 따른 규정</a:t>
            </a: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지침서 </a:t>
            </a:r>
            <a:r>
              <a:rPr lang="ko-KR" altLang="en-US" sz="1200" kern="0" err="1">
                <a:solidFill>
                  <a:prstClr val="black"/>
                </a:solidFill>
                <a:latin typeface="+mn-ea"/>
              </a:rPr>
              <a:t>제개정</a:t>
            </a: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,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이견 및 개선사항 등 심의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anose="05000000000000000000" pitchFamily="2" charset="2"/>
              </a:rPr>
              <a:t>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의결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전사 전파 및 공유</a:t>
            </a:r>
          </a:p>
        </p:txBody>
      </p:sp>
      <p:sp>
        <p:nvSpPr>
          <p:cNvPr id="22" name="Google Shape;134;p5">
            <a:extLst>
              <a:ext uri="{FF2B5EF4-FFF2-40B4-BE49-F238E27FC236}">
                <a16:creationId xmlns:a16="http://schemas.microsoft.com/office/drawing/2014/main" id="{1C3B56ED-E055-67E1-9034-C9F3F7C663DC}"/>
              </a:ext>
            </a:extLst>
          </p:cNvPr>
          <p:cNvSpPr/>
          <p:nvPr/>
        </p:nvSpPr>
        <p:spPr>
          <a:xfrm>
            <a:off x="334964" y="1741688"/>
            <a:ext cx="1584324" cy="836247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서비스기획</a:t>
            </a:r>
          </a:p>
        </p:txBody>
      </p:sp>
      <p:sp>
        <p:nvSpPr>
          <p:cNvPr id="23" name="Google Shape;134;p5">
            <a:extLst>
              <a:ext uri="{FF2B5EF4-FFF2-40B4-BE49-F238E27FC236}">
                <a16:creationId xmlns:a16="http://schemas.microsoft.com/office/drawing/2014/main" id="{BCC20E29-A43A-F467-2AD3-2255C7959D6E}"/>
              </a:ext>
            </a:extLst>
          </p:cNvPr>
          <p:cNvSpPr/>
          <p:nvPr/>
        </p:nvSpPr>
        <p:spPr>
          <a:xfrm>
            <a:off x="334964" y="4680434"/>
            <a:ext cx="1584324" cy="836247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</a:t>
            </a:r>
          </a:p>
        </p:txBody>
      </p:sp>
      <p:sp>
        <p:nvSpPr>
          <p:cNvPr id="24" name="Google Shape;134;p5">
            <a:extLst>
              <a:ext uri="{FF2B5EF4-FFF2-40B4-BE49-F238E27FC236}">
                <a16:creationId xmlns:a16="http://schemas.microsoft.com/office/drawing/2014/main" id="{8A82F349-B1F2-47B7-DCB9-E4FB89E66AFA}"/>
              </a:ext>
            </a:extLst>
          </p:cNvPr>
          <p:cNvSpPr/>
          <p:nvPr/>
        </p:nvSpPr>
        <p:spPr>
          <a:xfrm>
            <a:off x="334964" y="2727969"/>
            <a:ext cx="1584324" cy="836247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개발</a:t>
            </a:r>
          </a:p>
        </p:txBody>
      </p:sp>
      <p:sp>
        <p:nvSpPr>
          <p:cNvPr id="25" name="Google Shape;134;p5">
            <a:extLst>
              <a:ext uri="{FF2B5EF4-FFF2-40B4-BE49-F238E27FC236}">
                <a16:creationId xmlns:a16="http://schemas.microsoft.com/office/drawing/2014/main" id="{7C930044-EC31-7AC6-AF77-9A6FAECDC93D}"/>
              </a:ext>
            </a:extLst>
          </p:cNvPr>
          <p:cNvSpPr/>
          <p:nvPr/>
        </p:nvSpPr>
        <p:spPr>
          <a:xfrm>
            <a:off x="334964" y="3704201"/>
            <a:ext cx="1584324" cy="836247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운영</a:t>
            </a:r>
          </a:p>
        </p:txBody>
      </p:sp>
      <p:sp>
        <p:nvSpPr>
          <p:cNvPr id="26" name="Google Shape;134;p5">
            <a:extLst>
              <a:ext uri="{FF2B5EF4-FFF2-40B4-BE49-F238E27FC236}">
                <a16:creationId xmlns:a16="http://schemas.microsoft.com/office/drawing/2014/main" id="{71F83895-B32E-D6D2-4E8F-200FC6AFD6D4}"/>
              </a:ext>
            </a:extLst>
          </p:cNvPr>
          <p:cNvSpPr/>
          <p:nvPr/>
        </p:nvSpPr>
        <p:spPr>
          <a:xfrm>
            <a:off x="334964" y="5656665"/>
            <a:ext cx="1584324" cy="836247"/>
          </a:xfrm>
          <a:prstGeom prst="rect">
            <a:avLst/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협의체</a:t>
            </a:r>
          </a:p>
        </p:txBody>
      </p:sp>
    </p:spTree>
    <p:extLst>
      <p:ext uri="{BB962C8B-B14F-4D97-AF65-F5344CB8AC3E}">
        <p14:creationId xmlns:p14="http://schemas.microsoft.com/office/powerpoint/2010/main" val="1138970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64522-108D-BD56-E1CA-DE21AD61F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C80FF8-EA28-C043-74F0-A322A9834C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2. AI</a:t>
            </a:r>
            <a:r>
              <a:rPr lang="ko-KR" altLang="en-US" dirty="0"/>
              <a:t>거버넌스 </a:t>
            </a:r>
            <a:r>
              <a:rPr lang="en-US" altLang="ko-KR" dirty="0"/>
              <a:t>R&amp;R (RACI </a:t>
            </a:r>
            <a:r>
              <a:rPr lang="ko-KR" altLang="en-US" dirty="0"/>
              <a:t>차트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9D626A7D-AD3A-7662-9C79-F196D8278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158598"/>
              </p:ext>
            </p:extLst>
          </p:nvPr>
        </p:nvGraphicFramePr>
        <p:xfrm>
          <a:off x="334963" y="800099"/>
          <a:ext cx="11556999" cy="5724517"/>
        </p:xfrm>
        <a:graphic>
          <a:graphicData uri="http://schemas.openxmlformats.org/drawingml/2006/table">
            <a:tbl>
              <a:tblPr/>
              <a:tblGrid>
                <a:gridCol w="322262">
                  <a:extLst>
                    <a:ext uri="{9D8B030D-6E8A-4147-A177-3AD203B41FA5}">
                      <a16:colId xmlns:a16="http://schemas.microsoft.com/office/drawing/2014/main" val="1707534216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2998578466"/>
                    </a:ext>
                  </a:extLst>
                </a:gridCol>
                <a:gridCol w="4448175">
                  <a:extLst>
                    <a:ext uri="{9D8B030D-6E8A-4147-A177-3AD203B41FA5}">
                      <a16:colId xmlns:a16="http://schemas.microsoft.com/office/drawing/2014/main" val="3917701568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282810007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7966890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41284282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4039012459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4286463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1726952911"/>
                    </a:ext>
                  </a:extLst>
                </a:gridCol>
                <a:gridCol w="1100137">
                  <a:extLst>
                    <a:ext uri="{9D8B030D-6E8A-4147-A177-3AD203B41FA5}">
                      <a16:colId xmlns:a16="http://schemas.microsoft.com/office/drawing/2014/main" val="830471962"/>
                    </a:ext>
                  </a:extLst>
                </a:gridCol>
              </a:tblGrid>
              <a:tr h="179041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NO.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업무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R&amp;R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유관부서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797058"/>
                  </a:ext>
                </a:extLst>
              </a:tr>
              <a:tr h="3532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현업 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유관업무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</a:t>
                      </a:r>
                      <a:b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기획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거버넌스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거버넌스협의체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7551187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기획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기획 수립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(ITSM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 요청서 등록 및 처리 포함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719958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기획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영향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안전성 식별 및 평가 수행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671049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기획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수탁 평가 수행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071873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기획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개발계획 수립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309922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기획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영향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안전성 식별 및 평가 결과 검토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691075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기획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위험관리 계획 수립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80086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기획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위험관리 계획 검토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581614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기획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위험관리 계획 승인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569205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기획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고위험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AI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 관리 계획 사전 승인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 / A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1933173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기획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개발 의뢰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071861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개발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015509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안전성 대상 최종 판단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468055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영향 관리 계획 준수 사항 점검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7187961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운영 전 검증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875929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운영 전 검증 지원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467174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중위험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위험등급별 차등화 검증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결과 적절성 확인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 / A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056461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고위험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위험등급별 차등화 검증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 평가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요청 및 결과 확인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 / A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701001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고위험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위험등급별 차등화 검증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결과 확인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 / A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399841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고영향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영향평가 수행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권고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919292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승인 요청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5009166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도입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모니터링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위험관리 계획 이행 확인 후 승인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 / A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620680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도입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모니터링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이용자 및 금융소비자 보호 고지 검토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금융소비자보호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359047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도입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모니터링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배포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 / A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651720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도입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모니터링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운영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428170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도입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모니터링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이용자 및 금융소비자 보호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권리 대응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금융소비자보호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819161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도입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모니터링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 모니터링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514974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도입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모니터링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안전성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AI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안정성 과학기술정보통신부 장관 승인용 서류 제출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614675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도입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모니터링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 모니터링 결과 점검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650827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도입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모니터링 단계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개선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14" marR="4614" marT="4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122860"/>
                  </a:ext>
                </a:extLst>
              </a:tr>
            </a:tbl>
          </a:graphicData>
        </a:graphic>
      </p:graphicFrame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7D66EDE9-AE19-DDD9-CE41-EFB28EBF53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2944394"/>
              </p:ext>
            </p:extLst>
          </p:nvPr>
        </p:nvGraphicFramePr>
        <p:xfrm>
          <a:off x="11115040" y="202784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14642" imgH="792318" progId="Excel.Sheet.12">
                  <p:embed/>
                </p:oleObj>
              </mc:Choice>
              <mc:Fallback>
                <p:oleObj name="Worksheet" showAsIcon="1" r:id="rId2" imgW="914642" imgH="792318" progId="Excel.Sheet.12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7D66EDE9-AE19-DDD9-CE41-EFB28EBF53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115040" y="202784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5093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4F272-F2AA-E664-B27C-A3F3B3B61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DDD60B-20CF-18B1-8ADE-B5629D3157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3. AI</a:t>
            </a:r>
            <a:r>
              <a:rPr lang="ko-KR" altLang="en-US" dirty="0"/>
              <a:t>거버넌스 프로세스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96DCCF-4150-1457-1A4F-83A78611319E}"/>
              </a:ext>
            </a:extLst>
          </p:cNvPr>
          <p:cNvSpPr/>
          <p:nvPr/>
        </p:nvSpPr>
        <p:spPr>
          <a:xfrm>
            <a:off x="1028699" y="3429000"/>
            <a:ext cx="10890355" cy="1550441"/>
          </a:xfrm>
          <a:prstGeom prst="rect">
            <a:avLst/>
          </a:prstGeom>
          <a:solidFill>
            <a:srgbClr val="00A9CE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97E7A8-B13C-A915-BA3A-C99A2E7F9226}"/>
              </a:ext>
            </a:extLst>
          </p:cNvPr>
          <p:cNvSpPr/>
          <p:nvPr/>
        </p:nvSpPr>
        <p:spPr>
          <a:xfrm>
            <a:off x="1028699" y="1736725"/>
            <a:ext cx="10890355" cy="1692275"/>
          </a:xfrm>
          <a:prstGeom prst="rect">
            <a:avLst/>
          </a:prstGeom>
          <a:solidFill>
            <a:schemeClr val="accent2">
              <a:lumMod val="20000"/>
              <a:lumOff val="80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1C944253-BA12-EEC4-A0A2-165FCBC9F292}"/>
              </a:ext>
            </a:extLst>
          </p:cNvPr>
          <p:cNvSpPr/>
          <p:nvPr/>
        </p:nvSpPr>
        <p:spPr>
          <a:xfrm>
            <a:off x="9743958" y="1366674"/>
            <a:ext cx="2148005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도입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운영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모니터링</a:t>
            </a:r>
          </a:p>
        </p:txBody>
      </p:sp>
      <p:sp>
        <p:nvSpPr>
          <p:cNvPr id="7" name="직사각형 56">
            <a:extLst>
              <a:ext uri="{FF2B5EF4-FFF2-40B4-BE49-F238E27FC236}">
                <a16:creationId xmlns:a16="http://schemas.microsoft.com/office/drawing/2014/main" id="{3AA4357D-9B16-928D-6412-E0F0B0C125A7}"/>
              </a:ext>
            </a:extLst>
          </p:cNvPr>
          <p:cNvSpPr/>
          <p:nvPr/>
        </p:nvSpPr>
        <p:spPr>
          <a:xfrm>
            <a:off x="2673350" y="2597456"/>
            <a:ext cx="1052829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기획 수립 </a:t>
            </a:r>
          </a:p>
        </p:txBody>
      </p:sp>
      <p:sp>
        <p:nvSpPr>
          <p:cNvPr id="10" name="직사각형 56">
            <a:extLst>
              <a:ext uri="{FF2B5EF4-FFF2-40B4-BE49-F238E27FC236}">
                <a16:creationId xmlns:a16="http://schemas.microsoft.com/office/drawing/2014/main" id="{E13165E3-4723-F992-3946-958AD35C51D1}"/>
              </a:ext>
            </a:extLst>
          </p:cNvPr>
          <p:cNvSpPr/>
          <p:nvPr/>
        </p:nvSpPr>
        <p:spPr>
          <a:xfrm>
            <a:off x="3941228" y="2597456"/>
            <a:ext cx="1052829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개발계획 수립</a:t>
            </a:r>
          </a:p>
        </p:txBody>
      </p:sp>
      <p:sp>
        <p:nvSpPr>
          <p:cNvPr id="11" name="직사각형 56">
            <a:extLst>
              <a:ext uri="{FF2B5EF4-FFF2-40B4-BE49-F238E27FC236}">
                <a16:creationId xmlns:a16="http://schemas.microsoft.com/office/drawing/2014/main" id="{41C50877-0859-B0D5-4442-063EEFF92B67}"/>
              </a:ext>
            </a:extLst>
          </p:cNvPr>
          <p:cNvSpPr/>
          <p:nvPr/>
        </p:nvSpPr>
        <p:spPr>
          <a:xfrm>
            <a:off x="10967468" y="1829376"/>
            <a:ext cx="924495" cy="540000"/>
          </a:xfrm>
          <a:prstGeom prst="homePlate">
            <a:avLst>
              <a:gd name="adj" fmla="val 1716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 운영</a:t>
            </a:r>
          </a:p>
        </p:txBody>
      </p:sp>
      <p:sp>
        <p:nvSpPr>
          <p:cNvPr id="12" name="사각형: 둥근 모서리 20">
            <a:extLst>
              <a:ext uri="{FF2B5EF4-FFF2-40B4-BE49-F238E27FC236}">
                <a16:creationId xmlns:a16="http://schemas.microsoft.com/office/drawing/2014/main" id="{F3272A7D-3BAC-F2EA-CE56-2545D07FA14D}"/>
              </a:ext>
            </a:extLst>
          </p:cNvPr>
          <p:cNvSpPr/>
          <p:nvPr/>
        </p:nvSpPr>
        <p:spPr>
          <a:xfrm>
            <a:off x="1117600" y="1366674"/>
            <a:ext cx="5257800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기획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설계</a:t>
            </a:r>
          </a:p>
        </p:txBody>
      </p:sp>
      <p:sp>
        <p:nvSpPr>
          <p:cNvPr id="13" name="직사각형 56">
            <a:extLst>
              <a:ext uri="{FF2B5EF4-FFF2-40B4-BE49-F238E27FC236}">
                <a16:creationId xmlns:a16="http://schemas.microsoft.com/office/drawing/2014/main" id="{53AEE5C6-2D7A-DBB3-337C-74D721D1C97B}"/>
              </a:ext>
            </a:extLst>
          </p:cNvPr>
          <p:cNvSpPr/>
          <p:nvPr/>
        </p:nvSpPr>
        <p:spPr>
          <a:xfrm>
            <a:off x="2667304" y="1829376"/>
            <a:ext cx="1066495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BA 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접수 </a:t>
            </a:r>
            <a:endParaRPr lang="en-US" altLang="ko-KR" sz="10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및 팀장 결재</a:t>
            </a:r>
          </a:p>
        </p:txBody>
      </p:sp>
      <p:sp>
        <p:nvSpPr>
          <p:cNvPr id="15" name="직사각형 56">
            <a:extLst>
              <a:ext uri="{FF2B5EF4-FFF2-40B4-BE49-F238E27FC236}">
                <a16:creationId xmlns:a16="http://schemas.microsoft.com/office/drawing/2014/main" id="{852FE2CE-FAF6-44B5-87ED-9E5B55178EF0}"/>
              </a:ext>
            </a:extLst>
          </p:cNvPr>
          <p:cNvSpPr/>
          <p:nvPr/>
        </p:nvSpPr>
        <p:spPr>
          <a:xfrm>
            <a:off x="5209401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PMO 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결재</a:t>
            </a:r>
          </a:p>
        </p:txBody>
      </p:sp>
      <p:sp>
        <p:nvSpPr>
          <p:cNvPr id="16" name="직사각형 56">
            <a:extLst>
              <a:ext uri="{FF2B5EF4-FFF2-40B4-BE49-F238E27FC236}">
                <a16:creationId xmlns:a16="http://schemas.microsoft.com/office/drawing/2014/main" id="{FB6850ED-26C2-1B4D-1CFD-39A18A8DB542}"/>
              </a:ext>
            </a:extLst>
          </p:cNvPr>
          <p:cNvSpPr/>
          <p:nvPr/>
        </p:nvSpPr>
        <p:spPr>
          <a:xfrm>
            <a:off x="5844927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보안</a:t>
            </a:r>
            <a:b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담당자 결재</a:t>
            </a:r>
          </a:p>
        </p:txBody>
      </p:sp>
      <p:sp>
        <p:nvSpPr>
          <p:cNvPr id="17" name="직사각형 56">
            <a:extLst>
              <a:ext uri="{FF2B5EF4-FFF2-40B4-BE49-F238E27FC236}">
                <a16:creationId xmlns:a16="http://schemas.microsoft.com/office/drawing/2014/main" id="{3E2773EF-D019-F253-25A6-C8BDA3E7AE28}"/>
              </a:ext>
            </a:extLst>
          </p:cNvPr>
          <p:cNvSpPr/>
          <p:nvPr/>
        </p:nvSpPr>
        <p:spPr>
          <a:xfrm>
            <a:off x="6471077" y="1829376"/>
            <a:ext cx="3186194" cy="540000"/>
          </a:xfrm>
          <a:prstGeom prst="homePlate">
            <a:avLst>
              <a:gd name="adj" fmla="val 18358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프로젝트 수행</a:t>
            </a:r>
          </a:p>
        </p:txBody>
      </p:sp>
      <p:sp>
        <p:nvSpPr>
          <p:cNvPr id="18" name="사각형: 둥근 모서리 20">
            <a:extLst>
              <a:ext uri="{FF2B5EF4-FFF2-40B4-BE49-F238E27FC236}">
                <a16:creationId xmlns:a16="http://schemas.microsoft.com/office/drawing/2014/main" id="{241D631E-EA15-50D4-468F-C8AF6B4E6296}"/>
              </a:ext>
            </a:extLst>
          </p:cNvPr>
          <p:cNvSpPr/>
          <p:nvPr/>
        </p:nvSpPr>
        <p:spPr>
          <a:xfrm>
            <a:off x="6484122" y="1366674"/>
            <a:ext cx="1310442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개발</a:t>
            </a:r>
          </a:p>
        </p:txBody>
      </p:sp>
      <p:sp>
        <p:nvSpPr>
          <p:cNvPr id="19" name="사각형: 둥근 모서리 20">
            <a:extLst>
              <a:ext uri="{FF2B5EF4-FFF2-40B4-BE49-F238E27FC236}">
                <a16:creationId xmlns:a16="http://schemas.microsoft.com/office/drawing/2014/main" id="{45B249C9-4A35-D38F-801A-50F10070B870}"/>
              </a:ext>
            </a:extLst>
          </p:cNvPr>
          <p:cNvSpPr/>
          <p:nvPr/>
        </p:nvSpPr>
        <p:spPr>
          <a:xfrm>
            <a:off x="7846257" y="1366674"/>
            <a:ext cx="1707318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검증</a:t>
            </a:r>
          </a:p>
        </p:txBody>
      </p:sp>
      <p:sp>
        <p:nvSpPr>
          <p:cNvPr id="20" name="Google Shape;134;p5">
            <a:extLst>
              <a:ext uri="{FF2B5EF4-FFF2-40B4-BE49-F238E27FC236}">
                <a16:creationId xmlns:a16="http://schemas.microsoft.com/office/drawing/2014/main" id="{9F1AC737-7948-7D15-3905-9AF1688569D9}"/>
              </a:ext>
            </a:extLst>
          </p:cNvPr>
          <p:cNvSpPr/>
          <p:nvPr/>
        </p:nvSpPr>
        <p:spPr>
          <a:xfrm>
            <a:off x="334963" y="1736725"/>
            <a:ext cx="681037" cy="4787901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AI</a:t>
            </a:r>
          </a:p>
          <a:p>
            <a:pPr algn="ctr"/>
            <a:r>
              <a:rPr lang="ko-KR" altLang="en-US" sz="14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거버넌스 업무</a:t>
            </a:r>
            <a:endParaRPr lang="en-US" altLang="ko-KR" sz="1400" b="1" spc="-15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sym typeface="Arial"/>
            </a:endParaRPr>
          </a:p>
        </p:txBody>
      </p:sp>
      <p:sp>
        <p:nvSpPr>
          <p:cNvPr id="22" name="사각형: 둥근 모서리 20">
            <a:extLst>
              <a:ext uri="{FF2B5EF4-FFF2-40B4-BE49-F238E27FC236}">
                <a16:creationId xmlns:a16="http://schemas.microsoft.com/office/drawing/2014/main" id="{257D00DB-559D-178E-9C57-1C0A1B6B6AE7}"/>
              </a:ext>
            </a:extLst>
          </p:cNvPr>
          <p:cNvSpPr/>
          <p:nvPr/>
        </p:nvSpPr>
        <p:spPr>
          <a:xfrm>
            <a:off x="334963" y="1366674"/>
            <a:ext cx="693737" cy="319758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구분</a:t>
            </a:r>
            <a:endParaRPr lang="en" altLang="ko-KR" sz="14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23" name="Google Shape;134;p5">
            <a:extLst>
              <a:ext uri="{FF2B5EF4-FFF2-40B4-BE49-F238E27FC236}">
                <a16:creationId xmlns:a16="http://schemas.microsoft.com/office/drawing/2014/main" id="{1910B075-7FC1-3C8D-7145-3CAADF8A2840}"/>
              </a:ext>
            </a:extLst>
          </p:cNvPr>
          <p:cNvSpPr/>
          <p:nvPr/>
        </p:nvSpPr>
        <p:spPr>
          <a:xfrm>
            <a:off x="1071923" y="1780349"/>
            <a:ext cx="221213" cy="1597151"/>
          </a:xfrm>
          <a:prstGeom prst="rect">
            <a:avLst/>
          </a:prstGeom>
          <a:solidFill>
            <a:srgbClr val="F58220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0" tIns="0" rIns="0" bIns="0" rtlCol="0" anchor="ctr"/>
          <a:lstStyle/>
          <a:p>
            <a:pPr algn="ctr"/>
            <a:r>
              <a:rPr lang="en-US" altLang="ko-KR" sz="11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ITSM*</a:t>
            </a:r>
            <a:endParaRPr lang="ko-KR" altLang="en-US" sz="1100" b="1" spc="-15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sym typeface="Arial"/>
            </a:endParaRPr>
          </a:p>
        </p:txBody>
      </p:sp>
      <p:sp>
        <p:nvSpPr>
          <p:cNvPr id="25" name="직사각형 56">
            <a:extLst>
              <a:ext uri="{FF2B5EF4-FFF2-40B4-BE49-F238E27FC236}">
                <a16:creationId xmlns:a16="http://schemas.microsoft.com/office/drawing/2014/main" id="{72A153F1-9715-8E0C-972A-8C57D32A0FB6}"/>
              </a:ext>
            </a:extLst>
          </p:cNvPr>
          <p:cNvSpPr/>
          <p:nvPr/>
        </p:nvSpPr>
        <p:spPr>
          <a:xfrm>
            <a:off x="9743958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PMO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종료</a:t>
            </a:r>
          </a:p>
        </p:txBody>
      </p:sp>
      <p:sp>
        <p:nvSpPr>
          <p:cNvPr id="31" name="직사각형 56">
            <a:extLst>
              <a:ext uri="{FF2B5EF4-FFF2-40B4-BE49-F238E27FC236}">
                <a16:creationId xmlns:a16="http://schemas.microsoft.com/office/drawing/2014/main" id="{3A7244F7-58E6-B846-373E-3834ED2FFCE6}"/>
              </a:ext>
            </a:extLst>
          </p:cNvPr>
          <p:cNvSpPr/>
          <p:nvPr/>
        </p:nvSpPr>
        <p:spPr>
          <a:xfrm>
            <a:off x="10337952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완료 </a:t>
            </a:r>
          </a:p>
        </p:txBody>
      </p:sp>
      <p:sp>
        <p:nvSpPr>
          <p:cNvPr id="32" name="직사각형 56">
            <a:extLst>
              <a:ext uri="{FF2B5EF4-FFF2-40B4-BE49-F238E27FC236}">
                <a16:creationId xmlns:a16="http://schemas.microsoft.com/office/drawing/2014/main" id="{3D73D3A7-E569-92D7-A9BD-1E063E2C82BB}"/>
              </a:ext>
            </a:extLst>
          </p:cNvPr>
          <p:cNvSpPr/>
          <p:nvPr/>
        </p:nvSpPr>
        <p:spPr>
          <a:xfrm>
            <a:off x="2673350" y="3865661"/>
            <a:ext cx="1052829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영향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안전성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식별 및 평가</a:t>
            </a:r>
          </a:p>
        </p:txBody>
      </p:sp>
      <p:sp>
        <p:nvSpPr>
          <p:cNvPr id="33" name="직사각형 56">
            <a:extLst>
              <a:ext uri="{FF2B5EF4-FFF2-40B4-BE49-F238E27FC236}">
                <a16:creationId xmlns:a16="http://schemas.microsoft.com/office/drawing/2014/main" id="{4BD71A2A-FE98-59F5-3D09-4AA980164E41}"/>
              </a:ext>
            </a:extLst>
          </p:cNvPr>
          <p:cNvSpPr/>
          <p:nvPr/>
        </p:nvSpPr>
        <p:spPr>
          <a:xfrm>
            <a:off x="2673351" y="5460493"/>
            <a:ext cx="2343147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위험관리 계획 수립</a:t>
            </a:r>
          </a:p>
        </p:txBody>
      </p:sp>
      <p:cxnSp>
        <p:nvCxnSpPr>
          <p:cNvPr id="34" name="연결선: 꺾임 26">
            <a:extLst>
              <a:ext uri="{FF2B5EF4-FFF2-40B4-BE49-F238E27FC236}">
                <a16:creationId xmlns:a16="http://schemas.microsoft.com/office/drawing/2014/main" id="{EB587033-38A5-0925-078D-3667BC279D2E}"/>
              </a:ext>
            </a:extLst>
          </p:cNvPr>
          <p:cNvCxnSpPr>
            <a:cxnSpLocks/>
            <a:stCxn id="32" idx="3"/>
            <a:endCxn id="10" idx="1"/>
          </p:cNvCxnSpPr>
          <p:nvPr/>
        </p:nvCxnSpPr>
        <p:spPr>
          <a:xfrm flipV="1">
            <a:off x="3726179" y="2928016"/>
            <a:ext cx="215049" cy="126820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5" name="직선 화살표 연결선 27">
            <a:extLst>
              <a:ext uri="{FF2B5EF4-FFF2-40B4-BE49-F238E27FC236}">
                <a16:creationId xmlns:a16="http://schemas.microsoft.com/office/drawing/2014/main" id="{481BBA7D-D4C3-4036-C78B-C0897AED23E1}"/>
              </a:ext>
            </a:extLst>
          </p:cNvPr>
          <p:cNvCxnSpPr>
            <a:cxnSpLocks/>
            <a:stCxn id="10" idx="3"/>
            <a:endCxn id="45" idx="1"/>
          </p:cNvCxnSpPr>
          <p:nvPr/>
        </p:nvCxnSpPr>
        <p:spPr>
          <a:xfrm>
            <a:off x="4994057" y="2928016"/>
            <a:ext cx="204471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6" name="직선 화살표 연결선 27">
            <a:extLst>
              <a:ext uri="{FF2B5EF4-FFF2-40B4-BE49-F238E27FC236}">
                <a16:creationId xmlns:a16="http://schemas.microsoft.com/office/drawing/2014/main" id="{C538AE89-537A-8F01-74B2-F9E9AE93226C}"/>
              </a:ext>
            </a:extLst>
          </p:cNvPr>
          <p:cNvCxnSpPr>
            <a:cxnSpLocks/>
            <a:stCxn id="7" idx="2"/>
            <a:endCxn id="32" idx="0"/>
          </p:cNvCxnSpPr>
          <p:nvPr/>
        </p:nvCxnSpPr>
        <p:spPr>
          <a:xfrm>
            <a:off x="3199765" y="3258576"/>
            <a:ext cx="0" cy="607085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9" name="연결선: 꺾임 26">
            <a:extLst>
              <a:ext uri="{FF2B5EF4-FFF2-40B4-BE49-F238E27FC236}">
                <a16:creationId xmlns:a16="http://schemas.microsoft.com/office/drawing/2014/main" id="{7BB5CB63-BA7C-9E6D-E78B-349F1DAFF3D2}"/>
              </a:ext>
            </a:extLst>
          </p:cNvPr>
          <p:cNvCxnSpPr>
            <a:cxnSpLocks/>
            <a:stCxn id="49" idx="3"/>
            <a:endCxn id="51" idx="1"/>
          </p:cNvCxnSpPr>
          <p:nvPr/>
        </p:nvCxnSpPr>
        <p:spPr>
          <a:xfrm flipV="1">
            <a:off x="7680325" y="2928016"/>
            <a:ext cx="184202" cy="286303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0" name="직선 화살표 연결선 27">
            <a:extLst>
              <a:ext uri="{FF2B5EF4-FFF2-40B4-BE49-F238E27FC236}">
                <a16:creationId xmlns:a16="http://schemas.microsoft.com/office/drawing/2014/main" id="{43DDD761-69D7-078C-A853-34DE78060EED}"/>
              </a:ext>
            </a:extLst>
          </p:cNvPr>
          <p:cNvCxnSpPr>
            <a:cxnSpLocks/>
            <a:stCxn id="48" idx="2"/>
          </p:cNvCxnSpPr>
          <p:nvPr/>
        </p:nvCxnSpPr>
        <p:spPr>
          <a:xfrm>
            <a:off x="7516839" y="3258576"/>
            <a:ext cx="0" cy="220191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1" name="Google Shape;134;p5">
            <a:extLst>
              <a:ext uri="{FF2B5EF4-FFF2-40B4-BE49-F238E27FC236}">
                <a16:creationId xmlns:a16="http://schemas.microsoft.com/office/drawing/2014/main" id="{CAD44289-1168-C904-3164-088B8B927E3C}"/>
              </a:ext>
            </a:extLst>
          </p:cNvPr>
          <p:cNvSpPr/>
          <p:nvPr/>
        </p:nvSpPr>
        <p:spPr>
          <a:xfrm>
            <a:off x="1071923" y="3478053"/>
            <a:ext cx="221213" cy="1456498"/>
          </a:xfrm>
          <a:prstGeom prst="rect">
            <a:avLst/>
          </a:prstGeom>
          <a:solidFill>
            <a:srgbClr val="00A9CE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0" tIns="0" rIns="0" bIns="0" rtlCol="0" anchor="ctr"/>
          <a:lstStyle/>
          <a:p>
            <a:pPr algn="ctr"/>
            <a:r>
              <a:rPr lang="ko-KR" altLang="en-US" sz="11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위험평가시스템</a:t>
            </a:r>
          </a:p>
        </p:txBody>
      </p:sp>
      <p:sp>
        <p:nvSpPr>
          <p:cNvPr id="42" name="Google Shape;134;p5">
            <a:extLst>
              <a:ext uri="{FF2B5EF4-FFF2-40B4-BE49-F238E27FC236}">
                <a16:creationId xmlns:a16="http://schemas.microsoft.com/office/drawing/2014/main" id="{307948E0-384A-746C-68EB-0D4BBFCF4A2D}"/>
              </a:ext>
            </a:extLst>
          </p:cNvPr>
          <p:cNvSpPr/>
          <p:nvPr/>
        </p:nvSpPr>
        <p:spPr>
          <a:xfrm>
            <a:off x="1071923" y="5068127"/>
            <a:ext cx="221213" cy="14564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0" tIns="0" rIns="0" bIns="0" rtlCol="0" anchor="ctr"/>
          <a:lstStyle/>
          <a:p>
            <a:pPr algn="ctr"/>
            <a:r>
              <a:rPr lang="ko-KR" altLang="en-US" sz="11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위험관리시스템</a:t>
            </a:r>
          </a:p>
        </p:txBody>
      </p:sp>
      <p:cxnSp>
        <p:nvCxnSpPr>
          <p:cNvPr id="43" name="연결선: 꺾임 26">
            <a:extLst>
              <a:ext uri="{FF2B5EF4-FFF2-40B4-BE49-F238E27FC236}">
                <a16:creationId xmlns:a16="http://schemas.microsoft.com/office/drawing/2014/main" id="{AD0B2C59-9E25-1652-BB02-9090AAF61788}"/>
              </a:ext>
            </a:extLst>
          </p:cNvPr>
          <p:cNvCxnSpPr>
            <a:cxnSpLocks/>
            <a:stCxn id="33" idx="3"/>
            <a:endCxn id="45" idx="1"/>
          </p:cNvCxnSpPr>
          <p:nvPr/>
        </p:nvCxnSpPr>
        <p:spPr>
          <a:xfrm flipV="1">
            <a:off x="5016498" y="2928016"/>
            <a:ext cx="182030" cy="286303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4" name="직선 화살표 연결선 27">
            <a:extLst>
              <a:ext uri="{FF2B5EF4-FFF2-40B4-BE49-F238E27FC236}">
                <a16:creationId xmlns:a16="http://schemas.microsoft.com/office/drawing/2014/main" id="{C0157077-5549-9A36-1627-2B3BADFC92DF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3199765" y="4526781"/>
            <a:ext cx="0" cy="933712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5" name="직사각형 56">
            <a:extLst>
              <a:ext uri="{FF2B5EF4-FFF2-40B4-BE49-F238E27FC236}">
                <a16:creationId xmlns:a16="http://schemas.microsoft.com/office/drawing/2014/main" id="{13046EB9-FB9F-077E-8268-BAD3040939F5}"/>
              </a:ext>
            </a:extLst>
          </p:cNvPr>
          <p:cNvSpPr/>
          <p:nvPr/>
        </p:nvSpPr>
        <p:spPr>
          <a:xfrm>
            <a:off x="5198528" y="2597456"/>
            <a:ext cx="1052829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 의뢰</a:t>
            </a:r>
          </a:p>
        </p:txBody>
      </p:sp>
      <p:sp>
        <p:nvSpPr>
          <p:cNvPr id="47" name="직사각형 56">
            <a:extLst>
              <a:ext uri="{FF2B5EF4-FFF2-40B4-BE49-F238E27FC236}">
                <a16:creationId xmlns:a16="http://schemas.microsoft.com/office/drawing/2014/main" id="{A8991698-0ED3-5FFF-4722-C9E0F9FAD350}"/>
              </a:ext>
            </a:extLst>
          </p:cNvPr>
          <p:cNvSpPr/>
          <p:nvPr/>
        </p:nvSpPr>
        <p:spPr>
          <a:xfrm>
            <a:off x="6473877" y="2597456"/>
            <a:ext cx="7016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</a:t>
            </a:r>
          </a:p>
        </p:txBody>
      </p:sp>
      <p:sp>
        <p:nvSpPr>
          <p:cNvPr id="48" name="직사각형 56">
            <a:extLst>
              <a:ext uri="{FF2B5EF4-FFF2-40B4-BE49-F238E27FC236}">
                <a16:creationId xmlns:a16="http://schemas.microsoft.com/office/drawing/2014/main" id="{53D788CD-2434-433E-F92A-6AE1E9C2D3D4}"/>
              </a:ext>
            </a:extLst>
          </p:cNvPr>
          <p:cNvSpPr/>
          <p:nvPr/>
        </p:nvSpPr>
        <p:spPr>
          <a:xfrm>
            <a:off x="7337477" y="2597456"/>
            <a:ext cx="3587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65000"/>
              </a:schemeClr>
            </a:solidFill>
            <a:prstDash val="dash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안전성 적용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대상 판단 </a:t>
            </a:r>
          </a:p>
        </p:txBody>
      </p:sp>
      <p:sp>
        <p:nvSpPr>
          <p:cNvPr id="49" name="직사각형 56">
            <a:extLst>
              <a:ext uri="{FF2B5EF4-FFF2-40B4-BE49-F238E27FC236}">
                <a16:creationId xmlns:a16="http://schemas.microsoft.com/office/drawing/2014/main" id="{BD3AD389-01AF-27FA-451C-E4B5710B339A}"/>
              </a:ext>
            </a:extLst>
          </p:cNvPr>
          <p:cNvSpPr/>
          <p:nvPr/>
        </p:nvSpPr>
        <p:spPr>
          <a:xfrm>
            <a:off x="6473877" y="5460493"/>
            <a:ext cx="1206448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위험관리 계획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준수사항 점검</a:t>
            </a:r>
          </a:p>
        </p:txBody>
      </p:sp>
      <p:cxnSp>
        <p:nvCxnSpPr>
          <p:cNvPr id="50" name="직선 화살표 연결선 27">
            <a:extLst>
              <a:ext uri="{FF2B5EF4-FFF2-40B4-BE49-F238E27FC236}">
                <a16:creationId xmlns:a16="http://schemas.microsoft.com/office/drawing/2014/main" id="{ED62CD78-7FD4-3FFE-2172-AB83BE466F3F}"/>
              </a:ext>
            </a:extLst>
          </p:cNvPr>
          <p:cNvCxnSpPr>
            <a:cxnSpLocks/>
            <a:stCxn id="45" idx="3"/>
            <a:endCxn id="47" idx="1"/>
          </p:cNvCxnSpPr>
          <p:nvPr/>
        </p:nvCxnSpPr>
        <p:spPr>
          <a:xfrm>
            <a:off x="6251357" y="2928016"/>
            <a:ext cx="222520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1" name="직사각형 56">
            <a:extLst>
              <a:ext uri="{FF2B5EF4-FFF2-40B4-BE49-F238E27FC236}">
                <a16:creationId xmlns:a16="http://schemas.microsoft.com/office/drawing/2014/main" id="{76919BB4-B1A4-D796-DE4E-406EC2298CBD}"/>
              </a:ext>
            </a:extLst>
          </p:cNvPr>
          <p:cNvSpPr/>
          <p:nvPr/>
        </p:nvSpPr>
        <p:spPr>
          <a:xfrm>
            <a:off x="7864527" y="2597456"/>
            <a:ext cx="7016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운영 전 검증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52" name="직사각형 56">
            <a:extLst>
              <a:ext uri="{FF2B5EF4-FFF2-40B4-BE49-F238E27FC236}">
                <a16:creationId xmlns:a16="http://schemas.microsoft.com/office/drawing/2014/main" id="{9A77DE6B-3287-9AC4-EB2C-82E9F7F97A78}"/>
              </a:ext>
            </a:extLst>
          </p:cNvPr>
          <p:cNvSpPr/>
          <p:nvPr/>
        </p:nvSpPr>
        <p:spPr>
          <a:xfrm>
            <a:off x="8690027" y="2597456"/>
            <a:ext cx="3587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65000"/>
              </a:schemeClr>
            </a:solidFill>
            <a:prstDash val="dash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[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권고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]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영향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평가</a:t>
            </a:r>
          </a:p>
        </p:txBody>
      </p:sp>
      <p:sp>
        <p:nvSpPr>
          <p:cNvPr id="53" name="직사각형 56">
            <a:extLst>
              <a:ext uri="{FF2B5EF4-FFF2-40B4-BE49-F238E27FC236}">
                <a16:creationId xmlns:a16="http://schemas.microsoft.com/office/drawing/2014/main" id="{45BAE6AC-9310-1753-2C45-91B8C97BFC04}"/>
              </a:ext>
            </a:extLst>
          </p:cNvPr>
          <p:cNvSpPr/>
          <p:nvPr/>
        </p:nvSpPr>
        <p:spPr>
          <a:xfrm>
            <a:off x="9161971" y="2597456"/>
            <a:ext cx="3587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승인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요청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54" name="직사각형 56">
            <a:extLst>
              <a:ext uri="{FF2B5EF4-FFF2-40B4-BE49-F238E27FC236}">
                <a16:creationId xmlns:a16="http://schemas.microsoft.com/office/drawing/2014/main" id="{B5331AF6-99F5-4C96-817F-9AEF83372DAC}"/>
              </a:ext>
            </a:extLst>
          </p:cNvPr>
          <p:cNvSpPr/>
          <p:nvPr/>
        </p:nvSpPr>
        <p:spPr>
          <a:xfrm>
            <a:off x="7864527" y="5460493"/>
            <a:ext cx="1184223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위험등급별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lvl="0" algn="ctr" defTabSz="914400">
              <a:defRPr/>
            </a:pP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차등화 검증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</p:txBody>
      </p:sp>
      <p:cxnSp>
        <p:nvCxnSpPr>
          <p:cNvPr id="56" name="직선 화살표 연결선 27">
            <a:extLst>
              <a:ext uri="{FF2B5EF4-FFF2-40B4-BE49-F238E27FC236}">
                <a16:creationId xmlns:a16="http://schemas.microsoft.com/office/drawing/2014/main" id="{7AEC038D-E742-6B93-2C6B-EC34E427F36D}"/>
              </a:ext>
            </a:extLst>
          </p:cNvPr>
          <p:cNvCxnSpPr>
            <a:cxnSpLocks/>
            <a:stCxn id="47" idx="3"/>
            <a:endCxn id="48" idx="1"/>
          </p:cNvCxnSpPr>
          <p:nvPr/>
        </p:nvCxnSpPr>
        <p:spPr>
          <a:xfrm>
            <a:off x="7175501" y="2928016"/>
            <a:ext cx="161976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7" name="직선 화살표 연결선 27">
            <a:extLst>
              <a:ext uri="{FF2B5EF4-FFF2-40B4-BE49-F238E27FC236}">
                <a16:creationId xmlns:a16="http://schemas.microsoft.com/office/drawing/2014/main" id="{4B388693-0DD8-3534-98B7-ED93E4F4E4B6}"/>
              </a:ext>
            </a:extLst>
          </p:cNvPr>
          <p:cNvCxnSpPr>
            <a:cxnSpLocks/>
            <a:stCxn id="51" idx="2"/>
            <a:endCxn id="58" idx="0"/>
          </p:cNvCxnSpPr>
          <p:nvPr/>
        </p:nvCxnSpPr>
        <p:spPr>
          <a:xfrm>
            <a:off x="8215339" y="3258576"/>
            <a:ext cx="0" cy="607085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8" name="직사각형 56">
            <a:extLst>
              <a:ext uri="{FF2B5EF4-FFF2-40B4-BE49-F238E27FC236}">
                <a16:creationId xmlns:a16="http://schemas.microsoft.com/office/drawing/2014/main" id="{685B7565-96D7-6D0A-EA43-55D00DACFC0C}"/>
              </a:ext>
            </a:extLst>
          </p:cNvPr>
          <p:cNvSpPr/>
          <p:nvPr/>
        </p:nvSpPr>
        <p:spPr>
          <a:xfrm>
            <a:off x="7864527" y="3865661"/>
            <a:ext cx="701624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서비스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운영 전 검증 지원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</p:txBody>
      </p:sp>
      <p:cxnSp>
        <p:nvCxnSpPr>
          <p:cNvPr id="60" name="직선 화살표 연결선 27">
            <a:extLst>
              <a:ext uri="{FF2B5EF4-FFF2-40B4-BE49-F238E27FC236}">
                <a16:creationId xmlns:a16="http://schemas.microsoft.com/office/drawing/2014/main" id="{F729C9F2-58E9-66AB-3132-7893D60A4D09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8215339" y="4526781"/>
            <a:ext cx="0" cy="933712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61" name="직선 화살표 연결선 27">
            <a:extLst>
              <a:ext uri="{FF2B5EF4-FFF2-40B4-BE49-F238E27FC236}">
                <a16:creationId xmlns:a16="http://schemas.microsoft.com/office/drawing/2014/main" id="{0D44D5B0-A5F1-E809-DDC6-9EB472BFBF11}"/>
              </a:ext>
            </a:extLst>
          </p:cNvPr>
          <p:cNvCxnSpPr>
            <a:cxnSpLocks/>
            <a:endCxn id="52" idx="2"/>
          </p:cNvCxnSpPr>
          <p:nvPr/>
        </p:nvCxnSpPr>
        <p:spPr>
          <a:xfrm flipV="1">
            <a:off x="8869389" y="3258576"/>
            <a:ext cx="0" cy="220191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62" name="직선 화살표 연결선 27">
            <a:extLst>
              <a:ext uri="{FF2B5EF4-FFF2-40B4-BE49-F238E27FC236}">
                <a16:creationId xmlns:a16="http://schemas.microsoft.com/office/drawing/2014/main" id="{92FC5BB9-6071-6CE5-23A8-5398E7610D10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>
            <a:off x="9048751" y="2928016"/>
            <a:ext cx="113220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63" name="직사각형 56">
            <a:extLst>
              <a:ext uri="{FF2B5EF4-FFF2-40B4-BE49-F238E27FC236}">
                <a16:creationId xmlns:a16="http://schemas.microsoft.com/office/drawing/2014/main" id="{E9DEC397-CF0A-5350-4A05-D639EF8CB089}"/>
              </a:ext>
            </a:extLst>
          </p:cNvPr>
          <p:cNvSpPr/>
          <p:nvPr/>
        </p:nvSpPr>
        <p:spPr>
          <a:xfrm>
            <a:off x="9743957" y="5460493"/>
            <a:ext cx="1054800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위험관리 계획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이행 확인 후 승인</a:t>
            </a:r>
          </a:p>
        </p:txBody>
      </p:sp>
      <p:cxnSp>
        <p:nvCxnSpPr>
          <p:cNvPr id="576" name="연결선: 꺾임 26">
            <a:extLst>
              <a:ext uri="{FF2B5EF4-FFF2-40B4-BE49-F238E27FC236}">
                <a16:creationId xmlns:a16="http://schemas.microsoft.com/office/drawing/2014/main" id="{BA16C907-A4AA-DC35-01B0-6AE137927522}"/>
              </a:ext>
            </a:extLst>
          </p:cNvPr>
          <p:cNvCxnSpPr>
            <a:cxnSpLocks/>
            <a:stCxn id="53" idx="3"/>
            <a:endCxn id="63" idx="1"/>
          </p:cNvCxnSpPr>
          <p:nvPr/>
        </p:nvCxnSpPr>
        <p:spPr>
          <a:xfrm>
            <a:off x="9520695" y="2928016"/>
            <a:ext cx="223262" cy="286303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77" name="직사각형 56">
            <a:extLst>
              <a:ext uri="{FF2B5EF4-FFF2-40B4-BE49-F238E27FC236}">
                <a16:creationId xmlns:a16="http://schemas.microsoft.com/office/drawing/2014/main" id="{4ABFA6C5-86BA-1783-EEA2-CFD1CC089EF1}"/>
              </a:ext>
            </a:extLst>
          </p:cNvPr>
          <p:cNvSpPr/>
          <p:nvPr/>
        </p:nvSpPr>
        <p:spPr>
          <a:xfrm>
            <a:off x="10967468" y="2597456"/>
            <a:ext cx="870888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배포 및 운영 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*</a:t>
            </a:r>
          </a:p>
        </p:txBody>
      </p:sp>
      <p:cxnSp>
        <p:nvCxnSpPr>
          <p:cNvPr id="578" name="연결선: 꺾임 26">
            <a:extLst>
              <a:ext uri="{FF2B5EF4-FFF2-40B4-BE49-F238E27FC236}">
                <a16:creationId xmlns:a16="http://schemas.microsoft.com/office/drawing/2014/main" id="{0B0EF1AB-BD4E-05E7-245E-603679A8FAF8}"/>
              </a:ext>
            </a:extLst>
          </p:cNvPr>
          <p:cNvCxnSpPr>
            <a:cxnSpLocks/>
            <a:stCxn id="63" idx="3"/>
            <a:endCxn id="577" idx="1"/>
          </p:cNvCxnSpPr>
          <p:nvPr/>
        </p:nvCxnSpPr>
        <p:spPr>
          <a:xfrm flipV="1">
            <a:off x="10798757" y="2928016"/>
            <a:ext cx="168711" cy="286303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79" name="직사각형 56">
            <a:extLst>
              <a:ext uri="{FF2B5EF4-FFF2-40B4-BE49-F238E27FC236}">
                <a16:creationId xmlns:a16="http://schemas.microsoft.com/office/drawing/2014/main" id="{E4C48BA3-6BE9-80B9-5CE3-093DD36A40F9}"/>
              </a:ext>
            </a:extLst>
          </p:cNvPr>
          <p:cNvSpPr/>
          <p:nvPr/>
        </p:nvSpPr>
        <p:spPr>
          <a:xfrm>
            <a:off x="3941228" y="1829376"/>
            <a:ext cx="1066495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IT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담당자</a:t>
            </a:r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접수 </a:t>
            </a:r>
            <a:b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및 팀장 결재</a:t>
            </a:r>
          </a:p>
        </p:txBody>
      </p:sp>
      <p:sp>
        <p:nvSpPr>
          <p:cNvPr id="580" name="직사각형 56">
            <a:extLst>
              <a:ext uri="{FF2B5EF4-FFF2-40B4-BE49-F238E27FC236}">
                <a16:creationId xmlns:a16="http://schemas.microsoft.com/office/drawing/2014/main" id="{C02AD316-11A1-54E6-AB55-13A35F37B58E}"/>
              </a:ext>
            </a:extLst>
          </p:cNvPr>
          <p:cNvSpPr/>
          <p:nvPr/>
        </p:nvSpPr>
        <p:spPr>
          <a:xfrm>
            <a:off x="1460804" y="1829376"/>
            <a:ext cx="1066495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요청서 작성</a:t>
            </a:r>
            <a:b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및 팀장 결재</a:t>
            </a:r>
          </a:p>
        </p:txBody>
      </p: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6D0C4157-1E85-C66F-835B-BED07988C2E3}"/>
              </a:ext>
            </a:extLst>
          </p:cNvPr>
          <p:cNvGrpSpPr/>
          <p:nvPr/>
        </p:nvGrpSpPr>
        <p:grpSpPr>
          <a:xfrm>
            <a:off x="10155937" y="776270"/>
            <a:ext cx="1734011" cy="527178"/>
            <a:chOff x="10104345" y="472440"/>
            <a:chExt cx="1734011" cy="791125"/>
          </a:xfrm>
        </p:grpSpPr>
        <p:sp>
          <p:nvSpPr>
            <p:cNvPr id="582" name="Rectangle: Rounded Corners 581">
              <a:extLst>
                <a:ext uri="{FF2B5EF4-FFF2-40B4-BE49-F238E27FC236}">
                  <a16:creationId xmlns:a16="http://schemas.microsoft.com/office/drawing/2014/main" id="{14759768-3501-96AC-69ED-051D9CC324E1}"/>
                </a:ext>
              </a:extLst>
            </p:cNvPr>
            <p:cNvSpPr/>
            <p:nvPr/>
          </p:nvSpPr>
          <p:spPr>
            <a:xfrm>
              <a:off x="10365278" y="472440"/>
              <a:ext cx="1473078" cy="791125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3" name="직사각형 14">
              <a:extLst>
                <a:ext uri="{FF2B5EF4-FFF2-40B4-BE49-F238E27FC236}">
                  <a16:creationId xmlns:a16="http://schemas.microsoft.com/office/drawing/2014/main" id="{D186FCC0-B42D-1583-DCF5-7D261A6EBF3D}"/>
                </a:ext>
              </a:extLst>
            </p:cNvPr>
            <p:cNvSpPr/>
            <p:nvPr/>
          </p:nvSpPr>
          <p:spPr>
            <a:xfrm>
              <a:off x="10505955" y="773624"/>
              <a:ext cx="1261638" cy="19782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기존 </a:t>
              </a:r>
              <a:r>
                <a:rPr lang="en-US" altLang="ko-KR" sz="800">
                  <a:solidFill>
                    <a:schemeClr val="tx1"/>
                  </a:solidFill>
                  <a:latin typeface="+mj-ea"/>
                  <a:ea typeface="+mj-ea"/>
                </a:rPr>
                <a:t>ITSM </a:t>
              </a:r>
              <a:r>
                <a:rPr lang="ko-KR" altLang="en-US" sz="800">
                  <a:solidFill>
                    <a:schemeClr val="tx1"/>
                  </a:solidFill>
                  <a:latin typeface="+mj-ea"/>
                  <a:ea typeface="+mj-ea"/>
                </a:rPr>
                <a:t>연계 </a:t>
              </a:r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프로세스</a:t>
              </a:r>
            </a:p>
          </p:txBody>
        </p:sp>
        <p:sp>
          <p:nvSpPr>
            <p:cNvPr id="584" name="직사각형 15">
              <a:extLst>
                <a:ext uri="{FF2B5EF4-FFF2-40B4-BE49-F238E27FC236}">
                  <a16:creationId xmlns:a16="http://schemas.microsoft.com/office/drawing/2014/main" id="{85D34648-292C-FA07-D9C1-2D61BE8EC261}"/>
                </a:ext>
              </a:extLst>
            </p:cNvPr>
            <p:cNvSpPr/>
            <p:nvPr/>
          </p:nvSpPr>
          <p:spPr>
            <a:xfrm>
              <a:off x="10505955" y="1014892"/>
              <a:ext cx="1261638" cy="197822"/>
            </a:xfrm>
            <a:prstGeom prst="rect">
              <a:avLst/>
            </a:prstGeom>
            <a:solidFill>
              <a:srgbClr val="8DC8E8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신규 프로세스</a:t>
              </a:r>
            </a:p>
          </p:txBody>
        </p:sp>
        <p:sp>
          <p:nvSpPr>
            <p:cNvPr id="585" name="직사각형 16">
              <a:extLst>
                <a:ext uri="{FF2B5EF4-FFF2-40B4-BE49-F238E27FC236}">
                  <a16:creationId xmlns:a16="http://schemas.microsoft.com/office/drawing/2014/main" id="{DFAA8B02-8D27-4500-8BF8-48273D85B5E5}"/>
                </a:ext>
              </a:extLst>
            </p:cNvPr>
            <p:cNvSpPr/>
            <p:nvPr/>
          </p:nvSpPr>
          <p:spPr>
            <a:xfrm>
              <a:off x="10505955" y="534318"/>
              <a:ext cx="1261638" cy="197822"/>
            </a:xfrm>
            <a:prstGeom prst="rect">
              <a:avLst/>
            </a:prstGeom>
            <a:solidFill>
              <a:srgbClr val="F8CBAD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기존 </a:t>
              </a:r>
              <a:r>
                <a:rPr lang="en-US" altLang="ko-KR" sz="8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ITSM </a:t>
              </a:r>
              <a:r>
                <a:rPr lang="ko-KR" altLang="en-US" sz="8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프로세스</a:t>
              </a:r>
            </a:p>
          </p:txBody>
        </p:sp>
        <p:sp>
          <p:nvSpPr>
            <p:cNvPr id="586" name="TextBox 585">
              <a:extLst>
                <a:ext uri="{FF2B5EF4-FFF2-40B4-BE49-F238E27FC236}">
                  <a16:creationId xmlns:a16="http://schemas.microsoft.com/office/drawing/2014/main" id="{AD913212-D63F-0781-8494-3FAAC179307A}"/>
                </a:ext>
              </a:extLst>
            </p:cNvPr>
            <p:cNvSpPr txBox="1"/>
            <p:nvPr/>
          </p:nvSpPr>
          <p:spPr>
            <a:xfrm>
              <a:off x="10104345" y="769752"/>
              <a:ext cx="360000" cy="19373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ko-KR" altLang="en-US" sz="800" b="1" dirty="0">
                  <a:latin typeface="+mn-ea"/>
                </a:rPr>
                <a:t>범례</a:t>
              </a:r>
              <a:r>
                <a:rPr lang="en-US" altLang="ko-KR" sz="800" b="1" dirty="0">
                  <a:latin typeface="+mn-ea"/>
                </a:rPr>
                <a:t>:</a:t>
              </a:r>
              <a:endParaRPr lang="ko-KR" altLang="en-US" sz="800" b="1" dirty="0">
                <a:latin typeface="+mn-ea"/>
              </a:endParaRPr>
            </a:p>
          </p:txBody>
        </p:sp>
      </p:grp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C399F6-D495-8BE5-79CA-F4AB32917104}"/>
              </a:ext>
            </a:extLst>
          </p:cNvPr>
          <p:cNvSpPr txBox="1">
            <a:spLocks/>
          </p:cNvSpPr>
          <p:nvPr/>
        </p:nvSpPr>
        <p:spPr>
          <a:xfrm>
            <a:off x="371963" y="813435"/>
            <a:ext cx="11520000" cy="3254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AI</a:t>
            </a:r>
            <a:r>
              <a:rPr lang="ko-KR" altLang="en-US"/>
              <a:t>서비스 개발 단계별로 준수해야 할 </a:t>
            </a:r>
            <a:r>
              <a:rPr lang="en-US" altLang="ko-KR"/>
              <a:t>AI</a:t>
            </a:r>
            <a:r>
              <a:rPr lang="ko-KR" altLang="en-US"/>
              <a:t>거버넌스 표준 프로세스를 다음과 같이 정의함</a:t>
            </a:r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B1028836-9B5D-EA66-CC81-12A8C0F4809A}"/>
              </a:ext>
            </a:extLst>
          </p:cNvPr>
          <p:cNvSpPr txBox="1">
            <a:spLocks/>
          </p:cNvSpPr>
          <p:nvPr/>
        </p:nvSpPr>
        <p:spPr>
          <a:xfrm>
            <a:off x="1974703" y="6599410"/>
            <a:ext cx="9188597" cy="162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 AI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서비스 배포 및 운영은 기존 프로세스 준수</a:t>
            </a:r>
          </a:p>
        </p:txBody>
      </p:sp>
      <p:sp>
        <p:nvSpPr>
          <p:cNvPr id="9" name="직사각형 56">
            <a:extLst>
              <a:ext uri="{FF2B5EF4-FFF2-40B4-BE49-F238E27FC236}">
                <a16:creationId xmlns:a16="http://schemas.microsoft.com/office/drawing/2014/main" id="{21A40D39-50E5-FDE0-E95D-4B773B4D599E}"/>
              </a:ext>
            </a:extLst>
          </p:cNvPr>
          <p:cNvSpPr/>
          <p:nvPr/>
        </p:nvSpPr>
        <p:spPr>
          <a:xfrm>
            <a:off x="7337477" y="2461000"/>
            <a:ext cx="358724" cy="122567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800" i="1" kern="0" spc="-150" dirty="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해당시</a:t>
            </a:r>
            <a:endParaRPr lang="ko-KR" altLang="en-US" sz="800" i="1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14" name="직사각형 56">
            <a:extLst>
              <a:ext uri="{FF2B5EF4-FFF2-40B4-BE49-F238E27FC236}">
                <a16:creationId xmlns:a16="http://schemas.microsoft.com/office/drawing/2014/main" id="{2B7883FC-FC3F-F01D-067D-7B6D7BBA2E0B}"/>
              </a:ext>
            </a:extLst>
          </p:cNvPr>
          <p:cNvSpPr/>
          <p:nvPr/>
        </p:nvSpPr>
        <p:spPr>
          <a:xfrm>
            <a:off x="8690026" y="2461000"/>
            <a:ext cx="358724" cy="122567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800" i="1" kern="0" spc="-150" dirty="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해당시</a:t>
            </a:r>
            <a:endParaRPr lang="ko-KR" altLang="en-US" sz="800" i="1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15931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95688-1866-7B39-0BA1-21FC81492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7166B6-4C37-0E21-4226-90A8D66F50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3. AI</a:t>
            </a:r>
            <a:r>
              <a:rPr lang="ko-KR" altLang="en-US" dirty="0"/>
              <a:t>거버넌스 프로세스 </a:t>
            </a:r>
            <a:r>
              <a:rPr lang="en-US" altLang="ko-KR" dirty="0"/>
              <a:t>(</a:t>
            </a:r>
            <a:r>
              <a:rPr lang="ko-KR" altLang="en-US" dirty="0" err="1"/>
              <a:t>저위험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1BD939-6E59-F99D-DD15-4322574480BD}"/>
              </a:ext>
            </a:extLst>
          </p:cNvPr>
          <p:cNvSpPr/>
          <p:nvPr/>
        </p:nvSpPr>
        <p:spPr>
          <a:xfrm>
            <a:off x="1028699" y="3429000"/>
            <a:ext cx="10890355" cy="1550441"/>
          </a:xfrm>
          <a:prstGeom prst="rect">
            <a:avLst/>
          </a:prstGeom>
          <a:solidFill>
            <a:srgbClr val="00A9CE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118973-FC99-811C-EE39-50D470E81DF3}"/>
              </a:ext>
            </a:extLst>
          </p:cNvPr>
          <p:cNvSpPr/>
          <p:nvPr/>
        </p:nvSpPr>
        <p:spPr>
          <a:xfrm>
            <a:off x="1028699" y="1736725"/>
            <a:ext cx="10890355" cy="1692275"/>
          </a:xfrm>
          <a:prstGeom prst="rect">
            <a:avLst/>
          </a:prstGeom>
          <a:solidFill>
            <a:schemeClr val="accent2">
              <a:lumMod val="20000"/>
              <a:lumOff val="80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91F278E7-74CA-7711-0CE7-C8A41B4E36A8}"/>
              </a:ext>
            </a:extLst>
          </p:cNvPr>
          <p:cNvSpPr/>
          <p:nvPr/>
        </p:nvSpPr>
        <p:spPr>
          <a:xfrm>
            <a:off x="9743958" y="1366674"/>
            <a:ext cx="2148005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도입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운영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모니터링</a:t>
            </a:r>
          </a:p>
        </p:txBody>
      </p:sp>
      <p:sp>
        <p:nvSpPr>
          <p:cNvPr id="7" name="직사각형 56">
            <a:extLst>
              <a:ext uri="{FF2B5EF4-FFF2-40B4-BE49-F238E27FC236}">
                <a16:creationId xmlns:a16="http://schemas.microsoft.com/office/drawing/2014/main" id="{06FE6FBE-EB0D-0528-CB30-6D802AA6EEFE}"/>
              </a:ext>
            </a:extLst>
          </p:cNvPr>
          <p:cNvSpPr/>
          <p:nvPr/>
        </p:nvSpPr>
        <p:spPr>
          <a:xfrm>
            <a:off x="2673350" y="2597456"/>
            <a:ext cx="1052829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기획 수립 </a:t>
            </a:r>
          </a:p>
        </p:txBody>
      </p:sp>
      <p:sp>
        <p:nvSpPr>
          <p:cNvPr id="10" name="직사각형 56">
            <a:extLst>
              <a:ext uri="{FF2B5EF4-FFF2-40B4-BE49-F238E27FC236}">
                <a16:creationId xmlns:a16="http://schemas.microsoft.com/office/drawing/2014/main" id="{27FBAF33-9214-0F8A-960B-73DD8604549F}"/>
              </a:ext>
            </a:extLst>
          </p:cNvPr>
          <p:cNvSpPr/>
          <p:nvPr/>
        </p:nvSpPr>
        <p:spPr>
          <a:xfrm>
            <a:off x="3941228" y="2597456"/>
            <a:ext cx="1052829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개발계획 수립</a:t>
            </a:r>
          </a:p>
        </p:txBody>
      </p:sp>
      <p:sp>
        <p:nvSpPr>
          <p:cNvPr id="11" name="직사각형 56">
            <a:extLst>
              <a:ext uri="{FF2B5EF4-FFF2-40B4-BE49-F238E27FC236}">
                <a16:creationId xmlns:a16="http://schemas.microsoft.com/office/drawing/2014/main" id="{6B7832D7-AAD9-A979-588D-5A134D91942E}"/>
              </a:ext>
            </a:extLst>
          </p:cNvPr>
          <p:cNvSpPr/>
          <p:nvPr/>
        </p:nvSpPr>
        <p:spPr>
          <a:xfrm>
            <a:off x="10967468" y="1829376"/>
            <a:ext cx="924495" cy="540000"/>
          </a:xfrm>
          <a:prstGeom prst="homePlate">
            <a:avLst>
              <a:gd name="adj" fmla="val 1716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 운영</a:t>
            </a:r>
          </a:p>
        </p:txBody>
      </p:sp>
      <p:sp>
        <p:nvSpPr>
          <p:cNvPr id="12" name="사각형: 둥근 모서리 20">
            <a:extLst>
              <a:ext uri="{FF2B5EF4-FFF2-40B4-BE49-F238E27FC236}">
                <a16:creationId xmlns:a16="http://schemas.microsoft.com/office/drawing/2014/main" id="{7DD8CF74-4065-D9AE-88D7-6C3F8161A00C}"/>
              </a:ext>
            </a:extLst>
          </p:cNvPr>
          <p:cNvSpPr/>
          <p:nvPr/>
        </p:nvSpPr>
        <p:spPr>
          <a:xfrm>
            <a:off x="1117600" y="1366674"/>
            <a:ext cx="5257800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기획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설계</a:t>
            </a:r>
          </a:p>
        </p:txBody>
      </p:sp>
      <p:sp>
        <p:nvSpPr>
          <p:cNvPr id="13" name="직사각형 56">
            <a:extLst>
              <a:ext uri="{FF2B5EF4-FFF2-40B4-BE49-F238E27FC236}">
                <a16:creationId xmlns:a16="http://schemas.microsoft.com/office/drawing/2014/main" id="{B1E42006-9A56-E272-6F1E-332393FCA5B1}"/>
              </a:ext>
            </a:extLst>
          </p:cNvPr>
          <p:cNvSpPr/>
          <p:nvPr/>
        </p:nvSpPr>
        <p:spPr>
          <a:xfrm>
            <a:off x="2667304" y="1829376"/>
            <a:ext cx="1066495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BA 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접수 </a:t>
            </a:r>
            <a:endParaRPr lang="en-US" altLang="ko-KR" sz="10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및 팀장 결재</a:t>
            </a:r>
          </a:p>
        </p:txBody>
      </p:sp>
      <p:sp>
        <p:nvSpPr>
          <p:cNvPr id="15" name="직사각형 56">
            <a:extLst>
              <a:ext uri="{FF2B5EF4-FFF2-40B4-BE49-F238E27FC236}">
                <a16:creationId xmlns:a16="http://schemas.microsoft.com/office/drawing/2014/main" id="{E2BA8903-E2F8-4FF2-E6E7-74B92D6E328F}"/>
              </a:ext>
            </a:extLst>
          </p:cNvPr>
          <p:cNvSpPr/>
          <p:nvPr/>
        </p:nvSpPr>
        <p:spPr>
          <a:xfrm>
            <a:off x="5209401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PMO 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결재</a:t>
            </a:r>
          </a:p>
        </p:txBody>
      </p:sp>
      <p:sp>
        <p:nvSpPr>
          <p:cNvPr id="16" name="직사각형 56">
            <a:extLst>
              <a:ext uri="{FF2B5EF4-FFF2-40B4-BE49-F238E27FC236}">
                <a16:creationId xmlns:a16="http://schemas.microsoft.com/office/drawing/2014/main" id="{C0453208-6BE1-3D4A-80BD-56C6A2B724CD}"/>
              </a:ext>
            </a:extLst>
          </p:cNvPr>
          <p:cNvSpPr/>
          <p:nvPr/>
        </p:nvSpPr>
        <p:spPr>
          <a:xfrm>
            <a:off x="5844927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보안</a:t>
            </a:r>
            <a:b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담당자 결재</a:t>
            </a:r>
          </a:p>
        </p:txBody>
      </p:sp>
      <p:sp>
        <p:nvSpPr>
          <p:cNvPr id="17" name="직사각형 56">
            <a:extLst>
              <a:ext uri="{FF2B5EF4-FFF2-40B4-BE49-F238E27FC236}">
                <a16:creationId xmlns:a16="http://schemas.microsoft.com/office/drawing/2014/main" id="{3249D726-E052-BFD9-086C-A695079E4DC5}"/>
              </a:ext>
            </a:extLst>
          </p:cNvPr>
          <p:cNvSpPr/>
          <p:nvPr/>
        </p:nvSpPr>
        <p:spPr>
          <a:xfrm>
            <a:off x="6471077" y="1829376"/>
            <a:ext cx="3186194" cy="540000"/>
          </a:xfrm>
          <a:prstGeom prst="homePlate">
            <a:avLst>
              <a:gd name="adj" fmla="val 18358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프로젝트 수행</a:t>
            </a:r>
          </a:p>
        </p:txBody>
      </p:sp>
      <p:sp>
        <p:nvSpPr>
          <p:cNvPr id="18" name="사각형: 둥근 모서리 20">
            <a:extLst>
              <a:ext uri="{FF2B5EF4-FFF2-40B4-BE49-F238E27FC236}">
                <a16:creationId xmlns:a16="http://schemas.microsoft.com/office/drawing/2014/main" id="{F4388F04-4F41-7425-E62B-D2BE595DF430}"/>
              </a:ext>
            </a:extLst>
          </p:cNvPr>
          <p:cNvSpPr/>
          <p:nvPr/>
        </p:nvSpPr>
        <p:spPr>
          <a:xfrm>
            <a:off x="6484122" y="1366674"/>
            <a:ext cx="1310442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개발</a:t>
            </a:r>
          </a:p>
        </p:txBody>
      </p:sp>
      <p:sp>
        <p:nvSpPr>
          <p:cNvPr id="19" name="사각형: 둥근 모서리 20">
            <a:extLst>
              <a:ext uri="{FF2B5EF4-FFF2-40B4-BE49-F238E27FC236}">
                <a16:creationId xmlns:a16="http://schemas.microsoft.com/office/drawing/2014/main" id="{7BF49A7B-C841-2810-A90A-FB14A380AA1D}"/>
              </a:ext>
            </a:extLst>
          </p:cNvPr>
          <p:cNvSpPr/>
          <p:nvPr/>
        </p:nvSpPr>
        <p:spPr>
          <a:xfrm>
            <a:off x="7846257" y="1366674"/>
            <a:ext cx="1707318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검증</a:t>
            </a:r>
          </a:p>
        </p:txBody>
      </p:sp>
      <p:sp>
        <p:nvSpPr>
          <p:cNvPr id="20" name="Google Shape;134;p5">
            <a:extLst>
              <a:ext uri="{FF2B5EF4-FFF2-40B4-BE49-F238E27FC236}">
                <a16:creationId xmlns:a16="http://schemas.microsoft.com/office/drawing/2014/main" id="{31AB0A1A-6FA3-6F98-067D-5173CB6751FE}"/>
              </a:ext>
            </a:extLst>
          </p:cNvPr>
          <p:cNvSpPr/>
          <p:nvPr/>
        </p:nvSpPr>
        <p:spPr>
          <a:xfrm>
            <a:off x="334963" y="1736725"/>
            <a:ext cx="681037" cy="4787901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AI</a:t>
            </a:r>
          </a:p>
          <a:p>
            <a:pPr algn="ctr"/>
            <a:r>
              <a:rPr lang="ko-KR" altLang="en-US" sz="14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거버넌스 업무</a:t>
            </a:r>
            <a:endParaRPr lang="en-US" altLang="ko-KR" sz="1400" b="1" spc="-15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sym typeface="Arial"/>
            </a:endParaRPr>
          </a:p>
        </p:txBody>
      </p:sp>
      <p:sp>
        <p:nvSpPr>
          <p:cNvPr id="22" name="사각형: 둥근 모서리 20">
            <a:extLst>
              <a:ext uri="{FF2B5EF4-FFF2-40B4-BE49-F238E27FC236}">
                <a16:creationId xmlns:a16="http://schemas.microsoft.com/office/drawing/2014/main" id="{7022CC3B-9E7F-EFE3-D924-3BE7F310EADA}"/>
              </a:ext>
            </a:extLst>
          </p:cNvPr>
          <p:cNvSpPr/>
          <p:nvPr/>
        </p:nvSpPr>
        <p:spPr>
          <a:xfrm>
            <a:off x="334963" y="1366674"/>
            <a:ext cx="693737" cy="319758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구분</a:t>
            </a:r>
            <a:endParaRPr lang="en" altLang="ko-KR" sz="14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23" name="Google Shape;134;p5">
            <a:extLst>
              <a:ext uri="{FF2B5EF4-FFF2-40B4-BE49-F238E27FC236}">
                <a16:creationId xmlns:a16="http://schemas.microsoft.com/office/drawing/2014/main" id="{08C11057-2EDB-E6A5-02AC-833C9397CA6B}"/>
              </a:ext>
            </a:extLst>
          </p:cNvPr>
          <p:cNvSpPr/>
          <p:nvPr/>
        </p:nvSpPr>
        <p:spPr>
          <a:xfrm>
            <a:off x="1071923" y="1780349"/>
            <a:ext cx="221213" cy="1597151"/>
          </a:xfrm>
          <a:prstGeom prst="rect">
            <a:avLst/>
          </a:prstGeom>
          <a:solidFill>
            <a:srgbClr val="F58220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0" tIns="0" rIns="0" bIns="0" rtlCol="0" anchor="ctr"/>
          <a:lstStyle/>
          <a:p>
            <a:pPr algn="ctr"/>
            <a:r>
              <a:rPr lang="en-US" altLang="ko-KR" sz="11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ITSM*</a:t>
            </a:r>
            <a:endParaRPr lang="ko-KR" altLang="en-US" sz="1100" b="1" spc="-15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sym typeface="Arial"/>
            </a:endParaRPr>
          </a:p>
        </p:txBody>
      </p:sp>
      <p:sp>
        <p:nvSpPr>
          <p:cNvPr id="25" name="직사각형 56">
            <a:extLst>
              <a:ext uri="{FF2B5EF4-FFF2-40B4-BE49-F238E27FC236}">
                <a16:creationId xmlns:a16="http://schemas.microsoft.com/office/drawing/2014/main" id="{0E851EB0-BC94-AB25-AA7D-FD87BD98A85E}"/>
              </a:ext>
            </a:extLst>
          </p:cNvPr>
          <p:cNvSpPr/>
          <p:nvPr/>
        </p:nvSpPr>
        <p:spPr>
          <a:xfrm>
            <a:off x="9743958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PMO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종료</a:t>
            </a:r>
          </a:p>
        </p:txBody>
      </p:sp>
      <p:sp>
        <p:nvSpPr>
          <p:cNvPr id="31" name="직사각형 56">
            <a:extLst>
              <a:ext uri="{FF2B5EF4-FFF2-40B4-BE49-F238E27FC236}">
                <a16:creationId xmlns:a16="http://schemas.microsoft.com/office/drawing/2014/main" id="{60CAD76C-A509-7606-6795-0EB64F248AB0}"/>
              </a:ext>
            </a:extLst>
          </p:cNvPr>
          <p:cNvSpPr/>
          <p:nvPr/>
        </p:nvSpPr>
        <p:spPr>
          <a:xfrm>
            <a:off x="10337952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완료 </a:t>
            </a:r>
          </a:p>
        </p:txBody>
      </p:sp>
      <p:sp>
        <p:nvSpPr>
          <p:cNvPr id="32" name="직사각형 56">
            <a:extLst>
              <a:ext uri="{FF2B5EF4-FFF2-40B4-BE49-F238E27FC236}">
                <a16:creationId xmlns:a16="http://schemas.microsoft.com/office/drawing/2014/main" id="{4242F2F0-9439-C037-39B8-367F7AC487C4}"/>
              </a:ext>
            </a:extLst>
          </p:cNvPr>
          <p:cNvSpPr/>
          <p:nvPr/>
        </p:nvSpPr>
        <p:spPr>
          <a:xfrm>
            <a:off x="2673350" y="3865661"/>
            <a:ext cx="1052829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영향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안전성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식별 및 평가</a:t>
            </a:r>
          </a:p>
        </p:txBody>
      </p:sp>
      <p:sp>
        <p:nvSpPr>
          <p:cNvPr id="33" name="직사각형 56">
            <a:extLst>
              <a:ext uri="{FF2B5EF4-FFF2-40B4-BE49-F238E27FC236}">
                <a16:creationId xmlns:a16="http://schemas.microsoft.com/office/drawing/2014/main" id="{CD966EB3-0E7A-429E-A3AF-FB51A3BDD0DD}"/>
              </a:ext>
            </a:extLst>
          </p:cNvPr>
          <p:cNvSpPr/>
          <p:nvPr/>
        </p:nvSpPr>
        <p:spPr>
          <a:xfrm>
            <a:off x="2673351" y="5460493"/>
            <a:ext cx="2343147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위험관리 계획 수립</a:t>
            </a:r>
          </a:p>
        </p:txBody>
      </p:sp>
      <p:cxnSp>
        <p:nvCxnSpPr>
          <p:cNvPr id="34" name="연결선: 꺾임 26">
            <a:extLst>
              <a:ext uri="{FF2B5EF4-FFF2-40B4-BE49-F238E27FC236}">
                <a16:creationId xmlns:a16="http://schemas.microsoft.com/office/drawing/2014/main" id="{4C307F14-C066-1DC0-B261-81E1C730EC3A}"/>
              </a:ext>
            </a:extLst>
          </p:cNvPr>
          <p:cNvCxnSpPr>
            <a:cxnSpLocks/>
            <a:stCxn id="32" idx="3"/>
            <a:endCxn id="10" idx="1"/>
          </p:cNvCxnSpPr>
          <p:nvPr/>
        </p:nvCxnSpPr>
        <p:spPr>
          <a:xfrm flipV="1">
            <a:off x="3726179" y="2928016"/>
            <a:ext cx="215049" cy="126820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5" name="직선 화살표 연결선 27">
            <a:extLst>
              <a:ext uri="{FF2B5EF4-FFF2-40B4-BE49-F238E27FC236}">
                <a16:creationId xmlns:a16="http://schemas.microsoft.com/office/drawing/2014/main" id="{2B528972-5F0D-8024-CB2E-D7A4AFC18D66}"/>
              </a:ext>
            </a:extLst>
          </p:cNvPr>
          <p:cNvCxnSpPr>
            <a:cxnSpLocks/>
            <a:stCxn id="10" idx="3"/>
            <a:endCxn id="45" idx="1"/>
          </p:cNvCxnSpPr>
          <p:nvPr/>
        </p:nvCxnSpPr>
        <p:spPr>
          <a:xfrm>
            <a:off x="4994057" y="2928016"/>
            <a:ext cx="204471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6" name="직선 화살표 연결선 27">
            <a:extLst>
              <a:ext uri="{FF2B5EF4-FFF2-40B4-BE49-F238E27FC236}">
                <a16:creationId xmlns:a16="http://schemas.microsoft.com/office/drawing/2014/main" id="{500CB23C-6572-BA00-278C-80AE829C0A8A}"/>
              </a:ext>
            </a:extLst>
          </p:cNvPr>
          <p:cNvCxnSpPr>
            <a:cxnSpLocks/>
            <a:stCxn id="7" idx="2"/>
            <a:endCxn id="32" idx="0"/>
          </p:cNvCxnSpPr>
          <p:nvPr/>
        </p:nvCxnSpPr>
        <p:spPr>
          <a:xfrm>
            <a:off x="3199765" y="3258576"/>
            <a:ext cx="0" cy="607085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9" name="연결선: 꺾임 26">
            <a:extLst>
              <a:ext uri="{FF2B5EF4-FFF2-40B4-BE49-F238E27FC236}">
                <a16:creationId xmlns:a16="http://schemas.microsoft.com/office/drawing/2014/main" id="{68A44BC7-0086-4774-ECBC-57F60940D2B6}"/>
              </a:ext>
            </a:extLst>
          </p:cNvPr>
          <p:cNvCxnSpPr>
            <a:cxnSpLocks/>
            <a:stCxn id="49" idx="3"/>
            <a:endCxn id="53" idx="1"/>
          </p:cNvCxnSpPr>
          <p:nvPr/>
        </p:nvCxnSpPr>
        <p:spPr>
          <a:xfrm flipV="1">
            <a:off x="7680325" y="2928016"/>
            <a:ext cx="601099" cy="2863037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rgbClr val="92D050"/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1" name="Google Shape;134;p5">
            <a:extLst>
              <a:ext uri="{FF2B5EF4-FFF2-40B4-BE49-F238E27FC236}">
                <a16:creationId xmlns:a16="http://schemas.microsoft.com/office/drawing/2014/main" id="{D7296985-839A-6917-9CB9-6AAB6FFCAA01}"/>
              </a:ext>
            </a:extLst>
          </p:cNvPr>
          <p:cNvSpPr/>
          <p:nvPr/>
        </p:nvSpPr>
        <p:spPr>
          <a:xfrm>
            <a:off x="1071923" y="3478053"/>
            <a:ext cx="221213" cy="1456498"/>
          </a:xfrm>
          <a:prstGeom prst="rect">
            <a:avLst/>
          </a:prstGeom>
          <a:solidFill>
            <a:srgbClr val="00A9CE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0" tIns="0" rIns="0" bIns="0" rtlCol="0" anchor="ctr"/>
          <a:lstStyle/>
          <a:p>
            <a:pPr algn="ctr"/>
            <a:r>
              <a:rPr lang="ko-KR" altLang="en-US" sz="11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위험평가시스템</a:t>
            </a:r>
          </a:p>
        </p:txBody>
      </p:sp>
      <p:sp>
        <p:nvSpPr>
          <p:cNvPr id="42" name="Google Shape;134;p5">
            <a:extLst>
              <a:ext uri="{FF2B5EF4-FFF2-40B4-BE49-F238E27FC236}">
                <a16:creationId xmlns:a16="http://schemas.microsoft.com/office/drawing/2014/main" id="{021099E8-3B74-E1CC-ABEA-906B77C63D89}"/>
              </a:ext>
            </a:extLst>
          </p:cNvPr>
          <p:cNvSpPr/>
          <p:nvPr/>
        </p:nvSpPr>
        <p:spPr>
          <a:xfrm>
            <a:off x="1071923" y="5068127"/>
            <a:ext cx="221213" cy="14564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0" tIns="0" rIns="0" bIns="0" rtlCol="0" anchor="ctr"/>
          <a:lstStyle/>
          <a:p>
            <a:pPr algn="ctr"/>
            <a:r>
              <a:rPr lang="ko-KR" altLang="en-US" sz="11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위험관리시스템</a:t>
            </a:r>
          </a:p>
        </p:txBody>
      </p:sp>
      <p:cxnSp>
        <p:nvCxnSpPr>
          <p:cNvPr id="43" name="연결선: 꺾임 26">
            <a:extLst>
              <a:ext uri="{FF2B5EF4-FFF2-40B4-BE49-F238E27FC236}">
                <a16:creationId xmlns:a16="http://schemas.microsoft.com/office/drawing/2014/main" id="{F9210339-9CCD-D6DF-7485-953B56AD13AA}"/>
              </a:ext>
            </a:extLst>
          </p:cNvPr>
          <p:cNvCxnSpPr>
            <a:cxnSpLocks/>
            <a:stCxn id="33" idx="3"/>
            <a:endCxn id="45" idx="1"/>
          </p:cNvCxnSpPr>
          <p:nvPr/>
        </p:nvCxnSpPr>
        <p:spPr>
          <a:xfrm flipV="1">
            <a:off x="5016498" y="2928016"/>
            <a:ext cx="182030" cy="286303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4" name="직선 화살표 연결선 27">
            <a:extLst>
              <a:ext uri="{FF2B5EF4-FFF2-40B4-BE49-F238E27FC236}">
                <a16:creationId xmlns:a16="http://schemas.microsoft.com/office/drawing/2014/main" id="{15C1697C-6CE2-C911-D8DA-61E31C7AFE49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3199765" y="4526781"/>
            <a:ext cx="0" cy="933712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5" name="직사각형 56">
            <a:extLst>
              <a:ext uri="{FF2B5EF4-FFF2-40B4-BE49-F238E27FC236}">
                <a16:creationId xmlns:a16="http://schemas.microsoft.com/office/drawing/2014/main" id="{58B648F0-C367-9E94-E373-439789A31E5E}"/>
              </a:ext>
            </a:extLst>
          </p:cNvPr>
          <p:cNvSpPr/>
          <p:nvPr/>
        </p:nvSpPr>
        <p:spPr>
          <a:xfrm>
            <a:off x="5198528" y="2597456"/>
            <a:ext cx="1052829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 의뢰</a:t>
            </a:r>
          </a:p>
        </p:txBody>
      </p:sp>
      <p:sp>
        <p:nvSpPr>
          <p:cNvPr id="47" name="직사각형 56">
            <a:extLst>
              <a:ext uri="{FF2B5EF4-FFF2-40B4-BE49-F238E27FC236}">
                <a16:creationId xmlns:a16="http://schemas.microsoft.com/office/drawing/2014/main" id="{65159F9A-C25C-F286-5908-B9781AC33E45}"/>
              </a:ext>
            </a:extLst>
          </p:cNvPr>
          <p:cNvSpPr/>
          <p:nvPr/>
        </p:nvSpPr>
        <p:spPr>
          <a:xfrm>
            <a:off x="6474101" y="2597456"/>
            <a:ext cx="1206000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</a:t>
            </a:r>
          </a:p>
        </p:txBody>
      </p:sp>
      <p:sp>
        <p:nvSpPr>
          <p:cNvPr id="49" name="직사각형 56">
            <a:extLst>
              <a:ext uri="{FF2B5EF4-FFF2-40B4-BE49-F238E27FC236}">
                <a16:creationId xmlns:a16="http://schemas.microsoft.com/office/drawing/2014/main" id="{D662975D-AE11-9544-8E5F-5548BBBF43CC}"/>
              </a:ext>
            </a:extLst>
          </p:cNvPr>
          <p:cNvSpPr/>
          <p:nvPr/>
        </p:nvSpPr>
        <p:spPr>
          <a:xfrm>
            <a:off x="6473877" y="5460493"/>
            <a:ext cx="1206448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위험관리 계획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준수사항 점검</a:t>
            </a:r>
          </a:p>
        </p:txBody>
      </p:sp>
      <p:cxnSp>
        <p:nvCxnSpPr>
          <p:cNvPr id="50" name="직선 화살표 연결선 27">
            <a:extLst>
              <a:ext uri="{FF2B5EF4-FFF2-40B4-BE49-F238E27FC236}">
                <a16:creationId xmlns:a16="http://schemas.microsoft.com/office/drawing/2014/main" id="{22DCC584-7B0F-D9EC-02B6-0D3840FFD16E}"/>
              </a:ext>
            </a:extLst>
          </p:cNvPr>
          <p:cNvCxnSpPr>
            <a:cxnSpLocks/>
            <a:stCxn id="45" idx="3"/>
            <a:endCxn id="47" idx="1"/>
          </p:cNvCxnSpPr>
          <p:nvPr/>
        </p:nvCxnSpPr>
        <p:spPr>
          <a:xfrm>
            <a:off x="6251357" y="2928016"/>
            <a:ext cx="222744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3" name="직사각형 56">
            <a:extLst>
              <a:ext uri="{FF2B5EF4-FFF2-40B4-BE49-F238E27FC236}">
                <a16:creationId xmlns:a16="http://schemas.microsoft.com/office/drawing/2014/main" id="{67F78E0A-8F30-FEFC-CB64-914A9E3B98E7}"/>
              </a:ext>
            </a:extLst>
          </p:cNvPr>
          <p:cNvSpPr/>
          <p:nvPr/>
        </p:nvSpPr>
        <p:spPr>
          <a:xfrm>
            <a:off x="8281424" y="2597456"/>
            <a:ext cx="1206000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승인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요청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63" name="직사각형 56">
            <a:extLst>
              <a:ext uri="{FF2B5EF4-FFF2-40B4-BE49-F238E27FC236}">
                <a16:creationId xmlns:a16="http://schemas.microsoft.com/office/drawing/2014/main" id="{B5FD0F85-B488-8383-A12B-556B66DAA7CB}"/>
              </a:ext>
            </a:extLst>
          </p:cNvPr>
          <p:cNvSpPr/>
          <p:nvPr/>
        </p:nvSpPr>
        <p:spPr>
          <a:xfrm>
            <a:off x="9743957" y="5460493"/>
            <a:ext cx="1054800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위험관리 계획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이행 확인 후 승인</a:t>
            </a:r>
          </a:p>
        </p:txBody>
      </p:sp>
      <p:cxnSp>
        <p:nvCxnSpPr>
          <p:cNvPr id="576" name="연결선: 꺾임 26">
            <a:extLst>
              <a:ext uri="{FF2B5EF4-FFF2-40B4-BE49-F238E27FC236}">
                <a16:creationId xmlns:a16="http://schemas.microsoft.com/office/drawing/2014/main" id="{CD463F77-D208-943D-3620-042DAFE5899A}"/>
              </a:ext>
            </a:extLst>
          </p:cNvPr>
          <p:cNvCxnSpPr>
            <a:cxnSpLocks/>
            <a:stCxn id="53" idx="3"/>
            <a:endCxn id="63" idx="1"/>
          </p:cNvCxnSpPr>
          <p:nvPr/>
        </p:nvCxnSpPr>
        <p:spPr>
          <a:xfrm>
            <a:off x="9487424" y="2928016"/>
            <a:ext cx="256533" cy="2863037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rgbClr val="92D050"/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77" name="직사각형 56">
            <a:extLst>
              <a:ext uri="{FF2B5EF4-FFF2-40B4-BE49-F238E27FC236}">
                <a16:creationId xmlns:a16="http://schemas.microsoft.com/office/drawing/2014/main" id="{9789928A-0E6D-3D19-9029-58AD157445A5}"/>
              </a:ext>
            </a:extLst>
          </p:cNvPr>
          <p:cNvSpPr/>
          <p:nvPr/>
        </p:nvSpPr>
        <p:spPr>
          <a:xfrm>
            <a:off x="10967468" y="2597456"/>
            <a:ext cx="870888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배포 및 운영 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*</a:t>
            </a:r>
          </a:p>
        </p:txBody>
      </p:sp>
      <p:cxnSp>
        <p:nvCxnSpPr>
          <p:cNvPr id="578" name="연결선: 꺾임 26">
            <a:extLst>
              <a:ext uri="{FF2B5EF4-FFF2-40B4-BE49-F238E27FC236}">
                <a16:creationId xmlns:a16="http://schemas.microsoft.com/office/drawing/2014/main" id="{9F5B4E23-C7F8-6C9F-FE32-D4DD74A36EF8}"/>
              </a:ext>
            </a:extLst>
          </p:cNvPr>
          <p:cNvCxnSpPr>
            <a:cxnSpLocks/>
            <a:stCxn id="63" idx="3"/>
            <a:endCxn id="577" idx="1"/>
          </p:cNvCxnSpPr>
          <p:nvPr/>
        </p:nvCxnSpPr>
        <p:spPr>
          <a:xfrm flipV="1">
            <a:off x="10798757" y="2928016"/>
            <a:ext cx="168711" cy="286303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79" name="직사각형 56">
            <a:extLst>
              <a:ext uri="{FF2B5EF4-FFF2-40B4-BE49-F238E27FC236}">
                <a16:creationId xmlns:a16="http://schemas.microsoft.com/office/drawing/2014/main" id="{D8A07FCA-443B-0514-F936-A0F0009776DE}"/>
              </a:ext>
            </a:extLst>
          </p:cNvPr>
          <p:cNvSpPr/>
          <p:nvPr/>
        </p:nvSpPr>
        <p:spPr>
          <a:xfrm>
            <a:off x="3941228" y="1829376"/>
            <a:ext cx="1066495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IT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담당자</a:t>
            </a:r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접수 </a:t>
            </a:r>
            <a:b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및 팀장 결재</a:t>
            </a:r>
          </a:p>
        </p:txBody>
      </p:sp>
      <p:sp>
        <p:nvSpPr>
          <p:cNvPr id="580" name="직사각형 56">
            <a:extLst>
              <a:ext uri="{FF2B5EF4-FFF2-40B4-BE49-F238E27FC236}">
                <a16:creationId xmlns:a16="http://schemas.microsoft.com/office/drawing/2014/main" id="{980012D5-AEE3-687C-14BD-D27543EEFC8A}"/>
              </a:ext>
            </a:extLst>
          </p:cNvPr>
          <p:cNvSpPr/>
          <p:nvPr/>
        </p:nvSpPr>
        <p:spPr>
          <a:xfrm>
            <a:off x="1460804" y="1829376"/>
            <a:ext cx="1066495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요청서 작성</a:t>
            </a:r>
            <a:b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및 팀장 결재</a:t>
            </a:r>
          </a:p>
        </p:txBody>
      </p: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0D113EBD-BCC2-FC06-ACD5-0163D5AE0D41}"/>
              </a:ext>
            </a:extLst>
          </p:cNvPr>
          <p:cNvGrpSpPr/>
          <p:nvPr/>
        </p:nvGrpSpPr>
        <p:grpSpPr>
          <a:xfrm>
            <a:off x="10155937" y="776270"/>
            <a:ext cx="1734011" cy="527178"/>
            <a:chOff x="10104345" y="472440"/>
            <a:chExt cx="1734011" cy="791125"/>
          </a:xfrm>
        </p:grpSpPr>
        <p:sp>
          <p:nvSpPr>
            <p:cNvPr id="582" name="Rectangle: Rounded Corners 581">
              <a:extLst>
                <a:ext uri="{FF2B5EF4-FFF2-40B4-BE49-F238E27FC236}">
                  <a16:creationId xmlns:a16="http://schemas.microsoft.com/office/drawing/2014/main" id="{B755A90C-24CE-0BAE-E9EC-603F1C63C7AB}"/>
                </a:ext>
              </a:extLst>
            </p:cNvPr>
            <p:cNvSpPr/>
            <p:nvPr/>
          </p:nvSpPr>
          <p:spPr>
            <a:xfrm>
              <a:off x="10365278" y="472440"/>
              <a:ext cx="1473078" cy="791125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3" name="직사각형 14">
              <a:extLst>
                <a:ext uri="{FF2B5EF4-FFF2-40B4-BE49-F238E27FC236}">
                  <a16:creationId xmlns:a16="http://schemas.microsoft.com/office/drawing/2014/main" id="{FD4D3FFC-B789-86DD-D195-EE67A695AE17}"/>
                </a:ext>
              </a:extLst>
            </p:cNvPr>
            <p:cNvSpPr/>
            <p:nvPr/>
          </p:nvSpPr>
          <p:spPr>
            <a:xfrm>
              <a:off x="10505955" y="773624"/>
              <a:ext cx="1261638" cy="19782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기존 </a:t>
              </a:r>
              <a:r>
                <a:rPr lang="en-US" altLang="ko-KR" sz="800">
                  <a:solidFill>
                    <a:schemeClr val="tx1"/>
                  </a:solidFill>
                  <a:latin typeface="+mj-ea"/>
                  <a:ea typeface="+mj-ea"/>
                </a:rPr>
                <a:t>ITSM </a:t>
              </a:r>
              <a:r>
                <a:rPr lang="ko-KR" altLang="en-US" sz="800">
                  <a:solidFill>
                    <a:schemeClr val="tx1"/>
                  </a:solidFill>
                  <a:latin typeface="+mj-ea"/>
                  <a:ea typeface="+mj-ea"/>
                </a:rPr>
                <a:t>연계 </a:t>
              </a:r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프로세스</a:t>
              </a:r>
            </a:p>
          </p:txBody>
        </p:sp>
        <p:sp>
          <p:nvSpPr>
            <p:cNvPr id="584" name="직사각형 15">
              <a:extLst>
                <a:ext uri="{FF2B5EF4-FFF2-40B4-BE49-F238E27FC236}">
                  <a16:creationId xmlns:a16="http://schemas.microsoft.com/office/drawing/2014/main" id="{BEF65592-7005-9B3A-F2A4-A00E1CDB22B1}"/>
                </a:ext>
              </a:extLst>
            </p:cNvPr>
            <p:cNvSpPr/>
            <p:nvPr/>
          </p:nvSpPr>
          <p:spPr>
            <a:xfrm>
              <a:off x="10505955" y="1014892"/>
              <a:ext cx="1261638" cy="197822"/>
            </a:xfrm>
            <a:prstGeom prst="rect">
              <a:avLst/>
            </a:prstGeom>
            <a:solidFill>
              <a:srgbClr val="8DC8E8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신규 프로세스</a:t>
              </a:r>
            </a:p>
          </p:txBody>
        </p:sp>
        <p:sp>
          <p:nvSpPr>
            <p:cNvPr id="585" name="직사각형 16">
              <a:extLst>
                <a:ext uri="{FF2B5EF4-FFF2-40B4-BE49-F238E27FC236}">
                  <a16:creationId xmlns:a16="http://schemas.microsoft.com/office/drawing/2014/main" id="{773E651B-7E1C-4FF3-E975-FFAC2D043E7C}"/>
                </a:ext>
              </a:extLst>
            </p:cNvPr>
            <p:cNvSpPr/>
            <p:nvPr/>
          </p:nvSpPr>
          <p:spPr>
            <a:xfrm>
              <a:off x="10505955" y="534318"/>
              <a:ext cx="1261638" cy="197822"/>
            </a:xfrm>
            <a:prstGeom prst="rect">
              <a:avLst/>
            </a:prstGeom>
            <a:solidFill>
              <a:srgbClr val="F8CBAD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기존 </a:t>
              </a:r>
              <a:r>
                <a:rPr lang="en-US" altLang="ko-KR" sz="8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ITSM </a:t>
              </a:r>
              <a:r>
                <a:rPr lang="ko-KR" altLang="en-US" sz="8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프로세스</a:t>
              </a:r>
            </a:p>
          </p:txBody>
        </p:sp>
        <p:sp>
          <p:nvSpPr>
            <p:cNvPr id="586" name="TextBox 585">
              <a:extLst>
                <a:ext uri="{FF2B5EF4-FFF2-40B4-BE49-F238E27FC236}">
                  <a16:creationId xmlns:a16="http://schemas.microsoft.com/office/drawing/2014/main" id="{2DC7BDB7-2A43-17CB-88BE-CFDC438103D2}"/>
                </a:ext>
              </a:extLst>
            </p:cNvPr>
            <p:cNvSpPr txBox="1"/>
            <p:nvPr/>
          </p:nvSpPr>
          <p:spPr>
            <a:xfrm>
              <a:off x="10104345" y="769752"/>
              <a:ext cx="360000" cy="19373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ko-KR" altLang="en-US" sz="800" b="1" dirty="0">
                  <a:latin typeface="+mn-ea"/>
                </a:rPr>
                <a:t>범례</a:t>
              </a:r>
              <a:r>
                <a:rPr lang="en-US" altLang="ko-KR" sz="800" b="1" dirty="0">
                  <a:latin typeface="+mn-ea"/>
                </a:rPr>
                <a:t>:</a:t>
              </a:r>
              <a:endParaRPr lang="ko-KR" altLang="en-US" sz="800" b="1" dirty="0">
                <a:latin typeface="+mn-ea"/>
              </a:endParaRPr>
            </a:p>
          </p:txBody>
        </p:sp>
      </p:grp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E605B4-F3D5-AC08-04DC-D96D3EE35425}"/>
              </a:ext>
            </a:extLst>
          </p:cNvPr>
          <p:cNvSpPr txBox="1">
            <a:spLocks/>
          </p:cNvSpPr>
          <p:nvPr/>
        </p:nvSpPr>
        <p:spPr>
          <a:xfrm>
            <a:off x="371963" y="813435"/>
            <a:ext cx="11520000" cy="3254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AI</a:t>
            </a:r>
            <a:r>
              <a:rPr lang="ko-KR" altLang="en-US"/>
              <a:t>서비스 개발 단계별로 준수해야 할 </a:t>
            </a:r>
            <a:r>
              <a:rPr lang="en-US" altLang="ko-KR"/>
              <a:t>AI</a:t>
            </a:r>
            <a:r>
              <a:rPr lang="ko-KR" altLang="en-US"/>
              <a:t>거버넌스 표준 프로세스를 다음과 같이 정의함</a:t>
            </a:r>
          </a:p>
        </p:txBody>
      </p:sp>
      <p:cxnSp>
        <p:nvCxnSpPr>
          <p:cNvPr id="26" name="직선 화살표 연결선 27">
            <a:extLst>
              <a:ext uri="{FF2B5EF4-FFF2-40B4-BE49-F238E27FC236}">
                <a16:creationId xmlns:a16="http://schemas.microsoft.com/office/drawing/2014/main" id="{E2B5D009-E771-F0BD-6D5D-D402428AAB99}"/>
              </a:ext>
            </a:extLst>
          </p:cNvPr>
          <p:cNvCxnSpPr>
            <a:cxnSpLocks/>
            <a:stCxn id="47" idx="2"/>
            <a:endCxn id="49" idx="0"/>
          </p:cNvCxnSpPr>
          <p:nvPr/>
        </p:nvCxnSpPr>
        <p:spPr>
          <a:xfrm>
            <a:off x="7077101" y="3258576"/>
            <a:ext cx="0" cy="220191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5" name="텍스트 개체 틀 3">
            <a:extLst>
              <a:ext uri="{FF2B5EF4-FFF2-40B4-BE49-F238E27FC236}">
                <a16:creationId xmlns:a16="http://schemas.microsoft.com/office/drawing/2014/main" id="{EC8863DB-E13D-914D-56AB-9D278ED09FE5}"/>
              </a:ext>
            </a:extLst>
          </p:cNvPr>
          <p:cNvSpPr txBox="1">
            <a:spLocks/>
          </p:cNvSpPr>
          <p:nvPr/>
        </p:nvSpPr>
        <p:spPr>
          <a:xfrm>
            <a:off x="1974703" y="6599410"/>
            <a:ext cx="9188597" cy="162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 AI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서비스 배포 및 운영은 기존 프로세스 준수</a:t>
            </a:r>
          </a:p>
        </p:txBody>
      </p:sp>
    </p:spTree>
    <p:extLst>
      <p:ext uri="{BB962C8B-B14F-4D97-AF65-F5344CB8AC3E}">
        <p14:creationId xmlns:p14="http://schemas.microsoft.com/office/powerpoint/2010/main" val="3565283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9F1D0-766A-A343-D1FC-AF734103A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2E3F43-BA4F-FB06-7621-8E21074351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3. AI</a:t>
            </a:r>
            <a:r>
              <a:rPr lang="ko-KR" altLang="en-US" dirty="0"/>
              <a:t>거버넌스 프로세스 </a:t>
            </a:r>
            <a:r>
              <a:rPr lang="en-US" altLang="ko-KR" dirty="0"/>
              <a:t>(</a:t>
            </a:r>
            <a:r>
              <a:rPr lang="ko-KR" altLang="en-US" dirty="0" err="1"/>
              <a:t>중위험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90EC2C-EE13-AE9D-DD04-27DBC6F1A965}"/>
              </a:ext>
            </a:extLst>
          </p:cNvPr>
          <p:cNvSpPr/>
          <p:nvPr/>
        </p:nvSpPr>
        <p:spPr>
          <a:xfrm>
            <a:off x="1028699" y="3429000"/>
            <a:ext cx="10890355" cy="1550441"/>
          </a:xfrm>
          <a:prstGeom prst="rect">
            <a:avLst/>
          </a:prstGeom>
          <a:solidFill>
            <a:srgbClr val="00A9CE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46628A-7466-3C7E-4DFA-12E24226D336}"/>
              </a:ext>
            </a:extLst>
          </p:cNvPr>
          <p:cNvSpPr/>
          <p:nvPr/>
        </p:nvSpPr>
        <p:spPr>
          <a:xfrm>
            <a:off x="1028699" y="1736725"/>
            <a:ext cx="10890355" cy="1692275"/>
          </a:xfrm>
          <a:prstGeom prst="rect">
            <a:avLst/>
          </a:prstGeom>
          <a:solidFill>
            <a:schemeClr val="accent2">
              <a:lumMod val="20000"/>
              <a:lumOff val="80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9514D13B-952F-D44E-DFE0-4FC5DA5496A1}"/>
              </a:ext>
            </a:extLst>
          </p:cNvPr>
          <p:cNvSpPr/>
          <p:nvPr/>
        </p:nvSpPr>
        <p:spPr>
          <a:xfrm>
            <a:off x="9743958" y="1366674"/>
            <a:ext cx="2148005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도입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운영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모니터링</a:t>
            </a:r>
          </a:p>
        </p:txBody>
      </p:sp>
      <p:sp>
        <p:nvSpPr>
          <p:cNvPr id="7" name="직사각형 56">
            <a:extLst>
              <a:ext uri="{FF2B5EF4-FFF2-40B4-BE49-F238E27FC236}">
                <a16:creationId xmlns:a16="http://schemas.microsoft.com/office/drawing/2014/main" id="{897DC9CC-5E1A-39D2-F7A4-B40B5F478F2E}"/>
              </a:ext>
            </a:extLst>
          </p:cNvPr>
          <p:cNvSpPr/>
          <p:nvPr/>
        </p:nvSpPr>
        <p:spPr>
          <a:xfrm>
            <a:off x="2673350" y="2597456"/>
            <a:ext cx="1052829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기획 수립 </a:t>
            </a:r>
          </a:p>
        </p:txBody>
      </p:sp>
      <p:sp>
        <p:nvSpPr>
          <p:cNvPr id="10" name="직사각형 56">
            <a:extLst>
              <a:ext uri="{FF2B5EF4-FFF2-40B4-BE49-F238E27FC236}">
                <a16:creationId xmlns:a16="http://schemas.microsoft.com/office/drawing/2014/main" id="{C93F470F-8A47-9FB7-1D43-29DCC59CE5E5}"/>
              </a:ext>
            </a:extLst>
          </p:cNvPr>
          <p:cNvSpPr/>
          <p:nvPr/>
        </p:nvSpPr>
        <p:spPr>
          <a:xfrm>
            <a:off x="3941228" y="2597456"/>
            <a:ext cx="1052829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개발계획 수립</a:t>
            </a:r>
          </a:p>
        </p:txBody>
      </p:sp>
      <p:sp>
        <p:nvSpPr>
          <p:cNvPr id="11" name="직사각형 56">
            <a:extLst>
              <a:ext uri="{FF2B5EF4-FFF2-40B4-BE49-F238E27FC236}">
                <a16:creationId xmlns:a16="http://schemas.microsoft.com/office/drawing/2014/main" id="{79EB974E-9F92-A067-7430-3AEB032ECD8B}"/>
              </a:ext>
            </a:extLst>
          </p:cNvPr>
          <p:cNvSpPr/>
          <p:nvPr/>
        </p:nvSpPr>
        <p:spPr>
          <a:xfrm>
            <a:off x="10967468" y="1829376"/>
            <a:ext cx="924495" cy="540000"/>
          </a:xfrm>
          <a:prstGeom prst="homePlate">
            <a:avLst>
              <a:gd name="adj" fmla="val 1716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 운영</a:t>
            </a:r>
          </a:p>
        </p:txBody>
      </p:sp>
      <p:sp>
        <p:nvSpPr>
          <p:cNvPr id="12" name="사각형: 둥근 모서리 20">
            <a:extLst>
              <a:ext uri="{FF2B5EF4-FFF2-40B4-BE49-F238E27FC236}">
                <a16:creationId xmlns:a16="http://schemas.microsoft.com/office/drawing/2014/main" id="{948BBEE8-49D2-9B1C-4194-5EF8D7FF9185}"/>
              </a:ext>
            </a:extLst>
          </p:cNvPr>
          <p:cNvSpPr/>
          <p:nvPr/>
        </p:nvSpPr>
        <p:spPr>
          <a:xfrm>
            <a:off x="1117600" y="1366674"/>
            <a:ext cx="5257800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기획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설계</a:t>
            </a:r>
          </a:p>
        </p:txBody>
      </p:sp>
      <p:sp>
        <p:nvSpPr>
          <p:cNvPr id="13" name="직사각형 56">
            <a:extLst>
              <a:ext uri="{FF2B5EF4-FFF2-40B4-BE49-F238E27FC236}">
                <a16:creationId xmlns:a16="http://schemas.microsoft.com/office/drawing/2014/main" id="{0B4408F5-2F03-8FBD-D9F4-66CF9FE45E19}"/>
              </a:ext>
            </a:extLst>
          </p:cNvPr>
          <p:cNvSpPr/>
          <p:nvPr/>
        </p:nvSpPr>
        <p:spPr>
          <a:xfrm>
            <a:off x="2667304" y="1829376"/>
            <a:ext cx="1066495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BA 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접수 </a:t>
            </a:r>
            <a:endParaRPr lang="en-US" altLang="ko-KR" sz="10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및 팀장 결재</a:t>
            </a:r>
          </a:p>
        </p:txBody>
      </p:sp>
      <p:sp>
        <p:nvSpPr>
          <p:cNvPr id="15" name="직사각형 56">
            <a:extLst>
              <a:ext uri="{FF2B5EF4-FFF2-40B4-BE49-F238E27FC236}">
                <a16:creationId xmlns:a16="http://schemas.microsoft.com/office/drawing/2014/main" id="{3B3DE50A-ECEB-2C26-A5D1-2D388619F347}"/>
              </a:ext>
            </a:extLst>
          </p:cNvPr>
          <p:cNvSpPr/>
          <p:nvPr/>
        </p:nvSpPr>
        <p:spPr>
          <a:xfrm>
            <a:off x="5209401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PMO 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결재</a:t>
            </a:r>
          </a:p>
        </p:txBody>
      </p:sp>
      <p:sp>
        <p:nvSpPr>
          <p:cNvPr id="16" name="직사각형 56">
            <a:extLst>
              <a:ext uri="{FF2B5EF4-FFF2-40B4-BE49-F238E27FC236}">
                <a16:creationId xmlns:a16="http://schemas.microsoft.com/office/drawing/2014/main" id="{7BD295F0-67CC-B80C-B7F3-DDDCEF83DD2D}"/>
              </a:ext>
            </a:extLst>
          </p:cNvPr>
          <p:cNvSpPr/>
          <p:nvPr/>
        </p:nvSpPr>
        <p:spPr>
          <a:xfrm>
            <a:off x="5844927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보안</a:t>
            </a:r>
            <a:b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담당자 결재</a:t>
            </a:r>
          </a:p>
        </p:txBody>
      </p:sp>
      <p:sp>
        <p:nvSpPr>
          <p:cNvPr id="17" name="직사각형 56">
            <a:extLst>
              <a:ext uri="{FF2B5EF4-FFF2-40B4-BE49-F238E27FC236}">
                <a16:creationId xmlns:a16="http://schemas.microsoft.com/office/drawing/2014/main" id="{AF1DDCD6-339C-6143-DF44-F4C6DAE8C346}"/>
              </a:ext>
            </a:extLst>
          </p:cNvPr>
          <p:cNvSpPr/>
          <p:nvPr/>
        </p:nvSpPr>
        <p:spPr>
          <a:xfrm>
            <a:off x="6471077" y="1829376"/>
            <a:ext cx="3186194" cy="540000"/>
          </a:xfrm>
          <a:prstGeom prst="homePlate">
            <a:avLst>
              <a:gd name="adj" fmla="val 18358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프로젝트 수행</a:t>
            </a:r>
          </a:p>
        </p:txBody>
      </p:sp>
      <p:sp>
        <p:nvSpPr>
          <p:cNvPr id="18" name="사각형: 둥근 모서리 20">
            <a:extLst>
              <a:ext uri="{FF2B5EF4-FFF2-40B4-BE49-F238E27FC236}">
                <a16:creationId xmlns:a16="http://schemas.microsoft.com/office/drawing/2014/main" id="{9AF6C02F-DFBA-E351-E4EA-5B68EF1867BC}"/>
              </a:ext>
            </a:extLst>
          </p:cNvPr>
          <p:cNvSpPr/>
          <p:nvPr/>
        </p:nvSpPr>
        <p:spPr>
          <a:xfrm>
            <a:off x="6484122" y="1366674"/>
            <a:ext cx="1310442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개발</a:t>
            </a:r>
          </a:p>
        </p:txBody>
      </p:sp>
      <p:sp>
        <p:nvSpPr>
          <p:cNvPr id="19" name="사각형: 둥근 모서리 20">
            <a:extLst>
              <a:ext uri="{FF2B5EF4-FFF2-40B4-BE49-F238E27FC236}">
                <a16:creationId xmlns:a16="http://schemas.microsoft.com/office/drawing/2014/main" id="{19CE7BC7-5FA8-A6FC-1F94-D2D2E220C5A5}"/>
              </a:ext>
            </a:extLst>
          </p:cNvPr>
          <p:cNvSpPr/>
          <p:nvPr/>
        </p:nvSpPr>
        <p:spPr>
          <a:xfrm>
            <a:off x="7846257" y="1366674"/>
            <a:ext cx="1707318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검증</a:t>
            </a:r>
          </a:p>
        </p:txBody>
      </p:sp>
      <p:sp>
        <p:nvSpPr>
          <p:cNvPr id="20" name="Google Shape;134;p5">
            <a:extLst>
              <a:ext uri="{FF2B5EF4-FFF2-40B4-BE49-F238E27FC236}">
                <a16:creationId xmlns:a16="http://schemas.microsoft.com/office/drawing/2014/main" id="{DC574F67-90D8-9EA6-F6E3-AF61BFC62658}"/>
              </a:ext>
            </a:extLst>
          </p:cNvPr>
          <p:cNvSpPr/>
          <p:nvPr/>
        </p:nvSpPr>
        <p:spPr>
          <a:xfrm>
            <a:off x="334963" y="1736725"/>
            <a:ext cx="681037" cy="4787901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AI</a:t>
            </a:r>
          </a:p>
          <a:p>
            <a:pPr algn="ctr"/>
            <a:r>
              <a:rPr lang="ko-KR" altLang="en-US" sz="14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거버넌스 업무</a:t>
            </a:r>
            <a:endParaRPr lang="en-US" altLang="ko-KR" sz="1400" b="1" spc="-15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sym typeface="Arial"/>
            </a:endParaRPr>
          </a:p>
        </p:txBody>
      </p:sp>
      <p:sp>
        <p:nvSpPr>
          <p:cNvPr id="22" name="사각형: 둥근 모서리 20">
            <a:extLst>
              <a:ext uri="{FF2B5EF4-FFF2-40B4-BE49-F238E27FC236}">
                <a16:creationId xmlns:a16="http://schemas.microsoft.com/office/drawing/2014/main" id="{E7A597A0-86B6-4DA0-5172-007129D37D3D}"/>
              </a:ext>
            </a:extLst>
          </p:cNvPr>
          <p:cNvSpPr/>
          <p:nvPr/>
        </p:nvSpPr>
        <p:spPr>
          <a:xfrm>
            <a:off x="334963" y="1366674"/>
            <a:ext cx="693737" cy="319758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구분</a:t>
            </a:r>
            <a:endParaRPr lang="en" altLang="ko-KR" sz="14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23" name="Google Shape;134;p5">
            <a:extLst>
              <a:ext uri="{FF2B5EF4-FFF2-40B4-BE49-F238E27FC236}">
                <a16:creationId xmlns:a16="http://schemas.microsoft.com/office/drawing/2014/main" id="{3D5BF4A3-4A57-72DF-1F21-7046111B342B}"/>
              </a:ext>
            </a:extLst>
          </p:cNvPr>
          <p:cNvSpPr/>
          <p:nvPr/>
        </p:nvSpPr>
        <p:spPr>
          <a:xfrm>
            <a:off x="1071923" y="1780349"/>
            <a:ext cx="221213" cy="1597151"/>
          </a:xfrm>
          <a:prstGeom prst="rect">
            <a:avLst/>
          </a:prstGeom>
          <a:solidFill>
            <a:srgbClr val="F58220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0" tIns="0" rIns="0" bIns="0" rtlCol="0" anchor="ctr"/>
          <a:lstStyle/>
          <a:p>
            <a:pPr algn="ctr"/>
            <a:r>
              <a:rPr lang="en-US" altLang="ko-KR" sz="11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ITSM*</a:t>
            </a:r>
            <a:endParaRPr lang="ko-KR" altLang="en-US" sz="1100" b="1" spc="-15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sym typeface="Arial"/>
            </a:endParaRPr>
          </a:p>
        </p:txBody>
      </p:sp>
      <p:sp>
        <p:nvSpPr>
          <p:cNvPr id="25" name="직사각형 56">
            <a:extLst>
              <a:ext uri="{FF2B5EF4-FFF2-40B4-BE49-F238E27FC236}">
                <a16:creationId xmlns:a16="http://schemas.microsoft.com/office/drawing/2014/main" id="{CE25964F-FF4A-A34F-14FE-2D022B4A54A0}"/>
              </a:ext>
            </a:extLst>
          </p:cNvPr>
          <p:cNvSpPr/>
          <p:nvPr/>
        </p:nvSpPr>
        <p:spPr>
          <a:xfrm>
            <a:off x="9743958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PMO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종료</a:t>
            </a:r>
          </a:p>
        </p:txBody>
      </p:sp>
      <p:sp>
        <p:nvSpPr>
          <p:cNvPr id="31" name="직사각형 56">
            <a:extLst>
              <a:ext uri="{FF2B5EF4-FFF2-40B4-BE49-F238E27FC236}">
                <a16:creationId xmlns:a16="http://schemas.microsoft.com/office/drawing/2014/main" id="{C52D9D70-FFF8-2276-368B-7607848E0FAC}"/>
              </a:ext>
            </a:extLst>
          </p:cNvPr>
          <p:cNvSpPr/>
          <p:nvPr/>
        </p:nvSpPr>
        <p:spPr>
          <a:xfrm>
            <a:off x="10337952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완료 </a:t>
            </a:r>
          </a:p>
        </p:txBody>
      </p:sp>
      <p:sp>
        <p:nvSpPr>
          <p:cNvPr id="32" name="직사각형 56">
            <a:extLst>
              <a:ext uri="{FF2B5EF4-FFF2-40B4-BE49-F238E27FC236}">
                <a16:creationId xmlns:a16="http://schemas.microsoft.com/office/drawing/2014/main" id="{59B45762-9A62-FE5F-845B-4AF4DF0666BB}"/>
              </a:ext>
            </a:extLst>
          </p:cNvPr>
          <p:cNvSpPr/>
          <p:nvPr/>
        </p:nvSpPr>
        <p:spPr>
          <a:xfrm>
            <a:off x="2673350" y="3865661"/>
            <a:ext cx="1052829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영향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안전성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식별 및 평가</a:t>
            </a:r>
          </a:p>
        </p:txBody>
      </p:sp>
      <p:sp>
        <p:nvSpPr>
          <p:cNvPr id="33" name="직사각형 56">
            <a:extLst>
              <a:ext uri="{FF2B5EF4-FFF2-40B4-BE49-F238E27FC236}">
                <a16:creationId xmlns:a16="http://schemas.microsoft.com/office/drawing/2014/main" id="{4869BAB2-D0CE-568E-B9B3-CB638923138F}"/>
              </a:ext>
            </a:extLst>
          </p:cNvPr>
          <p:cNvSpPr/>
          <p:nvPr/>
        </p:nvSpPr>
        <p:spPr>
          <a:xfrm>
            <a:off x="2673351" y="5460493"/>
            <a:ext cx="2343147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위험관리 계획 수립</a:t>
            </a:r>
          </a:p>
        </p:txBody>
      </p:sp>
      <p:cxnSp>
        <p:nvCxnSpPr>
          <p:cNvPr id="34" name="연결선: 꺾임 26">
            <a:extLst>
              <a:ext uri="{FF2B5EF4-FFF2-40B4-BE49-F238E27FC236}">
                <a16:creationId xmlns:a16="http://schemas.microsoft.com/office/drawing/2014/main" id="{A8A725E0-926B-1968-F6F0-4B4C2B7D5DB5}"/>
              </a:ext>
            </a:extLst>
          </p:cNvPr>
          <p:cNvCxnSpPr>
            <a:cxnSpLocks/>
            <a:stCxn id="32" idx="3"/>
            <a:endCxn id="10" idx="1"/>
          </p:cNvCxnSpPr>
          <p:nvPr/>
        </p:nvCxnSpPr>
        <p:spPr>
          <a:xfrm flipV="1">
            <a:off x="3726179" y="2928016"/>
            <a:ext cx="215049" cy="126820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5" name="직선 화살표 연결선 27">
            <a:extLst>
              <a:ext uri="{FF2B5EF4-FFF2-40B4-BE49-F238E27FC236}">
                <a16:creationId xmlns:a16="http://schemas.microsoft.com/office/drawing/2014/main" id="{8CEE5770-C735-4221-0D40-A08F9B4A9C62}"/>
              </a:ext>
            </a:extLst>
          </p:cNvPr>
          <p:cNvCxnSpPr>
            <a:cxnSpLocks/>
            <a:stCxn id="10" idx="3"/>
            <a:endCxn id="45" idx="1"/>
          </p:cNvCxnSpPr>
          <p:nvPr/>
        </p:nvCxnSpPr>
        <p:spPr>
          <a:xfrm>
            <a:off x="4994057" y="2928016"/>
            <a:ext cx="204471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6" name="직선 화살표 연결선 27">
            <a:extLst>
              <a:ext uri="{FF2B5EF4-FFF2-40B4-BE49-F238E27FC236}">
                <a16:creationId xmlns:a16="http://schemas.microsoft.com/office/drawing/2014/main" id="{F88AE69A-CB10-D6AA-B91B-A76AAE3C452A}"/>
              </a:ext>
            </a:extLst>
          </p:cNvPr>
          <p:cNvCxnSpPr>
            <a:cxnSpLocks/>
            <a:stCxn id="7" idx="2"/>
            <a:endCxn id="32" idx="0"/>
          </p:cNvCxnSpPr>
          <p:nvPr/>
        </p:nvCxnSpPr>
        <p:spPr>
          <a:xfrm>
            <a:off x="3199765" y="3258576"/>
            <a:ext cx="0" cy="607085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9" name="연결선: 꺾임 26">
            <a:extLst>
              <a:ext uri="{FF2B5EF4-FFF2-40B4-BE49-F238E27FC236}">
                <a16:creationId xmlns:a16="http://schemas.microsoft.com/office/drawing/2014/main" id="{C1C44A56-F0A0-C0DD-9B2B-70F67126BC4A}"/>
              </a:ext>
            </a:extLst>
          </p:cNvPr>
          <p:cNvCxnSpPr>
            <a:cxnSpLocks/>
            <a:stCxn id="49" idx="3"/>
            <a:endCxn id="51" idx="1"/>
          </p:cNvCxnSpPr>
          <p:nvPr/>
        </p:nvCxnSpPr>
        <p:spPr>
          <a:xfrm flipV="1">
            <a:off x="7528677" y="2928016"/>
            <a:ext cx="521509" cy="2863037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rgbClr val="FFC000"/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0" name="직선 화살표 연결선 27">
            <a:extLst>
              <a:ext uri="{FF2B5EF4-FFF2-40B4-BE49-F238E27FC236}">
                <a16:creationId xmlns:a16="http://schemas.microsoft.com/office/drawing/2014/main" id="{9CDDCBBC-6900-6304-F83E-3C318B38AFA6}"/>
              </a:ext>
            </a:extLst>
          </p:cNvPr>
          <p:cNvCxnSpPr>
            <a:cxnSpLocks/>
            <a:stCxn id="47" idx="2"/>
            <a:endCxn id="49" idx="0"/>
          </p:cNvCxnSpPr>
          <p:nvPr/>
        </p:nvCxnSpPr>
        <p:spPr>
          <a:xfrm>
            <a:off x="7001275" y="3258576"/>
            <a:ext cx="2" cy="220191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1" name="Google Shape;134;p5">
            <a:extLst>
              <a:ext uri="{FF2B5EF4-FFF2-40B4-BE49-F238E27FC236}">
                <a16:creationId xmlns:a16="http://schemas.microsoft.com/office/drawing/2014/main" id="{24F33394-DED2-DA0E-939D-886068F0821F}"/>
              </a:ext>
            </a:extLst>
          </p:cNvPr>
          <p:cNvSpPr/>
          <p:nvPr/>
        </p:nvSpPr>
        <p:spPr>
          <a:xfrm>
            <a:off x="1071923" y="3478053"/>
            <a:ext cx="221213" cy="1456498"/>
          </a:xfrm>
          <a:prstGeom prst="rect">
            <a:avLst/>
          </a:prstGeom>
          <a:solidFill>
            <a:srgbClr val="00A9CE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0" tIns="0" rIns="0" bIns="0" rtlCol="0" anchor="ctr"/>
          <a:lstStyle/>
          <a:p>
            <a:pPr algn="ctr"/>
            <a:r>
              <a:rPr lang="ko-KR" altLang="en-US" sz="11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위험평가시스템</a:t>
            </a:r>
          </a:p>
        </p:txBody>
      </p:sp>
      <p:sp>
        <p:nvSpPr>
          <p:cNvPr id="42" name="Google Shape;134;p5">
            <a:extLst>
              <a:ext uri="{FF2B5EF4-FFF2-40B4-BE49-F238E27FC236}">
                <a16:creationId xmlns:a16="http://schemas.microsoft.com/office/drawing/2014/main" id="{1F7EF86B-4E54-23B9-BEF4-747120FD2D74}"/>
              </a:ext>
            </a:extLst>
          </p:cNvPr>
          <p:cNvSpPr/>
          <p:nvPr/>
        </p:nvSpPr>
        <p:spPr>
          <a:xfrm>
            <a:off x="1071923" y="5068127"/>
            <a:ext cx="221213" cy="14564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0" tIns="0" rIns="0" bIns="0" rtlCol="0" anchor="ctr"/>
          <a:lstStyle/>
          <a:p>
            <a:pPr algn="ctr"/>
            <a:r>
              <a:rPr lang="ko-KR" altLang="en-US" sz="11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위험관리시스템</a:t>
            </a:r>
          </a:p>
        </p:txBody>
      </p:sp>
      <p:cxnSp>
        <p:nvCxnSpPr>
          <p:cNvPr id="43" name="연결선: 꺾임 26">
            <a:extLst>
              <a:ext uri="{FF2B5EF4-FFF2-40B4-BE49-F238E27FC236}">
                <a16:creationId xmlns:a16="http://schemas.microsoft.com/office/drawing/2014/main" id="{182D0756-C3F4-C0CB-C663-BB516E5D03E3}"/>
              </a:ext>
            </a:extLst>
          </p:cNvPr>
          <p:cNvCxnSpPr>
            <a:cxnSpLocks/>
            <a:stCxn id="33" idx="3"/>
            <a:endCxn id="45" idx="1"/>
          </p:cNvCxnSpPr>
          <p:nvPr/>
        </p:nvCxnSpPr>
        <p:spPr>
          <a:xfrm flipV="1">
            <a:off x="5016498" y="2928016"/>
            <a:ext cx="182030" cy="286303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4" name="직선 화살표 연결선 27">
            <a:extLst>
              <a:ext uri="{FF2B5EF4-FFF2-40B4-BE49-F238E27FC236}">
                <a16:creationId xmlns:a16="http://schemas.microsoft.com/office/drawing/2014/main" id="{62074AC6-C0EC-6856-E15D-5992D1B6F32F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3199765" y="4526781"/>
            <a:ext cx="0" cy="933712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5" name="직사각형 56">
            <a:extLst>
              <a:ext uri="{FF2B5EF4-FFF2-40B4-BE49-F238E27FC236}">
                <a16:creationId xmlns:a16="http://schemas.microsoft.com/office/drawing/2014/main" id="{11916714-0AD8-501B-B61A-8914B687CEC6}"/>
              </a:ext>
            </a:extLst>
          </p:cNvPr>
          <p:cNvSpPr/>
          <p:nvPr/>
        </p:nvSpPr>
        <p:spPr>
          <a:xfrm>
            <a:off x="5198528" y="2597456"/>
            <a:ext cx="1052829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 의뢰</a:t>
            </a:r>
          </a:p>
        </p:txBody>
      </p:sp>
      <p:sp>
        <p:nvSpPr>
          <p:cNvPr id="47" name="직사각형 56">
            <a:extLst>
              <a:ext uri="{FF2B5EF4-FFF2-40B4-BE49-F238E27FC236}">
                <a16:creationId xmlns:a16="http://schemas.microsoft.com/office/drawing/2014/main" id="{E8C4C3E1-81D7-C9FF-69FE-030A1F8C7738}"/>
              </a:ext>
            </a:extLst>
          </p:cNvPr>
          <p:cNvSpPr/>
          <p:nvPr/>
        </p:nvSpPr>
        <p:spPr>
          <a:xfrm>
            <a:off x="6473875" y="2597456"/>
            <a:ext cx="1054800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</a:t>
            </a:r>
          </a:p>
        </p:txBody>
      </p:sp>
      <p:sp>
        <p:nvSpPr>
          <p:cNvPr id="49" name="직사각형 56">
            <a:extLst>
              <a:ext uri="{FF2B5EF4-FFF2-40B4-BE49-F238E27FC236}">
                <a16:creationId xmlns:a16="http://schemas.microsoft.com/office/drawing/2014/main" id="{7ED7756B-10B8-BDB1-37FA-F98F37078297}"/>
              </a:ext>
            </a:extLst>
          </p:cNvPr>
          <p:cNvSpPr/>
          <p:nvPr/>
        </p:nvSpPr>
        <p:spPr>
          <a:xfrm>
            <a:off x="6473877" y="5460493"/>
            <a:ext cx="1054800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위험관리 계획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준수사항 점검</a:t>
            </a:r>
          </a:p>
        </p:txBody>
      </p:sp>
      <p:cxnSp>
        <p:nvCxnSpPr>
          <p:cNvPr id="50" name="직선 화살표 연결선 27">
            <a:extLst>
              <a:ext uri="{FF2B5EF4-FFF2-40B4-BE49-F238E27FC236}">
                <a16:creationId xmlns:a16="http://schemas.microsoft.com/office/drawing/2014/main" id="{A2CEA542-D739-1852-927E-B75966CED93E}"/>
              </a:ext>
            </a:extLst>
          </p:cNvPr>
          <p:cNvCxnSpPr>
            <a:cxnSpLocks/>
            <a:stCxn id="45" idx="3"/>
            <a:endCxn id="47" idx="1"/>
          </p:cNvCxnSpPr>
          <p:nvPr/>
        </p:nvCxnSpPr>
        <p:spPr>
          <a:xfrm>
            <a:off x="6251357" y="2928016"/>
            <a:ext cx="222518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1" name="직사각형 56">
            <a:extLst>
              <a:ext uri="{FF2B5EF4-FFF2-40B4-BE49-F238E27FC236}">
                <a16:creationId xmlns:a16="http://schemas.microsoft.com/office/drawing/2014/main" id="{3D34E6E5-DDB2-6F1F-30D4-161C7108ADD7}"/>
              </a:ext>
            </a:extLst>
          </p:cNvPr>
          <p:cNvSpPr/>
          <p:nvPr/>
        </p:nvSpPr>
        <p:spPr>
          <a:xfrm>
            <a:off x="8050186" y="2597456"/>
            <a:ext cx="7016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운영 전 검증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53" name="직사각형 56">
            <a:extLst>
              <a:ext uri="{FF2B5EF4-FFF2-40B4-BE49-F238E27FC236}">
                <a16:creationId xmlns:a16="http://schemas.microsoft.com/office/drawing/2014/main" id="{34F8BF59-E74E-A732-B9E6-8238C6686CB0}"/>
              </a:ext>
            </a:extLst>
          </p:cNvPr>
          <p:cNvSpPr/>
          <p:nvPr/>
        </p:nvSpPr>
        <p:spPr>
          <a:xfrm>
            <a:off x="9161971" y="2597456"/>
            <a:ext cx="3587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승인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요청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54" name="직사각형 56">
            <a:extLst>
              <a:ext uri="{FF2B5EF4-FFF2-40B4-BE49-F238E27FC236}">
                <a16:creationId xmlns:a16="http://schemas.microsoft.com/office/drawing/2014/main" id="{E5866218-8D03-BA56-4071-E035ADF83BDE}"/>
              </a:ext>
            </a:extLst>
          </p:cNvPr>
          <p:cNvSpPr/>
          <p:nvPr/>
        </p:nvSpPr>
        <p:spPr>
          <a:xfrm>
            <a:off x="8050186" y="5460493"/>
            <a:ext cx="702000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검증 결과 </a:t>
            </a:r>
          </a:p>
          <a:p>
            <a:pPr lvl="0" algn="ctr" defTabSz="914400">
              <a:defRPr/>
            </a:pP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적절성 확인</a:t>
            </a:r>
          </a:p>
        </p:txBody>
      </p:sp>
      <p:cxnSp>
        <p:nvCxnSpPr>
          <p:cNvPr id="57" name="직선 화살표 연결선 27">
            <a:extLst>
              <a:ext uri="{FF2B5EF4-FFF2-40B4-BE49-F238E27FC236}">
                <a16:creationId xmlns:a16="http://schemas.microsoft.com/office/drawing/2014/main" id="{182D0BB8-EDC6-0FB2-E5D6-32E4E5CAA8AD}"/>
              </a:ext>
            </a:extLst>
          </p:cNvPr>
          <p:cNvCxnSpPr>
            <a:cxnSpLocks/>
            <a:stCxn id="51" idx="2"/>
            <a:endCxn id="58" idx="0"/>
          </p:cNvCxnSpPr>
          <p:nvPr/>
        </p:nvCxnSpPr>
        <p:spPr>
          <a:xfrm>
            <a:off x="8400998" y="3258576"/>
            <a:ext cx="0" cy="607085"/>
          </a:xfrm>
          <a:prstGeom prst="straightConnector1">
            <a:avLst/>
          </a:prstGeom>
          <a:noFill/>
          <a:ln w="28575" cap="flat" cmpd="sng" algn="ctr">
            <a:solidFill>
              <a:srgbClr val="FFC000"/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8" name="직사각형 56">
            <a:extLst>
              <a:ext uri="{FF2B5EF4-FFF2-40B4-BE49-F238E27FC236}">
                <a16:creationId xmlns:a16="http://schemas.microsoft.com/office/drawing/2014/main" id="{88BD9343-7C33-A2F5-7C35-3BC4BEAE3B28}"/>
              </a:ext>
            </a:extLst>
          </p:cNvPr>
          <p:cNvSpPr/>
          <p:nvPr/>
        </p:nvSpPr>
        <p:spPr>
          <a:xfrm>
            <a:off x="8050186" y="3865661"/>
            <a:ext cx="701624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서비스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운영 전 검증 지원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</p:txBody>
      </p:sp>
      <p:cxnSp>
        <p:nvCxnSpPr>
          <p:cNvPr id="60" name="직선 화살표 연결선 27">
            <a:extLst>
              <a:ext uri="{FF2B5EF4-FFF2-40B4-BE49-F238E27FC236}">
                <a16:creationId xmlns:a16="http://schemas.microsoft.com/office/drawing/2014/main" id="{08A456E6-1073-D464-A64B-F000BA18B52F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8400998" y="4526781"/>
            <a:ext cx="0" cy="933712"/>
          </a:xfrm>
          <a:prstGeom prst="straightConnector1">
            <a:avLst/>
          </a:prstGeom>
          <a:noFill/>
          <a:ln w="28575" cap="flat" cmpd="sng" algn="ctr">
            <a:solidFill>
              <a:srgbClr val="FFC000"/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63" name="직사각형 56">
            <a:extLst>
              <a:ext uri="{FF2B5EF4-FFF2-40B4-BE49-F238E27FC236}">
                <a16:creationId xmlns:a16="http://schemas.microsoft.com/office/drawing/2014/main" id="{AA90ED1E-E1FF-C53B-671A-E22BD6B98323}"/>
              </a:ext>
            </a:extLst>
          </p:cNvPr>
          <p:cNvSpPr/>
          <p:nvPr/>
        </p:nvSpPr>
        <p:spPr>
          <a:xfrm>
            <a:off x="9743957" y="5460493"/>
            <a:ext cx="1054800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위험관리 계획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이행 확인 후 승인</a:t>
            </a:r>
          </a:p>
        </p:txBody>
      </p:sp>
      <p:cxnSp>
        <p:nvCxnSpPr>
          <p:cNvPr id="576" name="연결선: 꺾임 26">
            <a:extLst>
              <a:ext uri="{FF2B5EF4-FFF2-40B4-BE49-F238E27FC236}">
                <a16:creationId xmlns:a16="http://schemas.microsoft.com/office/drawing/2014/main" id="{2FEB8EC2-2348-5246-099F-1A9622F28428}"/>
              </a:ext>
            </a:extLst>
          </p:cNvPr>
          <p:cNvCxnSpPr>
            <a:cxnSpLocks/>
            <a:stCxn id="53" idx="3"/>
            <a:endCxn id="63" idx="1"/>
          </p:cNvCxnSpPr>
          <p:nvPr/>
        </p:nvCxnSpPr>
        <p:spPr>
          <a:xfrm>
            <a:off x="9520695" y="2928016"/>
            <a:ext cx="223262" cy="2863037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rgbClr val="FFC000"/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77" name="직사각형 56">
            <a:extLst>
              <a:ext uri="{FF2B5EF4-FFF2-40B4-BE49-F238E27FC236}">
                <a16:creationId xmlns:a16="http://schemas.microsoft.com/office/drawing/2014/main" id="{01C32B09-47D6-3624-A203-C1624F6B3D92}"/>
              </a:ext>
            </a:extLst>
          </p:cNvPr>
          <p:cNvSpPr/>
          <p:nvPr/>
        </p:nvSpPr>
        <p:spPr>
          <a:xfrm>
            <a:off x="10967468" y="2597456"/>
            <a:ext cx="870888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배포 및 운영 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*</a:t>
            </a:r>
          </a:p>
        </p:txBody>
      </p:sp>
      <p:cxnSp>
        <p:nvCxnSpPr>
          <p:cNvPr id="578" name="연결선: 꺾임 26">
            <a:extLst>
              <a:ext uri="{FF2B5EF4-FFF2-40B4-BE49-F238E27FC236}">
                <a16:creationId xmlns:a16="http://schemas.microsoft.com/office/drawing/2014/main" id="{7A214C09-2077-8454-CD50-054CAB031E4E}"/>
              </a:ext>
            </a:extLst>
          </p:cNvPr>
          <p:cNvCxnSpPr>
            <a:cxnSpLocks/>
            <a:stCxn id="63" idx="3"/>
            <a:endCxn id="577" idx="1"/>
          </p:cNvCxnSpPr>
          <p:nvPr/>
        </p:nvCxnSpPr>
        <p:spPr>
          <a:xfrm flipV="1">
            <a:off x="10798757" y="2928016"/>
            <a:ext cx="168711" cy="286303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79" name="직사각형 56">
            <a:extLst>
              <a:ext uri="{FF2B5EF4-FFF2-40B4-BE49-F238E27FC236}">
                <a16:creationId xmlns:a16="http://schemas.microsoft.com/office/drawing/2014/main" id="{1407B6F1-20F7-F138-4488-3E15CBD31BB9}"/>
              </a:ext>
            </a:extLst>
          </p:cNvPr>
          <p:cNvSpPr/>
          <p:nvPr/>
        </p:nvSpPr>
        <p:spPr>
          <a:xfrm>
            <a:off x="3941228" y="1829376"/>
            <a:ext cx="1066495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IT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담당자</a:t>
            </a:r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접수 </a:t>
            </a:r>
            <a:b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및 팀장 결재</a:t>
            </a:r>
          </a:p>
        </p:txBody>
      </p:sp>
      <p:sp>
        <p:nvSpPr>
          <p:cNvPr id="580" name="직사각형 56">
            <a:extLst>
              <a:ext uri="{FF2B5EF4-FFF2-40B4-BE49-F238E27FC236}">
                <a16:creationId xmlns:a16="http://schemas.microsoft.com/office/drawing/2014/main" id="{111D1998-2C1F-3074-7D6B-98F8DA7BAC47}"/>
              </a:ext>
            </a:extLst>
          </p:cNvPr>
          <p:cNvSpPr/>
          <p:nvPr/>
        </p:nvSpPr>
        <p:spPr>
          <a:xfrm>
            <a:off x="1460804" y="1829376"/>
            <a:ext cx="1066495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요청서 작성</a:t>
            </a:r>
            <a:b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및 팀장 결재</a:t>
            </a:r>
          </a:p>
        </p:txBody>
      </p: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F0427E59-8874-1E90-CD68-B31E3A7BA68F}"/>
              </a:ext>
            </a:extLst>
          </p:cNvPr>
          <p:cNvGrpSpPr/>
          <p:nvPr/>
        </p:nvGrpSpPr>
        <p:grpSpPr>
          <a:xfrm>
            <a:off x="10155937" y="776270"/>
            <a:ext cx="1734011" cy="527178"/>
            <a:chOff x="10104345" y="472440"/>
            <a:chExt cx="1734011" cy="791125"/>
          </a:xfrm>
        </p:grpSpPr>
        <p:sp>
          <p:nvSpPr>
            <p:cNvPr id="582" name="Rectangle: Rounded Corners 581">
              <a:extLst>
                <a:ext uri="{FF2B5EF4-FFF2-40B4-BE49-F238E27FC236}">
                  <a16:creationId xmlns:a16="http://schemas.microsoft.com/office/drawing/2014/main" id="{28252D3C-AA7C-0C49-D94D-269CC7D509D3}"/>
                </a:ext>
              </a:extLst>
            </p:cNvPr>
            <p:cNvSpPr/>
            <p:nvPr/>
          </p:nvSpPr>
          <p:spPr>
            <a:xfrm>
              <a:off x="10365278" y="472440"/>
              <a:ext cx="1473078" cy="791125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3" name="직사각형 14">
              <a:extLst>
                <a:ext uri="{FF2B5EF4-FFF2-40B4-BE49-F238E27FC236}">
                  <a16:creationId xmlns:a16="http://schemas.microsoft.com/office/drawing/2014/main" id="{04328A83-8DE3-0598-9FDE-1FB2B3747080}"/>
                </a:ext>
              </a:extLst>
            </p:cNvPr>
            <p:cNvSpPr/>
            <p:nvPr/>
          </p:nvSpPr>
          <p:spPr>
            <a:xfrm>
              <a:off x="10505955" y="773624"/>
              <a:ext cx="1261638" cy="19782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기존 </a:t>
              </a:r>
              <a:r>
                <a:rPr lang="en-US" altLang="ko-KR" sz="800">
                  <a:solidFill>
                    <a:schemeClr val="tx1"/>
                  </a:solidFill>
                  <a:latin typeface="+mj-ea"/>
                  <a:ea typeface="+mj-ea"/>
                </a:rPr>
                <a:t>ITSM </a:t>
              </a:r>
              <a:r>
                <a:rPr lang="ko-KR" altLang="en-US" sz="800">
                  <a:solidFill>
                    <a:schemeClr val="tx1"/>
                  </a:solidFill>
                  <a:latin typeface="+mj-ea"/>
                  <a:ea typeface="+mj-ea"/>
                </a:rPr>
                <a:t>연계 </a:t>
              </a:r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프로세스</a:t>
              </a:r>
            </a:p>
          </p:txBody>
        </p:sp>
        <p:sp>
          <p:nvSpPr>
            <p:cNvPr id="584" name="직사각형 15">
              <a:extLst>
                <a:ext uri="{FF2B5EF4-FFF2-40B4-BE49-F238E27FC236}">
                  <a16:creationId xmlns:a16="http://schemas.microsoft.com/office/drawing/2014/main" id="{7ECFB7CE-475F-28D8-243E-8D7BB8E42E97}"/>
                </a:ext>
              </a:extLst>
            </p:cNvPr>
            <p:cNvSpPr/>
            <p:nvPr/>
          </p:nvSpPr>
          <p:spPr>
            <a:xfrm>
              <a:off x="10505955" y="1014892"/>
              <a:ext cx="1261638" cy="197822"/>
            </a:xfrm>
            <a:prstGeom prst="rect">
              <a:avLst/>
            </a:prstGeom>
            <a:solidFill>
              <a:srgbClr val="8DC8E8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신규 프로세스</a:t>
              </a:r>
            </a:p>
          </p:txBody>
        </p:sp>
        <p:sp>
          <p:nvSpPr>
            <p:cNvPr id="585" name="직사각형 16">
              <a:extLst>
                <a:ext uri="{FF2B5EF4-FFF2-40B4-BE49-F238E27FC236}">
                  <a16:creationId xmlns:a16="http://schemas.microsoft.com/office/drawing/2014/main" id="{130CD391-6AAB-B609-A54B-2D2BB016204F}"/>
                </a:ext>
              </a:extLst>
            </p:cNvPr>
            <p:cNvSpPr/>
            <p:nvPr/>
          </p:nvSpPr>
          <p:spPr>
            <a:xfrm>
              <a:off x="10505955" y="534318"/>
              <a:ext cx="1261638" cy="197822"/>
            </a:xfrm>
            <a:prstGeom prst="rect">
              <a:avLst/>
            </a:prstGeom>
            <a:solidFill>
              <a:srgbClr val="F8CBAD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기존 </a:t>
              </a:r>
              <a:r>
                <a:rPr lang="en-US" altLang="ko-KR" sz="8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ITSM </a:t>
              </a:r>
              <a:r>
                <a:rPr lang="ko-KR" altLang="en-US" sz="8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프로세스</a:t>
              </a:r>
            </a:p>
          </p:txBody>
        </p:sp>
        <p:sp>
          <p:nvSpPr>
            <p:cNvPr id="586" name="TextBox 585">
              <a:extLst>
                <a:ext uri="{FF2B5EF4-FFF2-40B4-BE49-F238E27FC236}">
                  <a16:creationId xmlns:a16="http://schemas.microsoft.com/office/drawing/2014/main" id="{C80CF9D5-80DF-12BC-55B6-E23B09C68CA4}"/>
                </a:ext>
              </a:extLst>
            </p:cNvPr>
            <p:cNvSpPr txBox="1"/>
            <p:nvPr/>
          </p:nvSpPr>
          <p:spPr>
            <a:xfrm>
              <a:off x="10104345" y="769752"/>
              <a:ext cx="360000" cy="19373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ko-KR" altLang="en-US" sz="800" b="1" dirty="0">
                  <a:latin typeface="+mn-ea"/>
                </a:rPr>
                <a:t>범례</a:t>
              </a:r>
              <a:r>
                <a:rPr lang="en-US" altLang="ko-KR" sz="800" b="1" dirty="0">
                  <a:latin typeface="+mn-ea"/>
                </a:rPr>
                <a:t>:</a:t>
              </a:r>
              <a:endParaRPr lang="ko-KR" altLang="en-US" sz="800" b="1" dirty="0">
                <a:latin typeface="+mn-ea"/>
              </a:endParaRPr>
            </a:p>
          </p:txBody>
        </p:sp>
      </p:grp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5E7004-076D-3B53-881D-D64406A8865D}"/>
              </a:ext>
            </a:extLst>
          </p:cNvPr>
          <p:cNvSpPr txBox="1">
            <a:spLocks/>
          </p:cNvSpPr>
          <p:nvPr/>
        </p:nvSpPr>
        <p:spPr>
          <a:xfrm>
            <a:off x="371963" y="813435"/>
            <a:ext cx="11520000" cy="3254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AI</a:t>
            </a:r>
            <a:r>
              <a:rPr lang="ko-KR" altLang="en-US"/>
              <a:t>서비스 개발 단계별로 준수해야 할 </a:t>
            </a:r>
            <a:r>
              <a:rPr lang="en-US" altLang="ko-KR"/>
              <a:t>AI</a:t>
            </a:r>
            <a:r>
              <a:rPr lang="ko-KR" altLang="en-US"/>
              <a:t>거버넌스 표준 프로세스를 다음과 같이 정의함</a:t>
            </a:r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E40C5981-9398-E225-DBFF-32C58413CBA3}"/>
              </a:ext>
            </a:extLst>
          </p:cNvPr>
          <p:cNvSpPr txBox="1">
            <a:spLocks/>
          </p:cNvSpPr>
          <p:nvPr/>
        </p:nvSpPr>
        <p:spPr>
          <a:xfrm>
            <a:off x="1974703" y="6599410"/>
            <a:ext cx="9188597" cy="162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 AI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서비스 배포 및 운영은 기존 프로세스 준수</a:t>
            </a:r>
          </a:p>
        </p:txBody>
      </p:sp>
      <p:cxnSp>
        <p:nvCxnSpPr>
          <p:cNvPr id="9" name="연결선: 꺾임 26">
            <a:extLst>
              <a:ext uri="{FF2B5EF4-FFF2-40B4-BE49-F238E27FC236}">
                <a16:creationId xmlns:a16="http://schemas.microsoft.com/office/drawing/2014/main" id="{959C96F1-3DF4-A6FF-3B7E-F50DF8C6E5F5}"/>
              </a:ext>
            </a:extLst>
          </p:cNvPr>
          <p:cNvCxnSpPr>
            <a:cxnSpLocks/>
            <a:stCxn id="54" idx="3"/>
            <a:endCxn id="53" idx="1"/>
          </p:cNvCxnSpPr>
          <p:nvPr/>
        </p:nvCxnSpPr>
        <p:spPr>
          <a:xfrm flipV="1">
            <a:off x="8752186" y="2928016"/>
            <a:ext cx="409785" cy="2863037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rgbClr val="FFC000"/>
            </a:solidFill>
            <a:prstDash val="solid"/>
            <a:miter lim="800000"/>
            <a:tailEnd type="triangl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2986795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A0084-17A1-6E5F-040F-0ED5F0D47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838F62-ED63-CBA3-12CE-CCB3E7AFBD0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3. AI</a:t>
            </a:r>
            <a:r>
              <a:rPr lang="ko-KR" altLang="en-US" dirty="0"/>
              <a:t>거버넌스 프로세스 </a:t>
            </a:r>
            <a:r>
              <a:rPr lang="en-US" altLang="ko-KR" dirty="0"/>
              <a:t>(</a:t>
            </a:r>
            <a:r>
              <a:rPr lang="ko-KR" altLang="en-US" dirty="0"/>
              <a:t>고위험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5DDDF5-8BA7-261A-B9B7-2CDBF3E04751}"/>
              </a:ext>
            </a:extLst>
          </p:cNvPr>
          <p:cNvSpPr/>
          <p:nvPr/>
        </p:nvSpPr>
        <p:spPr>
          <a:xfrm>
            <a:off x="1028699" y="3429000"/>
            <a:ext cx="10890355" cy="1550441"/>
          </a:xfrm>
          <a:prstGeom prst="rect">
            <a:avLst/>
          </a:prstGeom>
          <a:solidFill>
            <a:srgbClr val="00A9CE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5D4756-E201-05CA-C5F6-472FC3FFD911}"/>
              </a:ext>
            </a:extLst>
          </p:cNvPr>
          <p:cNvSpPr/>
          <p:nvPr/>
        </p:nvSpPr>
        <p:spPr>
          <a:xfrm>
            <a:off x="1028699" y="1736725"/>
            <a:ext cx="10890355" cy="1692275"/>
          </a:xfrm>
          <a:prstGeom prst="rect">
            <a:avLst/>
          </a:prstGeom>
          <a:solidFill>
            <a:schemeClr val="accent2">
              <a:lumMod val="20000"/>
              <a:lumOff val="80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B19C7875-B436-2073-0DF6-854EFD7BB1D3}"/>
              </a:ext>
            </a:extLst>
          </p:cNvPr>
          <p:cNvSpPr/>
          <p:nvPr/>
        </p:nvSpPr>
        <p:spPr>
          <a:xfrm>
            <a:off x="9743958" y="1366674"/>
            <a:ext cx="2148005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도입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운영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모니터링</a:t>
            </a:r>
          </a:p>
        </p:txBody>
      </p:sp>
      <p:sp>
        <p:nvSpPr>
          <p:cNvPr id="7" name="직사각형 56">
            <a:extLst>
              <a:ext uri="{FF2B5EF4-FFF2-40B4-BE49-F238E27FC236}">
                <a16:creationId xmlns:a16="http://schemas.microsoft.com/office/drawing/2014/main" id="{219B31E3-54D5-0254-D6E9-D9EEB5718574}"/>
              </a:ext>
            </a:extLst>
          </p:cNvPr>
          <p:cNvSpPr/>
          <p:nvPr/>
        </p:nvSpPr>
        <p:spPr>
          <a:xfrm>
            <a:off x="2673350" y="2597456"/>
            <a:ext cx="1052829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기획 수립 </a:t>
            </a:r>
          </a:p>
        </p:txBody>
      </p:sp>
      <p:sp>
        <p:nvSpPr>
          <p:cNvPr id="10" name="직사각형 56">
            <a:extLst>
              <a:ext uri="{FF2B5EF4-FFF2-40B4-BE49-F238E27FC236}">
                <a16:creationId xmlns:a16="http://schemas.microsoft.com/office/drawing/2014/main" id="{081B5506-040A-0A1B-7855-97F8A4F310E7}"/>
              </a:ext>
            </a:extLst>
          </p:cNvPr>
          <p:cNvSpPr/>
          <p:nvPr/>
        </p:nvSpPr>
        <p:spPr>
          <a:xfrm>
            <a:off x="3941228" y="2597456"/>
            <a:ext cx="1052829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개발계획 수립</a:t>
            </a:r>
          </a:p>
        </p:txBody>
      </p:sp>
      <p:sp>
        <p:nvSpPr>
          <p:cNvPr id="11" name="직사각형 56">
            <a:extLst>
              <a:ext uri="{FF2B5EF4-FFF2-40B4-BE49-F238E27FC236}">
                <a16:creationId xmlns:a16="http://schemas.microsoft.com/office/drawing/2014/main" id="{F0C596F8-0DF9-B841-C26C-9EBA4E0C8F8E}"/>
              </a:ext>
            </a:extLst>
          </p:cNvPr>
          <p:cNvSpPr/>
          <p:nvPr/>
        </p:nvSpPr>
        <p:spPr>
          <a:xfrm>
            <a:off x="10967468" y="1829376"/>
            <a:ext cx="924495" cy="540000"/>
          </a:xfrm>
          <a:prstGeom prst="homePlate">
            <a:avLst>
              <a:gd name="adj" fmla="val 1716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 운영</a:t>
            </a:r>
          </a:p>
        </p:txBody>
      </p:sp>
      <p:sp>
        <p:nvSpPr>
          <p:cNvPr id="12" name="사각형: 둥근 모서리 20">
            <a:extLst>
              <a:ext uri="{FF2B5EF4-FFF2-40B4-BE49-F238E27FC236}">
                <a16:creationId xmlns:a16="http://schemas.microsoft.com/office/drawing/2014/main" id="{0AA2D431-73A3-6C3E-5FAC-4E72DB489E28}"/>
              </a:ext>
            </a:extLst>
          </p:cNvPr>
          <p:cNvSpPr/>
          <p:nvPr/>
        </p:nvSpPr>
        <p:spPr>
          <a:xfrm>
            <a:off x="1117600" y="1366674"/>
            <a:ext cx="5257800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기획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설계</a:t>
            </a:r>
          </a:p>
        </p:txBody>
      </p:sp>
      <p:sp>
        <p:nvSpPr>
          <p:cNvPr id="13" name="직사각형 56">
            <a:extLst>
              <a:ext uri="{FF2B5EF4-FFF2-40B4-BE49-F238E27FC236}">
                <a16:creationId xmlns:a16="http://schemas.microsoft.com/office/drawing/2014/main" id="{258F5E49-9B22-CBCB-030F-7A9D042CA626}"/>
              </a:ext>
            </a:extLst>
          </p:cNvPr>
          <p:cNvSpPr/>
          <p:nvPr/>
        </p:nvSpPr>
        <p:spPr>
          <a:xfrm>
            <a:off x="2667304" y="1829376"/>
            <a:ext cx="1066495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BA 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접수 </a:t>
            </a:r>
            <a:endParaRPr lang="en-US" altLang="ko-KR" sz="10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및 팀장 결재</a:t>
            </a:r>
          </a:p>
        </p:txBody>
      </p:sp>
      <p:sp>
        <p:nvSpPr>
          <p:cNvPr id="15" name="직사각형 56">
            <a:extLst>
              <a:ext uri="{FF2B5EF4-FFF2-40B4-BE49-F238E27FC236}">
                <a16:creationId xmlns:a16="http://schemas.microsoft.com/office/drawing/2014/main" id="{DD426D7E-D4A5-D221-7A5E-EB53101D97E3}"/>
              </a:ext>
            </a:extLst>
          </p:cNvPr>
          <p:cNvSpPr/>
          <p:nvPr/>
        </p:nvSpPr>
        <p:spPr>
          <a:xfrm>
            <a:off x="5209401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PMO 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결재</a:t>
            </a:r>
          </a:p>
        </p:txBody>
      </p:sp>
      <p:sp>
        <p:nvSpPr>
          <p:cNvPr id="16" name="직사각형 56">
            <a:extLst>
              <a:ext uri="{FF2B5EF4-FFF2-40B4-BE49-F238E27FC236}">
                <a16:creationId xmlns:a16="http://schemas.microsoft.com/office/drawing/2014/main" id="{1913412B-9C8E-5D44-1B1D-FAE6B0B23FFA}"/>
              </a:ext>
            </a:extLst>
          </p:cNvPr>
          <p:cNvSpPr/>
          <p:nvPr/>
        </p:nvSpPr>
        <p:spPr>
          <a:xfrm>
            <a:off x="5844927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보안</a:t>
            </a:r>
            <a:b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담당자 결재</a:t>
            </a:r>
          </a:p>
        </p:txBody>
      </p:sp>
      <p:sp>
        <p:nvSpPr>
          <p:cNvPr id="17" name="직사각형 56">
            <a:extLst>
              <a:ext uri="{FF2B5EF4-FFF2-40B4-BE49-F238E27FC236}">
                <a16:creationId xmlns:a16="http://schemas.microsoft.com/office/drawing/2014/main" id="{F2DD3366-10BD-E474-6BEF-65826E463728}"/>
              </a:ext>
            </a:extLst>
          </p:cNvPr>
          <p:cNvSpPr/>
          <p:nvPr/>
        </p:nvSpPr>
        <p:spPr>
          <a:xfrm>
            <a:off x="6471077" y="1829376"/>
            <a:ext cx="3186194" cy="540000"/>
          </a:xfrm>
          <a:prstGeom prst="homePlate">
            <a:avLst>
              <a:gd name="adj" fmla="val 18358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프로젝트 수행</a:t>
            </a:r>
          </a:p>
        </p:txBody>
      </p:sp>
      <p:sp>
        <p:nvSpPr>
          <p:cNvPr id="18" name="사각형: 둥근 모서리 20">
            <a:extLst>
              <a:ext uri="{FF2B5EF4-FFF2-40B4-BE49-F238E27FC236}">
                <a16:creationId xmlns:a16="http://schemas.microsoft.com/office/drawing/2014/main" id="{8ED9DC5A-59FE-6AA0-17E2-6F8BD8CAA773}"/>
              </a:ext>
            </a:extLst>
          </p:cNvPr>
          <p:cNvSpPr/>
          <p:nvPr/>
        </p:nvSpPr>
        <p:spPr>
          <a:xfrm>
            <a:off x="6484122" y="1366674"/>
            <a:ext cx="1310442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개발</a:t>
            </a:r>
          </a:p>
        </p:txBody>
      </p:sp>
      <p:sp>
        <p:nvSpPr>
          <p:cNvPr id="19" name="사각형: 둥근 모서리 20">
            <a:extLst>
              <a:ext uri="{FF2B5EF4-FFF2-40B4-BE49-F238E27FC236}">
                <a16:creationId xmlns:a16="http://schemas.microsoft.com/office/drawing/2014/main" id="{63529933-9E03-A878-E017-B39C81276BD3}"/>
              </a:ext>
            </a:extLst>
          </p:cNvPr>
          <p:cNvSpPr/>
          <p:nvPr/>
        </p:nvSpPr>
        <p:spPr>
          <a:xfrm>
            <a:off x="7846257" y="1366674"/>
            <a:ext cx="1707318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검증</a:t>
            </a:r>
          </a:p>
        </p:txBody>
      </p:sp>
      <p:sp>
        <p:nvSpPr>
          <p:cNvPr id="20" name="Google Shape;134;p5">
            <a:extLst>
              <a:ext uri="{FF2B5EF4-FFF2-40B4-BE49-F238E27FC236}">
                <a16:creationId xmlns:a16="http://schemas.microsoft.com/office/drawing/2014/main" id="{FAA68CFE-0DB7-47C0-63B4-AF63B6B125B2}"/>
              </a:ext>
            </a:extLst>
          </p:cNvPr>
          <p:cNvSpPr/>
          <p:nvPr/>
        </p:nvSpPr>
        <p:spPr>
          <a:xfrm>
            <a:off x="334963" y="1736725"/>
            <a:ext cx="681037" cy="4787901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AI</a:t>
            </a:r>
          </a:p>
          <a:p>
            <a:pPr algn="ctr"/>
            <a:r>
              <a:rPr lang="ko-KR" altLang="en-US" sz="14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거버넌스 업무</a:t>
            </a:r>
            <a:endParaRPr lang="en-US" altLang="ko-KR" sz="1400" b="1" spc="-15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sym typeface="Arial"/>
            </a:endParaRPr>
          </a:p>
        </p:txBody>
      </p:sp>
      <p:sp>
        <p:nvSpPr>
          <p:cNvPr id="22" name="사각형: 둥근 모서리 20">
            <a:extLst>
              <a:ext uri="{FF2B5EF4-FFF2-40B4-BE49-F238E27FC236}">
                <a16:creationId xmlns:a16="http://schemas.microsoft.com/office/drawing/2014/main" id="{235ACAFC-9E75-CA47-82EF-E280431BB5CD}"/>
              </a:ext>
            </a:extLst>
          </p:cNvPr>
          <p:cNvSpPr/>
          <p:nvPr/>
        </p:nvSpPr>
        <p:spPr>
          <a:xfrm>
            <a:off x="334963" y="1366674"/>
            <a:ext cx="693737" cy="319758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구분</a:t>
            </a:r>
            <a:endParaRPr lang="en" altLang="ko-KR" sz="14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23" name="Google Shape;134;p5">
            <a:extLst>
              <a:ext uri="{FF2B5EF4-FFF2-40B4-BE49-F238E27FC236}">
                <a16:creationId xmlns:a16="http://schemas.microsoft.com/office/drawing/2014/main" id="{655DDAE3-1C2D-C105-5313-31A89350FED7}"/>
              </a:ext>
            </a:extLst>
          </p:cNvPr>
          <p:cNvSpPr/>
          <p:nvPr/>
        </p:nvSpPr>
        <p:spPr>
          <a:xfrm>
            <a:off x="1071923" y="1780349"/>
            <a:ext cx="221213" cy="1597151"/>
          </a:xfrm>
          <a:prstGeom prst="rect">
            <a:avLst/>
          </a:prstGeom>
          <a:solidFill>
            <a:srgbClr val="F58220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0" tIns="0" rIns="0" bIns="0" rtlCol="0" anchor="ctr"/>
          <a:lstStyle/>
          <a:p>
            <a:pPr algn="ctr"/>
            <a:r>
              <a:rPr lang="en-US" altLang="ko-KR" sz="11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ITSM*</a:t>
            </a:r>
            <a:endParaRPr lang="ko-KR" altLang="en-US" sz="1100" b="1" spc="-15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sym typeface="Arial"/>
            </a:endParaRPr>
          </a:p>
        </p:txBody>
      </p:sp>
      <p:sp>
        <p:nvSpPr>
          <p:cNvPr id="25" name="직사각형 56">
            <a:extLst>
              <a:ext uri="{FF2B5EF4-FFF2-40B4-BE49-F238E27FC236}">
                <a16:creationId xmlns:a16="http://schemas.microsoft.com/office/drawing/2014/main" id="{F1FF255A-78DB-7396-4EE2-D6A60876C7FF}"/>
              </a:ext>
            </a:extLst>
          </p:cNvPr>
          <p:cNvSpPr/>
          <p:nvPr/>
        </p:nvSpPr>
        <p:spPr>
          <a:xfrm>
            <a:off x="9743958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PMO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종료</a:t>
            </a:r>
          </a:p>
        </p:txBody>
      </p:sp>
      <p:sp>
        <p:nvSpPr>
          <p:cNvPr id="31" name="직사각형 56">
            <a:extLst>
              <a:ext uri="{FF2B5EF4-FFF2-40B4-BE49-F238E27FC236}">
                <a16:creationId xmlns:a16="http://schemas.microsoft.com/office/drawing/2014/main" id="{17E684C1-A2B4-0AD4-EDDA-38E72AD47FE4}"/>
              </a:ext>
            </a:extLst>
          </p:cNvPr>
          <p:cNvSpPr/>
          <p:nvPr/>
        </p:nvSpPr>
        <p:spPr>
          <a:xfrm>
            <a:off x="10337952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완료 </a:t>
            </a:r>
          </a:p>
        </p:txBody>
      </p:sp>
      <p:sp>
        <p:nvSpPr>
          <p:cNvPr id="32" name="직사각형 56">
            <a:extLst>
              <a:ext uri="{FF2B5EF4-FFF2-40B4-BE49-F238E27FC236}">
                <a16:creationId xmlns:a16="http://schemas.microsoft.com/office/drawing/2014/main" id="{BBB7718F-0E13-9A66-46D9-CDBFB8B10D2C}"/>
              </a:ext>
            </a:extLst>
          </p:cNvPr>
          <p:cNvSpPr/>
          <p:nvPr/>
        </p:nvSpPr>
        <p:spPr>
          <a:xfrm>
            <a:off x="2673350" y="3865661"/>
            <a:ext cx="1052829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영향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안전성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식별 및 평가</a:t>
            </a:r>
          </a:p>
        </p:txBody>
      </p:sp>
      <p:sp>
        <p:nvSpPr>
          <p:cNvPr id="33" name="직사각형 56">
            <a:extLst>
              <a:ext uri="{FF2B5EF4-FFF2-40B4-BE49-F238E27FC236}">
                <a16:creationId xmlns:a16="http://schemas.microsoft.com/office/drawing/2014/main" id="{D4CB2D85-0DD9-F570-1D47-65A286FBA081}"/>
              </a:ext>
            </a:extLst>
          </p:cNvPr>
          <p:cNvSpPr/>
          <p:nvPr/>
        </p:nvSpPr>
        <p:spPr>
          <a:xfrm>
            <a:off x="2673351" y="5460493"/>
            <a:ext cx="2343147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위험관리 계획 수립</a:t>
            </a:r>
          </a:p>
        </p:txBody>
      </p:sp>
      <p:cxnSp>
        <p:nvCxnSpPr>
          <p:cNvPr id="34" name="연결선: 꺾임 26">
            <a:extLst>
              <a:ext uri="{FF2B5EF4-FFF2-40B4-BE49-F238E27FC236}">
                <a16:creationId xmlns:a16="http://schemas.microsoft.com/office/drawing/2014/main" id="{B386111C-018C-3D96-CD41-5A988B39AD0A}"/>
              </a:ext>
            </a:extLst>
          </p:cNvPr>
          <p:cNvCxnSpPr>
            <a:cxnSpLocks/>
            <a:stCxn id="32" idx="3"/>
            <a:endCxn id="10" idx="1"/>
          </p:cNvCxnSpPr>
          <p:nvPr/>
        </p:nvCxnSpPr>
        <p:spPr>
          <a:xfrm flipV="1">
            <a:off x="3726179" y="2928016"/>
            <a:ext cx="215049" cy="126820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5" name="직선 화살표 연결선 27">
            <a:extLst>
              <a:ext uri="{FF2B5EF4-FFF2-40B4-BE49-F238E27FC236}">
                <a16:creationId xmlns:a16="http://schemas.microsoft.com/office/drawing/2014/main" id="{ECA6A5B3-6E85-F335-7853-1A9A82E6F8EB}"/>
              </a:ext>
            </a:extLst>
          </p:cNvPr>
          <p:cNvCxnSpPr>
            <a:cxnSpLocks/>
            <a:stCxn id="10" idx="3"/>
            <a:endCxn id="45" idx="1"/>
          </p:cNvCxnSpPr>
          <p:nvPr/>
        </p:nvCxnSpPr>
        <p:spPr>
          <a:xfrm>
            <a:off x="4994057" y="2928016"/>
            <a:ext cx="204471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6" name="직선 화살표 연결선 27">
            <a:extLst>
              <a:ext uri="{FF2B5EF4-FFF2-40B4-BE49-F238E27FC236}">
                <a16:creationId xmlns:a16="http://schemas.microsoft.com/office/drawing/2014/main" id="{84AE40F5-D139-BD14-EABA-4049A9561843}"/>
              </a:ext>
            </a:extLst>
          </p:cNvPr>
          <p:cNvCxnSpPr>
            <a:cxnSpLocks/>
            <a:stCxn id="7" idx="2"/>
            <a:endCxn id="32" idx="0"/>
          </p:cNvCxnSpPr>
          <p:nvPr/>
        </p:nvCxnSpPr>
        <p:spPr>
          <a:xfrm>
            <a:off x="3199765" y="3258576"/>
            <a:ext cx="0" cy="607085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9" name="연결선: 꺾임 26">
            <a:extLst>
              <a:ext uri="{FF2B5EF4-FFF2-40B4-BE49-F238E27FC236}">
                <a16:creationId xmlns:a16="http://schemas.microsoft.com/office/drawing/2014/main" id="{0F643FF2-A502-6C04-9647-8ABF7972749E}"/>
              </a:ext>
            </a:extLst>
          </p:cNvPr>
          <p:cNvCxnSpPr>
            <a:cxnSpLocks/>
            <a:stCxn id="49" idx="3"/>
            <a:endCxn id="51" idx="1"/>
          </p:cNvCxnSpPr>
          <p:nvPr/>
        </p:nvCxnSpPr>
        <p:spPr>
          <a:xfrm flipV="1">
            <a:off x="7498612" y="2928016"/>
            <a:ext cx="365915" cy="286303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0" name="직선 화살표 연결선 27">
            <a:extLst>
              <a:ext uri="{FF2B5EF4-FFF2-40B4-BE49-F238E27FC236}">
                <a16:creationId xmlns:a16="http://schemas.microsoft.com/office/drawing/2014/main" id="{BB1598F5-BA66-EFFF-59C8-E75C373D8899}"/>
              </a:ext>
            </a:extLst>
          </p:cNvPr>
          <p:cNvCxnSpPr>
            <a:cxnSpLocks/>
            <a:stCxn id="48" idx="2"/>
          </p:cNvCxnSpPr>
          <p:nvPr/>
        </p:nvCxnSpPr>
        <p:spPr>
          <a:xfrm>
            <a:off x="7319250" y="3258576"/>
            <a:ext cx="0" cy="220191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1" name="Google Shape;134;p5">
            <a:extLst>
              <a:ext uri="{FF2B5EF4-FFF2-40B4-BE49-F238E27FC236}">
                <a16:creationId xmlns:a16="http://schemas.microsoft.com/office/drawing/2014/main" id="{30095B95-1306-D2F7-7F7A-7204ACF47971}"/>
              </a:ext>
            </a:extLst>
          </p:cNvPr>
          <p:cNvSpPr/>
          <p:nvPr/>
        </p:nvSpPr>
        <p:spPr>
          <a:xfrm>
            <a:off x="1071923" y="3478053"/>
            <a:ext cx="221213" cy="1456498"/>
          </a:xfrm>
          <a:prstGeom prst="rect">
            <a:avLst/>
          </a:prstGeom>
          <a:solidFill>
            <a:srgbClr val="00A9CE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0" tIns="0" rIns="0" bIns="0" rtlCol="0" anchor="ctr"/>
          <a:lstStyle/>
          <a:p>
            <a:pPr algn="ctr"/>
            <a:r>
              <a:rPr lang="ko-KR" altLang="en-US" sz="11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위험평가시스템</a:t>
            </a:r>
          </a:p>
        </p:txBody>
      </p:sp>
      <p:sp>
        <p:nvSpPr>
          <p:cNvPr id="42" name="Google Shape;134;p5">
            <a:extLst>
              <a:ext uri="{FF2B5EF4-FFF2-40B4-BE49-F238E27FC236}">
                <a16:creationId xmlns:a16="http://schemas.microsoft.com/office/drawing/2014/main" id="{CEE54AF2-C397-1B05-C606-B940FE1DA4E5}"/>
              </a:ext>
            </a:extLst>
          </p:cNvPr>
          <p:cNvSpPr/>
          <p:nvPr/>
        </p:nvSpPr>
        <p:spPr>
          <a:xfrm>
            <a:off x="1071923" y="5068127"/>
            <a:ext cx="221213" cy="14564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0" tIns="0" rIns="0" bIns="0" rtlCol="0" anchor="ctr"/>
          <a:lstStyle/>
          <a:p>
            <a:pPr algn="ctr"/>
            <a:r>
              <a:rPr lang="ko-KR" altLang="en-US" sz="11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위험관리시스템</a:t>
            </a:r>
          </a:p>
        </p:txBody>
      </p:sp>
      <p:cxnSp>
        <p:nvCxnSpPr>
          <p:cNvPr id="43" name="연결선: 꺾임 26">
            <a:extLst>
              <a:ext uri="{FF2B5EF4-FFF2-40B4-BE49-F238E27FC236}">
                <a16:creationId xmlns:a16="http://schemas.microsoft.com/office/drawing/2014/main" id="{487E44DA-D6D3-527A-63EC-52E7BA78C28F}"/>
              </a:ext>
            </a:extLst>
          </p:cNvPr>
          <p:cNvCxnSpPr>
            <a:cxnSpLocks/>
            <a:stCxn id="33" idx="3"/>
            <a:endCxn id="45" idx="1"/>
          </p:cNvCxnSpPr>
          <p:nvPr/>
        </p:nvCxnSpPr>
        <p:spPr>
          <a:xfrm flipV="1">
            <a:off x="5016498" y="2928016"/>
            <a:ext cx="182030" cy="2863037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4" name="직선 화살표 연결선 27">
            <a:extLst>
              <a:ext uri="{FF2B5EF4-FFF2-40B4-BE49-F238E27FC236}">
                <a16:creationId xmlns:a16="http://schemas.microsoft.com/office/drawing/2014/main" id="{0D865B7C-07BF-0C10-951B-7882BDE30179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3199765" y="4526781"/>
            <a:ext cx="0" cy="933712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5" name="직사각형 56">
            <a:extLst>
              <a:ext uri="{FF2B5EF4-FFF2-40B4-BE49-F238E27FC236}">
                <a16:creationId xmlns:a16="http://schemas.microsoft.com/office/drawing/2014/main" id="{9680B37B-3813-34E9-50F8-FDD7F01A5068}"/>
              </a:ext>
            </a:extLst>
          </p:cNvPr>
          <p:cNvSpPr/>
          <p:nvPr/>
        </p:nvSpPr>
        <p:spPr>
          <a:xfrm>
            <a:off x="5198528" y="2597456"/>
            <a:ext cx="1052829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 의뢰</a:t>
            </a:r>
          </a:p>
        </p:txBody>
      </p:sp>
      <p:sp>
        <p:nvSpPr>
          <p:cNvPr id="47" name="직사각형 56">
            <a:extLst>
              <a:ext uri="{FF2B5EF4-FFF2-40B4-BE49-F238E27FC236}">
                <a16:creationId xmlns:a16="http://schemas.microsoft.com/office/drawing/2014/main" id="{46A5D575-5B55-0018-5C00-9C3EE49A279A}"/>
              </a:ext>
            </a:extLst>
          </p:cNvPr>
          <p:cNvSpPr/>
          <p:nvPr/>
        </p:nvSpPr>
        <p:spPr>
          <a:xfrm>
            <a:off x="6473877" y="2597456"/>
            <a:ext cx="519762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</a:t>
            </a:r>
          </a:p>
        </p:txBody>
      </p:sp>
      <p:sp>
        <p:nvSpPr>
          <p:cNvPr id="48" name="직사각형 56">
            <a:extLst>
              <a:ext uri="{FF2B5EF4-FFF2-40B4-BE49-F238E27FC236}">
                <a16:creationId xmlns:a16="http://schemas.microsoft.com/office/drawing/2014/main" id="{F59280AE-444D-CDB9-C8BB-3409E49E31AE}"/>
              </a:ext>
            </a:extLst>
          </p:cNvPr>
          <p:cNvSpPr/>
          <p:nvPr/>
        </p:nvSpPr>
        <p:spPr>
          <a:xfrm>
            <a:off x="7139888" y="2597456"/>
            <a:ext cx="3587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65000"/>
              </a:schemeClr>
            </a:solidFill>
            <a:prstDash val="dash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안전성 적용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대상 판단 </a:t>
            </a:r>
          </a:p>
        </p:txBody>
      </p:sp>
      <p:sp>
        <p:nvSpPr>
          <p:cNvPr id="49" name="직사각형 56">
            <a:extLst>
              <a:ext uri="{FF2B5EF4-FFF2-40B4-BE49-F238E27FC236}">
                <a16:creationId xmlns:a16="http://schemas.microsoft.com/office/drawing/2014/main" id="{F46F2B94-9A4B-4015-99E9-F310358335F6}"/>
              </a:ext>
            </a:extLst>
          </p:cNvPr>
          <p:cNvSpPr/>
          <p:nvPr/>
        </p:nvSpPr>
        <p:spPr>
          <a:xfrm>
            <a:off x="6473877" y="5460493"/>
            <a:ext cx="1024735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위험관리 계획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준수사항 점검</a:t>
            </a:r>
          </a:p>
        </p:txBody>
      </p:sp>
      <p:cxnSp>
        <p:nvCxnSpPr>
          <p:cNvPr id="50" name="직선 화살표 연결선 27">
            <a:extLst>
              <a:ext uri="{FF2B5EF4-FFF2-40B4-BE49-F238E27FC236}">
                <a16:creationId xmlns:a16="http://schemas.microsoft.com/office/drawing/2014/main" id="{AD608AF0-7C63-8DF7-DF52-86AEFA9AE774}"/>
              </a:ext>
            </a:extLst>
          </p:cNvPr>
          <p:cNvCxnSpPr>
            <a:cxnSpLocks/>
            <a:stCxn id="45" idx="3"/>
            <a:endCxn id="47" idx="1"/>
          </p:cNvCxnSpPr>
          <p:nvPr/>
        </p:nvCxnSpPr>
        <p:spPr>
          <a:xfrm>
            <a:off x="6251357" y="2928016"/>
            <a:ext cx="222520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1" name="직사각형 56">
            <a:extLst>
              <a:ext uri="{FF2B5EF4-FFF2-40B4-BE49-F238E27FC236}">
                <a16:creationId xmlns:a16="http://schemas.microsoft.com/office/drawing/2014/main" id="{D8C343DC-77FF-AF1B-E7BE-57E9AE4B8AD3}"/>
              </a:ext>
            </a:extLst>
          </p:cNvPr>
          <p:cNvSpPr/>
          <p:nvPr/>
        </p:nvSpPr>
        <p:spPr>
          <a:xfrm>
            <a:off x="7864527" y="2597456"/>
            <a:ext cx="7016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운영 전 검증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52" name="직사각형 56">
            <a:extLst>
              <a:ext uri="{FF2B5EF4-FFF2-40B4-BE49-F238E27FC236}">
                <a16:creationId xmlns:a16="http://schemas.microsoft.com/office/drawing/2014/main" id="{264D8DBE-7EE3-36F1-7020-B1C710C9D8AB}"/>
              </a:ext>
            </a:extLst>
          </p:cNvPr>
          <p:cNvSpPr/>
          <p:nvPr/>
        </p:nvSpPr>
        <p:spPr>
          <a:xfrm>
            <a:off x="8690027" y="2597456"/>
            <a:ext cx="3587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65000"/>
              </a:schemeClr>
            </a:solidFill>
            <a:prstDash val="dash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[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권고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]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영향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평가</a:t>
            </a:r>
          </a:p>
        </p:txBody>
      </p:sp>
      <p:sp>
        <p:nvSpPr>
          <p:cNvPr id="53" name="직사각형 56">
            <a:extLst>
              <a:ext uri="{FF2B5EF4-FFF2-40B4-BE49-F238E27FC236}">
                <a16:creationId xmlns:a16="http://schemas.microsoft.com/office/drawing/2014/main" id="{64CD2C5C-F0FC-62F0-1A3A-B028D43BE218}"/>
              </a:ext>
            </a:extLst>
          </p:cNvPr>
          <p:cNvSpPr/>
          <p:nvPr/>
        </p:nvSpPr>
        <p:spPr>
          <a:xfrm>
            <a:off x="9214207" y="2597456"/>
            <a:ext cx="3587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승인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요청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54" name="직사각형 56">
            <a:extLst>
              <a:ext uri="{FF2B5EF4-FFF2-40B4-BE49-F238E27FC236}">
                <a16:creationId xmlns:a16="http://schemas.microsoft.com/office/drawing/2014/main" id="{09A8E114-AFD3-BA2A-AB2A-21ECF654D021}"/>
              </a:ext>
            </a:extLst>
          </p:cNvPr>
          <p:cNvSpPr/>
          <p:nvPr/>
        </p:nvSpPr>
        <p:spPr>
          <a:xfrm>
            <a:off x="7864527" y="5460493"/>
            <a:ext cx="1184223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제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3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자 평가 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·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검증 요청 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및 결과 확인</a:t>
            </a:r>
          </a:p>
        </p:txBody>
      </p:sp>
      <p:cxnSp>
        <p:nvCxnSpPr>
          <p:cNvPr id="56" name="직선 화살표 연결선 27">
            <a:extLst>
              <a:ext uri="{FF2B5EF4-FFF2-40B4-BE49-F238E27FC236}">
                <a16:creationId xmlns:a16="http://schemas.microsoft.com/office/drawing/2014/main" id="{D606FE21-1876-96E1-8CB9-CEFAEA71FC9E}"/>
              </a:ext>
            </a:extLst>
          </p:cNvPr>
          <p:cNvCxnSpPr>
            <a:cxnSpLocks/>
            <a:stCxn id="47" idx="3"/>
            <a:endCxn id="48" idx="1"/>
          </p:cNvCxnSpPr>
          <p:nvPr/>
        </p:nvCxnSpPr>
        <p:spPr>
          <a:xfrm>
            <a:off x="6993639" y="2928016"/>
            <a:ext cx="146249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7" name="직선 화살표 연결선 27">
            <a:extLst>
              <a:ext uri="{FF2B5EF4-FFF2-40B4-BE49-F238E27FC236}">
                <a16:creationId xmlns:a16="http://schemas.microsoft.com/office/drawing/2014/main" id="{D973B83E-8EA7-4520-370B-E04A2C97BA04}"/>
              </a:ext>
            </a:extLst>
          </p:cNvPr>
          <p:cNvCxnSpPr>
            <a:cxnSpLocks/>
            <a:stCxn id="51" idx="2"/>
            <a:endCxn id="58" idx="0"/>
          </p:cNvCxnSpPr>
          <p:nvPr/>
        </p:nvCxnSpPr>
        <p:spPr>
          <a:xfrm>
            <a:off x="8215339" y="3258576"/>
            <a:ext cx="0" cy="607085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8" name="직사각형 56">
            <a:extLst>
              <a:ext uri="{FF2B5EF4-FFF2-40B4-BE49-F238E27FC236}">
                <a16:creationId xmlns:a16="http://schemas.microsoft.com/office/drawing/2014/main" id="{10278D4F-422A-E15C-DFCA-FF2F8A6AF205}"/>
              </a:ext>
            </a:extLst>
          </p:cNvPr>
          <p:cNvSpPr/>
          <p:nvPr/>
        </p:nvSpPr>
        <p:spPr>
          <a:xfrm>
            <a:off x="7864527" y="3865661"/>
            <a:ext cx="701624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서비스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운영 전 검증 지원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</p:txBody>
      </p:sp>
      <p:cxnSp>
        <p:nvCxnSpPr>
          <p:cNvPr id="60" name="직선 화살표 연결선 27">
            <a:extLst>
              <a:ext uri="{FF2B5EF4-FFF2-40B4-BE49-F238E27FC236}">
                <a16:creationId xmlns:a16="http://schemas.microsoft.com/office/drawing/2014/main" id="{CB239152-5B5B-80CE-8B68-707AA0FD8FE6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8215339" y="4526781"/>
            <a:ext cx="0" cy="933712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61" name="직선 화살표 연결선 27">
            <a:extLst>
              <a:ext uri="{FF2B5EF4-FFF2-40B4-BE49-F238E27FC236}">
                <a16:creationId xmlns:a16="http://schemas.microsoft.com/office/drawing/2014/main" id="{E8FEB9A5-037A-8D98-BF12-82F961F5CED1}"/>
              </a:ext>
            </a:extLst>
          </p:cNvPr>
          <p:cNvCxnSpPr>
            <a:cxnSpLocks/>
            <a:endCxn id="52" idx="2"/>
          </p:cNvCxnSpPr>
          <p:nvPr/>
        </p:nvCxnSpPr>
        <p:spPr>
          <a:xfrm flipV="1">
            <a:off x="8869389" y="3258576"/>
            <a:ext cx="0" cy="2201917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62" name="직선 화살표 연결선 27">
            <a:extLst>
              <a:ext uri="{FF2B5EF4-FFF2-40B4-BE49-F238E27FC236}">
                <a16:creationId xmlns:a16="http://schemas.microsoft.com/office/drawing/2014/main" id="{C1307BCB-55F8-13FE-3B11-5D9412C9FCAB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>
            <a:off x="9048751" y="2928016"/>
            <a:ext cx="165456" cy="0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63" name="직사각형 56">
            <a:extLst>
              <a:ext uri="{FF2B5EF4-FFF2-40B4-BE49-F238E27FC236}">
                <a16:creationId xmlns:a16="http://schemas.microsoft.com/office/drawing/2014/main" id="{5505D126-6C60-6868-DB4B-B8830061048C}"/>
              </a:ext>
            </a:extLst>
          </p:cNvPr>
          <p:cNvSpPr/>
          <p:nvPr/>
        </p:nvSpPr>
        <p:spPr>
          <a:xfrm>
            <a:off x="9743957" y="5460493"/>
            <a:ext cx="1054800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위험관리 계획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이행 확인 후 승인</a:t>
            </a:r>
          </a:p>
        </p:txBody>
      </p:sp>
      <p:cxnSp>
        <p:nvCxnSpPr>
          <p:cNvPr id="576" name="연결선: 꺾임 26">
            <a:extLst>
              <a:ext uri="{FF2B5EF4-FFF2-40B4-BE49-F238E27FC236}">
                <a16:creationId xmlns:a16="http://schemas.microsoft.com/office/drawing/2014/main" id="{E676C0C1-730A-F625-2E10-8E8AEBBA309F}"/>
              </a:ext>
            </a:extLst>
          </p:cNvPr>
          <p:cNvCxnSpPr>
            <a:cxnSpLocks/>
            <a:stCxn id="53" idx="3"/>
            <a:endCxn id="63" idx="1"/>
          </p:cNvCxnSpPr>
          <p:nvPr/>
        </p:nvCxnSpPr>
        <p:spPr>
          <a:xfrm>
            <a:off x="9572931" y="2928016"/>
            <a:ext cx="171026" cy="2863037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77" name="직사각형 56">
            <a:extLst>
              <a:ext uri="{FF2B5EF4-FFF2-40B4-BE49-F238E27FC236}">
                <a16:creationId xmlns:a16="http://schemas.microsoft.com/office/drawing/2014/main" id="{FED266CD-8E32-4133-BC4F-8E821EA70A4C}"/>
              </a:ext>
            </a:extLst>
          </p:cNvPr>
          <p:cNvSpPr/>
          <p:nvPr/>
        </p:nvSpPr>
        <p:spPr>
          <a:xfrm>
            <a:off x="10967468" y="2597456"/>
            <a:ext cx="870888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배포 및 운영 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*</a:t>
            </a:r>
          </a:p>
        </p:txBody>
      </p:sp>
      <p:cxnSp>
        <p:nvCxnSpPr>
          <p:cNvPr id="578" name="연결선: 꺾임 26">
            <a:extLst>
              <a:ext uri="{FF2B5EF4-FFF2-40B4-BE49-F238E27FC236}">
                <a16:creationId xmlns:a16="http://schemas.microsoft.com/office/drawing/2014/main" id="{C92BB074-636F-B427-251F-AFBD17D574C0}"/>
              </a:ext>
            </a:extLst>
          </p:cNvPr>
          <p:cNvCxnSpPr>
            <a:cxnSpLocks/>
            <a:stCxn id="63" idx="3"/>
            <a:endCxn id="577" idx="1"/>
          </p:cNvCxnSpPr>
          <p:nvPr/>
        </p:nvCxnSpPr>
        <p:spPr>
          <a:xfrm flipV="1">
            <a:off x="10798757" y="2928016"/>
            <a:ext cx="168711" cy="286303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79" name="직사각형 56">
            <a:extLst>
              <a:ext uri="{FF2B5EF4-FFF2-40B4-BE49-F238E27FC236}">
                <a16:creationId xmlns:a16="http://schemas.microsoft.com/office/drawing/2014/main" id="{FA034F8D-0C52-B203-2807-5A048640FFAF}"/>
              </a:ext>
            </a:extLst>
          </p:cNvPr>
          <p:cNvSpPr/>
          <p:nvPr/>
        </p:nvSpPr>
        <p:spPr>
          <a:xfrm>
            <a:off x="3941228" y="1829376"/>
            <a:ext cx="1066495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IT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담당자</a:t>
            </a:r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접수 </a:t>
            </a:r>
            <a:b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및 팀장 결재</a:t>
            </a:r>
          </a:p>
        </p:txBody>
      </p:sp>
      <p:sp>
        <p:nvSpPr>
          <p:cNvPr id="580" name="직사각형 56">
            <a:extLst>
              <a:ext uri="{FF2B5EF4-FFF2-40B4-BE49-F238E27FC236}">
                <a16:creationId xmlns:a16="http://schemas.microsoft.com/office/drawing/2014/main" id="{91119559-1C4D-5432-FAB4-42BE9960D3FF}"/>
              </a:ext>
            </a:extLst>
          </p:cNvPr>
          <p:cNvSpPr/>
          <p:nvPr/>
        </p:nvSpPr>
        <p:spPr>
          <a:xfrm>
            <a:off x="1460804" y="1829376"/>
            <a:ext cx="1066495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요청서 작성</a:t>
            </a:r>
            <a:b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및 팀장 결재</a:t>
            </a:r>
          </a:p>
        </p:txBody>
      </p: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75536AE5-4700-DB52-9F92-25F1BE3E30E9}"/>
              </a:ext>
            </a:extLst>
          </p:cNvPr>
          <p:cNvGrpSpPr/>
          <p:nvPr/>
        </p:nvGrpSpPr>
        <p:grpSpPr>
          <a:xfrm>
            <a:off x="10155937" y="776270"/>
            <a:ext cx="1734011" cy="527178"/>
            <a:chOff x="10104345" y="472440"/>
            <a:chExt cx="1734011" cy="791125"/>
          </a:xfrm>
        </p:grpSpPr>
        <p:sp>
          <p:nvSpPr>
            <p:cNvPr id="582" name="Rectangle: Rounded Corners 581">
              <a:extLst>
                <a:ext uri="{FF2B5EF4-FFF2-40B4-BE49-F238E27FC236}">
                  <a16:creationId xmlns:a16="http://schemas.microsoft.com/office/drawing/2014/main" id="{BE5765BE-647F-C8E5-7B85-CD46D62B7204}"/>
                </a:ext>
              </a:extLst>
            </p:cNvPr>
            <p:cNvSpPr/>
            <p:nvPr/>
          </p:nvSpPr>
          <p:spPr>
            <a:xfrm>
              <a:off x="10365278" y="472440"/>
              <a:ext cx="1473078" cy="791125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3" name="직사각형 14">
              <a:extLst>
                <a:ext uri="{FF2B5EF4-FFF2-40B4-BE49-F238E27FC236}">
                  <a16:creationId xmlns:a16="http://schemas.microsoft.com/office/drawing/2014/main" id="{79BADD6E-A220-8403-9213-B29F6F806D71}"/>
                </a:ext>
              </a:extLst>
            </p:cNvPr>
            <p:cNvSpPr/>
            <p:nvPr/>
          </p:nvSpPr>
          <p:spPr>
            <a:xfrm>
              <a:off x="10505955" y="773624"/>
              <a:ext cx="1261638" cy="19782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기존 </a:t>
              </a:r>
              <a:r>
                <a:rPr lang="en-US" altLang="ko-KR" sz="800">
                  <a:solidFill>
                    <a:schemeClr val="tx1"/>
                  </a:solidFill>
                  <a:latin typeface="+mj-ea"/>
                  <a:ea typeface="+mj-ea"/>
                </a:rPr>
                <a:t>ITSM </a:t>
              </a:r>
              <a:r>
                <a:rPr lang="ko-KR" altLang="en-US" sz="800">
                  <a:solidFill>
                    <a:schemeClr val="tx1"/>
                  </a:solidFill>
                  <a:latin typeface="+mj-ea"/>
                  <a:ea typeface="+mj-ea"/>
                </a:rPr>
                <a:t>연계 </a:t>
              </a:r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프로세스</a:t>
              </a:r>
            </a:p>
          </p:txBody>
        </p:sp>
        <p:sp>
          <p:nvSpPr>
            <p:cNvPr id="584" name="직사각형 15">
              <a:extLst>
                <a:ext uri="{FF2B5EF4-FFF2-40B4-BE49-F238E27FC236}">
                  <a16:creationId xmlns:a16="http://schemas.microsoft.com/office/drawing/2014/main" id="{CE5638F9-EB19-6DEF-38F1-7A70B22FB2E2}"/>
                </a:ext>
              </a:extLst>
            </p:cNvPr>
            <p:cNvSpPr/>
            <p:nvPr/>
          </p:nvSpPr>
          <p:spPr>
            <a:xfrm>
              <a:off x="10505955" y="1014892"/>
              <a:ext cx="1261638" cy="197822"/>
            </a:xfrm>
            <a:prstGeom prst="rect">
              <a:avLst/>
            </a:prstGeom>
            <a:solidFill>
              <a:srgbClr val="8DC8E8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신규 프로세스</a:t>
              </a:r>
            </a:p>
          </p:txBody>
        </p:sp>
        <p:sp>
          <p:nvSpPr>
            <p:cNvPr id="585" name="직사각형 16">
              <a:extLst>
                <a:ext uri="{FF2B5EF4-FFF2-40B4-BE49-F238E27FC236}">
                  <a16:creationId xmlns:a16="http://schemas.microsoft.com/office/drawing/2014/main" id="{9CEC5F48-CDCD-0748-FF2F-69C4FD280203}"/>
                </a:ext>
              </a:extLst>
            </p:cNvPr>
            <p:cNvSpPr/>
            <p:nvPr/>
          </p:nvSpPr>
          <p:spPr>
            <a:xfrm>
              <a:off x="10505955" y="534318"/>
              <a:ext cx="1261638" cy="197822"/>
            </a:xfrm>
            <a:prstGeom prst="rect">
              <a:avLst/>
            </a:prstGeom>
            <a:solidFill>
              <a:srgbClr val="F8CBAD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기존 </a:t>
              </a:r>
              <a:r>
                <a:rPr lang="en-US" altLang="ko-KR" sz="8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ITSM </a:t>
              </a:r>
              <a:r>
                <a:rPr lang="ko-KR" altLang="en-US" sz="8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프로세스</a:t>
              </a:r>
            </a:p>
          </p:txBody>
        </p:sp>
        <p:sp>
          <p:nvSpPr>
            <p:cNvPr id="586" name="TextBox 585">
              <a:extLst>
                <a:ext uri="{FF2B5EF4-FFF2-40B4-BE49-F238E27FC236}">
                  <a16:creationId xmlns:a16="http://schemas.microsoft.com/office/drawing/2014/main" id="{ADF930E1-F0F9-5019-E8E3-0B3B226722D6}"/>
                </a:ext>
              </a:extLst>
            </p:cNvPr>
            <p:cNvSpPr txBox="1"/>
            <p:nvPr/>
          </p:nvSpPr>
          <p:spPr>
            <a:xfrm>
              <a:off x="10104345" y="769752"/>
              <a:ext cx="360000" cy="19373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ko-KR" altLang="en-US" sz="800" b="1" dirty="0">
                  <a:latin typeface="+mn-ea"/>
                </a:rPr>
                <a:t>범례</a:t>
              </a:r>
              <a:r>
                <a:rPr lang="en-US" altLang="ko-KR" sz="800" b="1" dirty="0">
                  <a:latin typeface="+mn-ea"/>
                </a:rPr>
                <a:t>:</a:t>
              </a:r>
              <a:endParaRPr lang="ko-KR" altLang="en-US" sz="800" b="1" dirty="0">
                <a:latin typeface="+mn-ea"/>
              </a:endParaRPr>
            </a:p>
          </p:txBody>
        </p:sp>
      </p:grp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F8F9A0-4378-2BAC-593C-B9868CEA34D9}"/>
              </a:ext>
            </a:extLst>
          </p:cNvPr>
          <p:cNvSpPr txBox="1">
            <a:spLocks/>
          </p:cNvSpPr>
          <p:nvPr/>
        </p:nvSpPr>
        <p:spPr>
          <a:xfrm>
            <a:off x="371963" y="813435"/>
            <a:ext cx="11520000" cy="3254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AI</a:t>
            </a:r>
            <a:r>
              <a:rPr lang="ko-KR" altLang="en-US" dirty="0"/>
              <a:t>서비스 개발 단계별로 준수해야 할 </a:t>
            </a:r>
            <a:r>
              <a:rPr lang="en-US" altLang="ko-KR" dirty="0"/>
              <a:t>AI</a:t>
            </a:r>
            <a:r>
              <a:rPr lang="ko-KR" altLang="en-US" dirty="0"/>
              <a:t>거버넌스 표준 프로세스를 다음과 같이 정의함</a:t>
            </a:r>
            <a:r>
              <a:rPr lang="en-US" altLang="ko-KR" dirty="0"/>
              <a:t>. </a:t>
            </a:r>
            <a:r>
              <a:rPr lang="ko-KR" altLang="en-US" dirty="0"/>
              <a:t>고위험의 경우 </a:t>
            </a:r>
            <a:r>
              <a:rPr lang="en-US" altLang="ko-KR" dirty="0"/>
              <a:t>AI</a:t>
            </a:r>
            <a:r>
              <a:rPr lang="ko-KR" altLang="en-US" dirty="0"/>
              <a:t>거버넌스 협의체 승인 절차 필요함</a:t>
            </a:r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922EB103-2F13-416B-8E8F-3D0AEB87D223}"/>
              </a:ext>
            </a:extLst>
          </p:cNvPr>
          <p:cNvSpPr txBox="1">
            <a:spLocks/>
          </p:cNvSpPr>
          <p:nvPr/>
        </p:nvSpPr>
        <p:spPr>
          <a:xfrm>
            <a:off x="1974703" y="6599410"/>
            <a:ext cx="9188597" cy="162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 AI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서비스 배포 및 운영은 기존 프로세스 준수</a:t>
            </a:r>
          </a:p>
        </p:txBody>
      </p:sp>
      <p:sp>
        <p:nvSpPr>
          <p:cNvPr id="9" name="직사각형 56">
            <a:extLst>
              <a:ext uri="{FF2B5EF4-FFF2-40B4-BE49-F238E27FC236}">
                <a16:creationId xmlns:a16="http://schemas.microsoft.com/office/drawing/2014/main" id="{031C7AC8-BB52-AA67-260F-B1072678CB4D}"/>
              </a:ext>
            </a:extLst>
          </p:cNvPr>
          <p:cNvSpPr/>
          <p:nvPr/>
        </p:nvSpPr>
        <p:spPr>
          <a:xfrm>
            <a:off x="7139888" y="2461000"/>
            <a:ext cx="358724" cy="122567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800" i="1" kern="0" spc="-150" dirty="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해당시</a:t>
            </a:r>
            <a:endParaRPr lang="ko-KR" altLang="en-US" sz="800" i="1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14" name="직사각형 56">
            <a:extLst>
              <a:ext uri="{FF2B5EF4-FFF2-40B4-BE49-F238E27FC236}">
                <a16:creationId xmlns:a16="http://schemas.microsoft.com/office/drawing/2014/main" id="{E84C9096-9F5B-EE67-5130-9F41F4BA52B0}"/>
              </a:ext>
            </a:extLst>
          </p:cNvPr>
          <p:cNvSpPr/>
          <p:nvPr/>
        </p:nvSpPr>
        <p:spPr>
          <a:xfrm>
            <a:off x="8690026" y="2461000"/>
            <a:ext cx="358724" cy="122567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800" i="1" kern="0" spc="-150" dirty="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해당시</a:t>
            </a:r>
            <a:endParaRPr lang="ko-KR" altLang="en-US" sz="800" i="1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594" name="사각형: 둥근 모서리 65">
            <a:extLst>
              <a:ext uri="{FF2B5EF4-FFF2-40B4-BE49-F238E27FC236}">
                <a16:creationId xmlns:a16="http://schemas.microsoft.com/office/drawing/2014/main" id="{1759B202-400D-7FA5-EB8E-10EBCBCC9140}"/>
              </a:ext>
            </a:extLst>
          </p:cNvPr>
          <p:cNvSpPr/>
          <p:nvPr/>
        </p:nvSpPr>
        <p:spPr>
          <a:xfrm>
            <a:off x="5172952" y="2546914"/>
            <a:ext cx="494183" cy="162771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 dirty="0">
                <a:solidFill>
                  <a:schemeClr val="bg1"/>
                </a:solidFill>
                <a:latin typeface="+mn-ea"/>
              </a:rPr>
              <a:t>사전승인</a:t>
            </a:r>
          </a:p>
        </p:txBody>
      </p:sp>
      <p:sp>
        <p:nvSpPr>
          <p:cNvPr id="595" name="사각형: 둥근 모서리 65">
            <a:extLst>
              <a:ext uri="{FF2B5EF4-FFF2-40B4-BE49-F238E27FC236}">
                <a16:creationId xmlns:a16="http://schemas.microsoft.com/office/drawing/2014/main" id="{563FE00D-D584-D8A0-A07A-8BA2E8B1327B}"/>
              </a:ext>
            </a:extLst>
          </p:cNvPr>
          <p:cNvSpPr/>
          <p:nvPr/>
        </p:nvSpPr>
        <p:spPr>
          <a:xfrm>
            <a:off x="9157597" y="2546914"/>
            <a:ext cx="494183" cy="162771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 dirty="0">
                <a:solidFill>
                  <a:schemeClr val="bg1"/>
                </a:solidFill>
                <a:latin typeface="+mn-ea"/>
              </a:rPr>
              <a:t>사후검증</a:t>
            </a:r>
          </a:p>
        </p:txBody>
      </p:sp>
      <p:sp>
        <p:nvSpPr>
          <p:cNvPr id="604" name="사각형: 둥근 모서리 65">
            <a:extLst>
              <a:ext uri="{FF2B5EF4-FFF2-40B4-BE49-F238E27FC236}">
                <a16:creationId xmlns:a16="http://schemas.microsoft.com/office/drawing/2014/main" id="{FF5294C3-FB44-7006-0DBD-C98205CEBAC9}"/>
              </a:ext>
            </a:extLst>
          </p:cNvPr>
          <p:cNvSpPr/>
          <p:nvPr/>
        </p:nvSpPr>
        <p:spPr>
          <a:xfrm>
            <a:off x="10473285" y="534877"/>
            <a:ext cx="1345900" cy="162771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en-US" altLang="ko-KR" sz="900" b="1" spc="-150" dirty="0"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sz="900" b="1" spc="-150" dirty="0">
                <a:solidFill>
                  <a:schemeClr val="bg1"/>
                </a:solidFill>
                <a:latin typeface="+mn-ea"/>
              </a:rPr>
              <a:t>거버넌스 협의체 승인 </a:t>
            </a:r>
          </a:p>
        </p:txBody>
      </p:sp>
    </p:spTree>
    <p:extLst>
      <p:ext uri="{BB962C8B-B14F-4D97-AF65-F5344CB8AC3E}">
        <p14:creationId xmlns:p14="http://schemas.microsoft.com/office/powerpoint/2010/main" val="1303228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EB5EB-D0D7-6CE7-E882-859A1FAC3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9BDF7C-2EB9-09D9-5654-8E9E495606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4. AI</a:t>
            </a:r>
            <a:r>
              <a:rPr lang="ko-KR" altLang="en-US" dirty="0"/>
              <a:t>거버넌스 프로세스별 산출물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7F085A-603F-4AA7-9BF2-305202182239}"/>
              </a:ext>
            </a:extLst>
          </p:cNvPr>
          <p:cNvSpPr/>
          <p:nvPr/>
        </p:nvSpPr>
        <p:spPr>
          <a:xfrm>
            <a:off x="815763" y="3429000"/>
            <a:ext cx="11103291" cy="933713"/>
          </a:xfrm>
          <a:prstGeom prst="rect">
            <a:avLst/>
          </a:prstGeom>
          <a:solidFill>
            <a:srgbClr val="00A9CE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9C4C7C-8130-CE59-5183-5F3099ED67AE}"/>
              </a:ext>
            </a:extLst>
          </p:cNvPr>
          <p:cNvSpPr/>
          <p:nvPr/>
        </p:nvSpPr>
        <p:spPr>
          <a:xfrm>
            <a:off x="815763" y="1736725"/>
            <a:ext cx="11103291" cy="1692275"/>
          </a:xfrm>
          <a:prstGeom prst="rect">
            <a:avLst/>
          </a:prstGeom>
          <a:solidFill>
            <a:schemeClr val="accent2">
              <a:lumMod val="20000"/>
              <a:lumOff val="80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7F7C06D2-A7AB-2F3B-3C16-6096D6F9C762}"/>
              </a:ext>
            </a:extLst>
          </p:cNvPr>
          <p:cNvSpPr/>
          <p:nvPr/>
        </p:nvSpPr>
        <p:spPr>
          <a:xfrm>
            <a:off x="9743958" y="1366674"/>
            <a:ext cx="2148005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도입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운영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모니터링</a:t>
            </a:r>
          </a:p>
        </p:txBody>
      </p:sp>
      <p:sp>
        <p:nvSpPr>
          <p:cNvPr id="7" name="직사각형 56">
            <a:extLst>
              <a:ext uri="{FF2B5EF4-FFF2-40B4-BE49-F238E27FC236}">
                <a16:creationId xmlns:a16="http://schemas.microsoft.com/office/drawing/2014/main" id="{4D9B9BAA-1131-86DD-D380-267B11569E06}"/>
              </a:ext>
            </a:extLst>
          </p:cNvPr>
          <p:cNvSpPr/>
          <p:nvPr/>
        </p:nvSpPr>
        <p:spPr>
          <a:xfrm>
            <a:off x="2673350" y="2597456"/>
            <a:ext cx="1052829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기획 수립 </a:t>
            </a:r>
            <a:r>
              <a:rPr lang="en-US" altLang="ko-KR" sz="1000" kern="0" spc="-150" baseline="3000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1) 2)</a:t>
            </a:r>
            <a:r>
              <a:rPr lang="ko-KR" altLang="en-US" sz="1000" kern="0" spc="-150" baseline="3000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</a:p>
        </p:txBody>
      </p:sp>
      <p:sp>
        <p:nvSpPr>
          <p:cNvPr id="10" name="직사각형 56">
            <a:extLst>
              <a:ext uri="{FF2B5EF4-FFF2-40B4-BE49-F238E27FC236}">
                <a16:creationId xmlns:a16="http://schemas.microsoft.com/office/drawing/2014/main" id="{A4CA6D1E-1330-35E6-8145-91594667EB32}"/>
              </a:ext>
            </a:extLst>
          </p:cNvPr>
          <p:cNvSpPr/>
          <p:nvPr/>
        </p:nvSpPr>
        <p:spPr>
          <a:xfrm>
            <a:off x="3941228" y="2597456"/>
            <a:ext cx="1052829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개발계획 수립 </a:t>
            </a:r>
            <a:r>
              <a:rPr lang="en-US" altLang="ko-KR" sz="1000" kern="0" spc="-150" baseline="3000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5) 10)</a:t>
            </a:r>
            <a:r>
              <a:rPr lang="ko-KR" altLang="en-US" sz="1000" kern="0" spc="-150" baseline="3000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endParaRPr lang="ko-KR" altLang="en-US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11" name="직사각형 56">
            <a:extLst>
              <a:ext uri="{FF2B5EF4-FFF2-40B4-BE49-F238E27FC236}">
                <a16:creationId xmlns:a16="http://schemas.microsoft.com/office/drawing/2014/main" id="{5763813C-D39D-5F2A-0A98-5E4C20F947FD}"/>
              </a:ext>
            </a:extLst>
          </p:cNvPr>
          <p:cNvSpPr/>
          <p:nvPr/>
        </p:nvSpPr>
        <p:spPr>
          <a:xfrm>
            <a:off x="10967468" y="1829376"/>
            <a:ext cx="924495" cy="540000"/>
          </a:xfrm>
          <a:prstGeom prst="homePlate">
            <a:avLst>
              <a:gd name="adj" fmla="val 1716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 운영</a:t>
            </a:r>
          </a:p>
        </p:txBody>
      </p:sp>
      <p:sp>
        <p:nvSpPr>
          <p:cNvPr id="12" name="사각형: 둥근 모서리 20">
            <a:extLst>
              <a:ext uri="{FF2B5EF4-FFF2-40B4-BE49-F238E27FC236}">
                <a16:creationId xmlns:a16="http://schemas.microsoft.com/office/drawing/2014/main" id="{2BD191DE-3036-4436-DC84-200D419CF5BE}"/>
              </a:ext>
            </a:extLst>
          </p:cNvPr>
          <p:cNvSpPr/>
          <p:nvPr/>
        </p:nvSpPr>
        <p:spPr>
          <a:xfrm>
            <a:off x="1117600" y="1366674"/>
            <a:ext cx="5257800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기획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설계</a:t>
            </a:r>
          </a:p>
        </p:txBody>
      </p:sp>
      <p:sp>
        <p:nvSpPr>
          <p:cNvPr id="13" name="직사각형 56">
            <a:extLst>
              <a:ext uri="{FF2B5EF4-FFF2-40B4-BE49-F238E27FC236}">
                <a16:creationId xmlns:a16="http://schemas.microsoft.com/office/drawing/2014/main" id="{D1253186-C23B-9A63-8A1A-7765429497B9}"/>
              </a:ext>
            </a:extLst>
          </p:cNvPr>
          <p:cNvSpPr/>
          <p:nvPr/>
        </p:nvSpPr>
        <p:spPr>
          <a:xfrm>
            <a:off x="2667304" y="1829376"/>
            <a:ext cx="1066495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BA 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접수 </a:t>
            </a:r>
            <a:endParaRPr lang="en-US" altLang="ko-KR" sz="10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및 팀장 결재</a:t>
            </a:r>
          </a:p>
        </p:txBody>
      </p:sp>
      <p:sp>
        <p:nvSpPr>
          <p:cNvPr id="15" name="직사각형 56">
            <a:extLst>
              <a:ext uri="{FF2B5EF4-FFF2-40B4-BE49-F238E27FC236}">
                <a16:creationId xmlns:a16="http://schemas.microsoft.com/office/drawing/2014/main" id="{C6FDAE15-71F1-012A-4D68-B008B334AC72}"/>
              </a:ext>
            </a:extLst>
          </p:cNvPr>
          <p:cNvSpPr/>
          <p:nvPr/>
        </p:nvSpPr>
        <p:spPr>
          <a:xfrm>
            <a:off x="5209401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PMO 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결재</a:t>
            </a:r>
          </a:p>
        </p:txBody>
      </p:sp>
      <p:sp>
        <p:nvSpPr>
          <p:cNvPr id="16" name="직사각형 56">
            <a:extLst>
              <a:ext uri="{FF2B5EF4-FFF2-40B4-BE49-F238E27FC236}">
                <a16:creationId xmlns:a16="http://schemas.microsoft.com/office/drawing/2014/main" id="{10B39156-12E9-F438-62E4-5F2D1671A7AE}"/>
              </a:ext>
            </a:extLst>
          </p:cNvPr>
          <p:cNvSpPr/>
          <p:nvPr/>
        </p:nvSpPr>
        <p:spPr>
          <a:xfrm>
            <a:off x="5844927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보안</a:t>
            </a:r>
            <a:b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담당자 결재</a:t>
            </a:r>
          </a:p>
        </p:txBody>
      </p:sp>
      <p:sp>
        <p:nvSpPr>
          <p:cNvPr id="17" name="직사각형 56">
            <a:extLst>
              <a:ext uri="{FF2B5EF4-FFF2-40B4-BE49-F238E27FC236}">
                <a16:creationId xmlns:a16="http://schemas.microsoft.com/office/drawing/2014/main" id="{E0C21101-88D9-5A61-A96A-54744491C8C6}"/>
              </a:ext>
            </a:extLst>
          </p:cNvPr>
          <p:cNvSpPr/>
          <p:nvPr/>
        </p:nvSpPr>
        <p:spPr>
          <a:xfrm>
            <a:off x="6471077" y="1829376"/>
            <a:ext cx="3186194" cy="540000"/>
          </a:xfrm>
          <a:prstGeom prst="homePlate">
            <a:avLst>
              <a:gd name="adj" fmla="val 18358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프로젝트 수행</a:t>
            </a:r>
          </a:p>
        </p:txBody>
      </p:sp>
      <p:sp>
        <p:nvSpPr>
          <p:cNvPr id="18" name="사각형: 둥근 모서리 20">
            <a:extLst>
              <a:ext uri="{FF2B5EF4-FFF2-40B4-BE49-F238E27FC236}">
                <a16:creationId xmlns:a16="http://schemas.microsoft.com/office/drawing/2014/main" id="{2BDCFCF4-28CC-6F4F-6CB3-4EA2CC523271}"/>
              </a:ext>
            </a:extLst>
          </p:cNvPr>
          <p:cNvSpPr/>
          <p:nvPr/>
        </p:nvSpPr>
        <p:spPr>
          <a:xfrm>
            <a:off x="6484122" y="1366674"/>
            <a:ext cx="1310442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개발</a:t>
            </a:r>
          </a:p>
        </p:txBody>
      </p:sp>
      <p:sp>
        <p:nvSpPr>
          <p:cNvPr id="19" name="사각형: 둥근 모서리 20">
            <a:extLst>
              <a:ext uri="{FF2B5EF4-FFF2-40B4-BE49-F238E27FC236}">
                <a16:creationId xmlns:a16="http://schemas.microsoft.com/office/drawing/2014/main" id="{CD964C8C-D04A-1603-3743-710C34D7D971}"/>
              </a:ext>
            </a:extLst>
          </p:cNvPr>
          <p:cNvSpPr/>
          <p:nvPr/>
        </p:nvSpPr>
        <p:spPr>
          <a:xfrm>
            <a:off x="7908300" y="1366674"/>
            <a:ext cx="1707318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검증</a:t>
            </a:r>
          </a:p>
        </p:txBody>
      </p:sp>
      <p:sp>
        <p:nvSpPr>
          <p:cNvPr id="20" name="Google Shape;134;p5">
            <a:extLst>
              <a:ext uri="{FF2B5EF4-FFF2-40B4-BE49-F238E27FC236}">
                <a16:creationId xmlns:a16="http://schemas.microsoft.com/office/drawing/2014/main" id="{0AA49F90-C196-8EF4-30ED-7F9A022C38BD}"/>
              </a:ext>
            </a:extLst>
          </p:cNvPr>
          <p:cNvSpPr/>
          <p:nvPr/>
        </p:nvSpPr>
        <p:spPr>
          <a:xfrm>
            <a:off x="334964" y="1736725"/>
            <a:ext cx="394112" cy="354946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AI</a:t>
            </a:r>
          </a:p>
          <a:p>
            <a:pPr algn="ctr"/>
            <a:r>
              <a:rPr lang="ko-KR" altLang="en-US" sz="14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거버넌스 업무</a:t>
            </a:r>
            <a:endParaRPr lang="en-US" altLang="ko-KR" sz="1400" b="1" spc="-15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sym typeface="Arial"/>
            </a:endParaRPr>
          </a:p>
        </p:txBody>
      </p:sp>
      <p:sp>
        <p:nvSpPr>
          <p:cNvPr id="22" name="사각형: 둥근 모서리 20">
            <a:extLst>
              <a:ext uri="{FF2B5EF4-FFF2-40B4-BE49-F238E27FC236}">
                <a16:creationId xmlns:a16="http://schemas.microsoft.com/office/drawing/2014/main" id="{6A88DF20-C3AC-99B0-BBB3-8B076B754461}"/>
              </a:ext>
            </a:extLst>
          </p:cNvPr>
          <p:cNvSpPr/>
          <p:nvPr/>
        </p:nvSpPr>
        <p:spPr>
          <a:xfrm>
            <a:off x="334963" y="1366674"/>
            <a:ext cx="693737" cy="319758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구분</a:t>
            </a:r>
            <a:endParaRPr lang="en" altLang="ko-KR" sz="14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23" name="Google Shape;134;p5">
            <a:extLst>
              <a:ext uri="{FF2B5EF4-FFF2-40B4-BE49-F238E27FC236}">
                <a16:creationId xmlns:a16="http://schemas.microsoft.com/office/drawing/2014/main" id="{865B1D73-A66D-11A5-D7CD-66A31392CD94}"/>
              </a:ext>
            </a:extLst>
          </p:cNvPr>
          <p:cNvSpPr/>
          <p:nvPr/>
        </p:nvSpPr>
        <p:spPr>
          <a:xfrm>
            <a:off x="815763" y="1780349"/>
            <a:ext cx="477373" cy="1597151"/>
          </a:xfrm>
          <a:prstGeom prst="rect">
            <a:avLst/>
          </a:prstGeom>
          <a:solidFill>
            <a:srgbClr val="F58220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0" tIns="0" rIns="0" bIns="0" rtlCol="0" anchor="ctr"/>
          <a:lstStyle/>
          <a:p>
            <a:pPr algn="ctr"/>
            <a:r>
              <a:rPr lang="en-US" altLang="ko-KR" sz="11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ITSM*</a:t>
            </a:r>
            <a:endParaRPr lang="ko-KR" altLang="en-US" sz="1100" b="1" spc="-15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sym typeface="Arial"/>
            </a:endParaRPr>
          </a:p>
        </p:txBody>
      </p:sp>
      <p:sp>
        <p:nvSpPr>
          <p:cNvPr id="25" name="직사각형 56">
            <a:extLst>
              <a:ext uri="{FF2B5EF4-FFF2-40B4-BE49-F238E27FC236}">
                <a16:creationId xmlns:a16="http://schemas.microsoft.com/office/drawing/2014/main" id="{F12EB315-9541-560E-7DBB-0A219F14675A}"/>
              </a:ext>
            </a:extLst>
          </p:cNvPr>
          <p:cNvSpPr/>
          <p:nvPr/>
        </p:nvSpPr>
        <p:spPr>
          <a:xfrm>
            <a:off x="9743958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PMO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종료</a:t>
            </a:r>
          </a:p>
        </p:txBody>
      </p:sp>
      <p:sp>
        <p:nvSpPr>
          <p:cNvPr id="31" name="직사각형 56">
            <a:extLst>
              <a:ext uri="{FF2B5EF4-FFF2-40B4-BE49-F238E27FC236}">
                <a16:creationId xmlns:a16="http://schemas.microsoft.com/office/drawing/2014/main" id="{8BF23C75-8DD2-BBDF-26A0-DD94797D3255}"/>
              </a:ext>
            </a:extLst>
          </p:cNvPr>
          <p:cNvSpPr/>
          <p:nvPr/>
        </p:nvSpPr>
        <p:spPr>
          <a:xfrm>
            <a:off x="10337952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완료 </a:t>
            </a:r>
          </a:p>
        </p:txBody>
      </p:sp>
      <p:sp>
        <p:nvSpPr>
          <p:cNvPr id="32" name="직사각형 56">
            <a:extLst>
              <a:ext uri="{FF2B5EF4-FFF2-40B4-BE49-F238E27FC236}">
                <a16:creationId xmlns:a16="http://schemas.microsoft.com/office/drawing/2014/main" id="{A51FA7EF-9F9A-4B68-8276-223475271C24}"/>
              </a:ext>
            </a:extLst>
          </p:cNvPr>
          <p:cNvSpPr/>
          <p:nvPr/>
        </p:nvSpPr>
        <p:spPr>
          <a:xfrm>
            <a:off x="2673350" y="3531717"/>
            <a:ext cx="1052829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영향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안전성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식별 및 평가 </a:t>
            </a:r>
            <a:r>
              <a:rPr lang="en-US" altLang="ko-KR" sz="1000" kern="0" spc="-150" baseline="3000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3) 4) </a:t>
            </a:r>
            <a:endParaRPr lang="ko-KR" altLang="en-US" sz="1000" kern="0" spc="-150" baseline="3000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33" name="직사각형 56">
            <a:extLst>
              <a:ext uri="{FF2B5EF4-FFF2-40B4-BE49-F238E27FC236}">
                <a16:creationId xmlns:a16="http://schemas.microsoft.com/office/drawing/2014/main" id="{D8F43243-ADAB-02B4-5DD8-9FDBF0F5DD9F}"/>
              </a:ext>
            </a:extLst>
          </p:cNvPr>
          <p:cNvSpPr/>
          <p:nvPr/>
        </p:nvSpPr>
        <p:spPr>
          <a:xfrm>
            <a:off x="2673351" y="4488624"/>
            <a:ext cx="2343147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위험관리 계획 수립 </a:t>
            </a:r>
            <a:r>
              <a:rPr lang="en-US" altLang="ko-KR" sz="1000" kern="0" spc="-150" baseline="3000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6) 7) </a:t>
            </a:r>
            <a:endParaRPr lang="ko-KR" altLang="en-US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</p:txBody>
      </p:sp>
      <p:cxnSp>
        <p:nvCxnSpPr>
          <p:cNvPr id="34" name="연결선: 꺾임 26">
            <a:extLst>
              <a:ext uri="{FF2B5EF4-FFF2-40B4-BE49-F238E27FC236}">
                <a16:creationId xmlns:a16="http://schemas.microsoft.com/office/drawing/2014/main" id="{308D8978-8868-9324-91D0-AB09F1F85111}"/>
              </a:ext>
            </a:extLst>
          </p:cNvPr>
          <p:cNvCxnSpPr>
            <a:cxnSpLocks/>
            <a:stCxn id="32" idx="3"/>
            <a:endCxn id="10" idx="1"/>
          </p:cNvCxnSpPr>
          <p:nvPr/>
        </p:nvCxnSpPr>
        <p:spPr>
          <a:xfrm flipV="1">
            <a:off x="3726179" y="2928016"/>
            <a:ext cx="215049" cy="93426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5" name="직선 화살표 연결선 27">
            <a:extLst>
              <a:ext uri="{FF2B5EF4-FFF2-40B4-BE49-F238E27FC236}">
                <a16:creationId xmlns:a16="http://schemas.microsoft.com/office/drawing/2014/main" id="{3867EF0F-265C-B59B-BF4F-F40CF89461BA}"/>
              </a:ext>
            </a:extLst>
          </p:cNvPr>
          <p:cNvCxnSpPr>
            <a:cxnSpLocks/>
            <a:stCxn id="10" idx="3"/>
            <a:endCxn id="45" idx="1"/>
          </p:cNvCxnSpPr>
          <p:nvPr/>
        </p:nvCxnSpPr>
        <p:spPr>
          <a:xfrm>
            <a:off x="4994057" y="2928016"/>
            <a:ext cx="204471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6" name="직선 화살표 연결선 27">
            <a:extLst>
              <a:ext uri="{FF2B5EF4-FFF2-40B4-BE49-F238E27FC236}">
                <a16:creationId xmlns:a16="http://schemas.microsoft.com/office/drawing/2014/main" id="{F104F5E0-CC4E-ACF4-89B9-81D4561F4A2C}"/>
              </a:ext>
            </a:extLst>
          </p:cNvPr>
          <p:cNvCxnSpPr>
            <a:cxnSpLocks/>
            <a:stCxn id="7" idx="2"/>
            <a:endCxn id="32" idx="0"/>
          </p:cNvCxnSpPr>
          <p:nvPr/>
        </p:nvCxnSpPr>
        <p:spPr>
          <a:xfrm>
            <a:off x="3199765" y="3258576"/>
            <a:ext cx="0" cy="273141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9" name="연결선: 꺾임 26">
            <a:extLst>
              <a:ext uri="{FF2B5EF4-FFF2-40B4-BE49-F238E27FC236}">
                <a16:creationId xmlns:a16="http://schemas.microsoft.com/office/drawing/2014/main" id="{E4353424-F425-864E-D5BA-4FD60275C788}"/>
              </a:ext>
            </a:extLst>
          </p:cNvPr>
          <p:cNvCxnSpPr>
            <a:cxnSpLocks/>
            <a:stCxn id="49" idx="3"/>
            <a:endCxn id="51" idx="1"/>
          </p:cNvCxnSpPr>
          <p:nvPr/>
        </p:nvCxnSpPr>
        <p:spPr>
          <a:xfrm flipV="1">
            <a:off x="7680325" y="2928016"/>
            <a:ext cx="184202" cy="1891168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0" name="직선 화살표 연결선 27">
            <a:extLst>
              <a:ext uri="{FF2B5EF4-FFF2-40B4-BE49-F238E27FC236}">
                <a16:creationId xmlns:a16="http://schemas.microsoft.com/office/drawing/2014/main" id="{FBE782FA-9CC3-7147-5BBD-EB255E0610D9}"/>
              </a:ext>
            </a:extLst>
          </p:cNvPr>
          <p:cNvCxnSpPr>
            <a:cxnSpLocks/>
            <a:stCxn id="48" idx="2"/>
          </p:cNvCxnSpPr>
          <p:nvPr/>
        </p:nvCxnSpPr>
        <p:spPr>
          <a:xfrm>
            <a:off x="7516839" y="3258576"/>
            <a:ext cx="0" cy="1230048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1" name="Google Shape;134;p5">
            <a:extLst>
              <a:ext uri="{FF2B5EF4-FFF2-40B4-BE49-F238E27FC236}">
                <a16:creationId xmlns:a16="http://schemas.microsoft.com/office/drawing/2014/main" id="{963D9A91-0707-4E18-FB4B-3EF0C75F2490}"/>
              </a:ext>
            </a:extLst>
          </p:cNvPr>
          <p:cNvSpPr/>
          <p:nvPr/>
        </p:nvSpPr>
        <p:spPr>
          <a:xfrm>
            <a:off x="815763" y="3478053"/>
            <a:ext cx="477373" cy="844993"/>
          </a:xfrm>
          <a:prstGeom prst="rect">
            <a:avLst/>
          </a:prstGeom>
          <a:solidFill>
            <a:srgbClr val="00A9CE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ko-KR" altLang="en-US" sz="11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위험</a:t>
            </a:r>
            <a:endParaRPr lang="en-US" altLang="ko-KR" sz="1100" b="1" spc="-15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1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평가</a:t>
            </a:r>
            <a:endParaRPr lang="en-US" altLang="ko-KR" sz="1100" b="1" spc="-15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1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시스템</a:t>
            </a:r>
          </a:p>
        </p:txBody>
      </p:sp>
      <p:sp>
        <p:nvSpPr>
          <p:cNvPr id="42" name="Google Shape;134;p5">
            <a:extLst>
              <a:ext uri="{FF2B5EF4-FFF2-40B4-BE49-F238E27FC236}">
                <a16:creationId xmlns:a16="http://schemas.microsoft.com/office/drawing/2014/main" id="{947FC6FF-CC7C-34D1-4F85-1E1888E3012C}"/>
              </a:ext>
            </a:extLst>
          </p:cNvPr>
          <p:cNvSpPr/>
          <p:nvPr/>
        </p:nvSpPr>
        <p:spPr>
          <a:xfrm>
            <a:off x="815763" y="4441199"/>
            <a:ext cx="477373" cy="84499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ko-KR" altLang="en-US" sz="11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위험</a:t>
            </a:r>
            <a:endParaRPr lang="en-US" altLang="ko-KR" sz="1100" b="1" spc="-15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1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관리</a:t>
            </a:r>
            <a:endParaRPr lang="en-US" altLang="ko-KR" sz="1100" b="1" spc="-15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1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시스템</a:t>
            </a:r>
          </a:p>
        </p:txBody>
      </p:sp>
      <p:cxnSp>
        <p:nvCxnSpPr>
          <p:cNvPr id="43" name="연결선: 꺾임 26">
            <a:extLst>
              <a:ext uri="{FF2B5EF4-FFF2-40B4-BE49-F238E27FC236}">
                <a16:creationId xmlns:a16="http://schemas.microsoft.com/office/drawing/2014/main" id="{3DDEBDDC-D60E-DE88-6131-80A97534879C}"/>
              </a:ext>
            </a:extLst>
          </p:cNvPr>
          <p:cNvCxnSpPr>
            <a:cxnSpLocks/>
            <a:stCxn id="33" idx="3"/>
            <a:endCxn id="45" idx="1"/>
          </p:cNvCxnSpPr>
          <p:nvPr/>
        </p:nvCxnSpPr>
        <p:spPr>
          <a:xfrm flipV="1">
            <a:off x="5016498" y="2928016"/>
            <a:ext cx="182030" cy="1891168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4" name="직선 화살표 연결선 27">
            <a:extLst>
              <a:ext uri="{FF2B5EF4-FFF2-40B4-BE49-F238E27FC236}">
                <a16:creationId xmlns:a16="http://schemas.microsoft.com/office/drawing/2014/main" id="{B55F705E-57FA-66A3-3FFE-51A2D5A62055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3199765" y="4192837"/>
            <a:ext cx="0" cy="29578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5" name="직사각형 56">
            <a:extLst>
              <a:ext uri="{FF2B5EF4-FFF2-40B4-BE49-F238E27FC236}">
                <a16:creationId xmlns:a16="http://schemas.microsoft.com/office/drawing/2014/main" id="{BB45CCC7-C216-59BB-778E-9353D982D421}"/>
              </a:ext>
            </a:extLst>
          </p:cNvPr>
          <p:cNvSpPr/>
          <p:nvPr/>
        </p:nvSpPr>
        <p:spPr>
          <a:xfrm>
            <a:off x="5198528" y="2597456"/>
            <a:ext cx="1052829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 의뢰 </a:t>
            </a:r>
          </a:p>
        </p:txBody>
      </p:sp>
      <p:sp>
        <p:nvSpPr>
          <p:cNvPr id="47" name="직사각형 56">
            <a:extLst>
              <a:ext uri="{FF2B5EF4-FFF2-40B4-BE49-F238E27FC236}">
                <a16:creationId xmlns:a16="http://schemas.microsoft.com/office/drawing/2014/main" id="{5EBCFC7E-0F68-CEE1-889B-9DAB3941AFCB}"/>
              </a:ext>
            </a:extLst>
          </p:cNvPr>
          <p:cNvSpPr/>
          <p:nvPr/>
        </p:nvSpPr>
        <p:spPr>
          <a:xfrm>
            <a:off x="6473877" y="2597456"/>
            <a:ext cx="7016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 </a:t>
            </a:r>
            <a:r>
              <a:rPr lang="en-US" altLang="ko-KR" sz="1000" kern="0" spc="-150" baseline="3000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8)</a:t>
            </a:r>
            <a:r>
              <a:rPr lang="ko-KR" altLang="en-US" sz="1000" kern="0" spc="-150" baseline="3000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endParaRPr lang="ko-KR" altLang="en-US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48" name="직사각형 56">
            <a:extLst>
              <a:ext uri="{FF2B5EF4-FFF2-40B4-BE49-F238E27FC236}">
                <a16:creationId xmlns:a16="http://schemas.microsoft.com/office/drawing/2014/main" id="{D20F0EF6-E0B0-400C-D19A-EC713441D75F}"/>
              </a:ext>
            </a:extLst>
          </p:cNvPr>
          <p:cNvSpPr/>
          <p:nvPr/>
        </p:nvSpPr>
        <p:spPr>
          <a:xfrm>
            <a:off x="7337477" y="2597456"/>
            <a:ext cx="3587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65000"/>
              </a:schemeClr>
            </a:solidFill>
            <a:prstDash val="dash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안전성 적용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대상 판단 </a:t>
            </a:r>
            <a:r>
              <a:rPr lang="en-US" altLang="ko-KR" sz="1000" kern="0" spc="-150" baseline="3000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3)</a:t>
            </a:r>
            <a:r>
              <a:rPr lang="ko-KR" altLang="en-US" sz="1000" kern="0" spc="-150" baseline="3000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 </a:t>
            </a:r>
          </a:p>
        </p:txBody>
      </p:sp>
      <p:sp>
        <p:nvSpPr>
          <p:cNvPr id="49" name="직사각형 56">
            <a:extLst>
              <a:ext uri="{FF2B5EF4-FFF2-40B4-BE49-F238E27FC236}">
                <a16:creationId xmlns:a16="http://schemas.microsoft.com/office/drawing/2014/main" id="{956FD28D-2C63-83EB-EAD0-F9F58D1D9C4E}"/>
              </a:ext>
            </a:extLst>
          </p:cNvPr>
          <p:cNvSpPr/>
          <p:nvPr/>
        </p:nvSpPr>
        <p:spPr>
          <a:xfrm>
            <a:off x="6473877" y="4488624"/>
            <a:ext cx="1206448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위험관리 계획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준수사항 점검</a:t>
            </a:r>
            <a:r>
              <a:rPr lang="en-US" altLang="ko-KR" sz="1000" kern="0" spc="-150" baseline="3000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7) </a:t>
            </a:r>
            <a:endParaRPr lang="ko-KR" altLang="en-US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</p:txBody>
      </p:sp>
      <p:cxnSp>
        <p:nvCxnSpPr>
          <p:cNvPr id="50" name="직선 화살표 연결선 27">
            <a:extLst>
              <a:ext uri="{FF2B5EF4-FFF2-40B4-BE49-F238E27FC236}">
                <a16:creationId xmlns:a16="http://schemas.microsoft.com/office/drawing/2014/main" id="{4EB83690-D3CC-CAC3-E3BB-E3CD072042F5}"/>
              </a:ext>
            </a:extLst>
          </p:cNvPr>
          <p:cNvCxnSpPr>
            <a:cxnSpLocks/>
            <a:stCxn id="45" idx="3"/>
            <a:endCxn id="47" idx="1"/>
          </p:cNvCxnSpPr>
          <p:nvPr/>
        </p:nvCxnSpPr>
        <p:spPr>
          <a:xfrm>
            <a:off x="6251357" y="2928016"/>
            <a:ext cx="222520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1" name="직사각형 56">
            <a:extLst>
              <a:ext uri="{FF2B5EF4-FFF2-40B4-BE49-F238E27FC236}">
                <a16:creationId xmlns:a16="http://schemas.microsoft.com/office/drawing/2014/main" id="{937714C3-949C-EA96-9553-C522DF783879}"/>
              </a:ext>
            </a:extLst>
          </p:cNvPr>
          <p:cNvSpPr/>
          <p:nvPr/>
        </p:nvSpPr>
        <p:spPr>
          <a:xfrm>
            <a:off x="7864527" y="2597456"/>
            <a:ext cx="7016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운영 전 검증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52" name="직사각형 56">
            <a:extLst>
              <a:ext uri="{FF2B5EF4-FFF2-40B4-BE49-F238E27FC236}">
                <a16:creationId xmlns:a16="http://schemas.microsoft.com/office/drawing/2014/main" id="{DD39D46F-28A0-978C-FB4F-E68F7A8E4FC6}"/>
              </a:ext>
            </a:extLst>
          </p:cNvPr>
          <p:cNvSpPr/>
          <p:nvPr/>
        </p:nvSpPr>
        <p:spPr>
          <a:xfrm>
            <a:off x="8690027" y="2597456"/>
            <a:ext cx="3587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65000"/>
              </a:schemeClr>
            </a:solidFill>
            <a:prstDash val="dash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[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권고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]</a:t>
            </a: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영향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평가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 </a:t>
            </a:r>
            <a:r>
              <a:rPr lang="en-US" altLang="ko-KR" sz="1000" kern="0" spc="-150" baseline="3000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3)</a:t>
            </a:r>
            <a:r>
              <a:rPr lang="ko-KR" altLang="en-US" sz="1000" kern="0" spc="-150" baseline="3000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 </a:t>
            </a:r>
            <a:endParaRPr lang="ko-KR" altLang="en-US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53" name="직사각형 56">
            <a:extLst>
              <a:ext uri="{FF2B5EF4-FFF2-40B4-BE49-F238E27FC236}">
                <a16:creationId xmlns:a16="http://schemas.microsoft.com/office/drawing/2014/main" id="{893CE222-6DFC-DFD0-75F8-8CB289E43950}"/>
              </a:ext>
            </a:extLst>
          </p:cNvPr>
          <p:cNvSpPr/>
          <p:nvPr/>
        </p:nvSpPr>
        <p:spPr>
          <a:xfrm>
            <a:off x="9161971" y="2597456"/>
            <a:ext cx="3587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승인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요청 </a:t>
            </a:r>
            <a:r>
              <a:rPr lang="en-US" altLang="ko-KR" sz="1000" kern="0" spc="-150" baseline="3000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13)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54" name="직사각형 56">
            <a:extLst>
              <a:ext uri="{FF2B5EF4-FFF2-40B4-BE49-F238E27FC236}">
                <a16:creationId xmlns:a16="http://schemas.microsoft.com/office/drawing/2014/main" id="{81EB3462-F919-59DE-7EAE-703E1DF606BD}"/>
              </a:ext>
            </a:extLst>
          </p:cNvPr>
          <p:cNvSpPr/>
          <p:nvPr/>
        </p:nvSpPr>
        <p:spPr>
          <a:xfrm>
            <a:off x="7864527" y="4488624"/>
            <a:ext cx="1184223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위험등급별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lvl="0" algn="ctr" defTabSz="914400">
              <a:defRPr/>
            </a:pP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차등화 검증</a:t>
            </a:r>
            <a:r>
              <a:rPr lang="en-US" altLang="ko-KR" sz="1000" kern="0" spc="-150" baseline="3000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9)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</p:txBody>
      </p:sp>
      <p:cxnSp>
        <p:nvCxnSpPr>
          <p:cNvPr id="56" name="직선 화살표 연결선 27">
            <a:extLst>
              <a:ext uri="{FF2B5EF4-FFF2-40B4-BE49-F238E27FC236}">
                <a16:creationId xmlns:a16="http://schemas.microsoft.com/office/drawing/2014/main" id="{17170820-BB36-D3E3-415E-DBB882738D70}"/>
              </a:ext>
            </a:extLst>
          </p:cNvPr>
          <p:cNvCxnSpPr>
            <a:cxnSpLocks/>
            <a:stCxn id="47" idx="3"/>
            <a:endCxn id="48" idx="1"/>
          </p:cNvCxnSpPr>
          <p:nvPr/>
        </p:nvCxnSpPr>
        <p:spPr>
          <a:xfrm>
            <a:off x="7175501" y="2928016"/>
            <a:ext cx="161976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7" name="직선 화살표 연결선 27">
            <a:extLst>
              <a:ext uri="{FF2B5EF4-FFF2-40B4-BE49-F238E27FC236}">
                <a16:creationId xmlns:a16="http://schemas.microsoft.com/office/drawing/2014/main" id="{079CBC26-F6D9-7530-1BB4-A7AC58C9409C}"/>
              </a:ext>
            </a:extLst>
          </p:cNvPr>
          <p:cNvCxnSpPr>
            <a:cxnSpLocks/>
            <a:stCxn id="51" idx="2"/>
            <a:endCxn id="58" idx="0"/>
          </p:cNvCxnSpPr>
          <p:nvPr/>
        </p:nvCxnSpPr>
        <p:spPr>
          <a:xfrm>
            <a:off x="8215339" y="3258576"/>
            <a:ext cx="0" cy="273141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8" name="직사각형 56">
            <a:extLst>
              <a:ext uri="{FF2B5EF4-FFF2-40B4-BE49-F238E27FC236}">
                <a16:creationId xmlns:a16="http://schemas.microsoft.com/office/drawing/2014/main" id="{E2106C9E-E68B-C23C-6CA0-B97EFE0B4A44}"/>
              </a:ext>
            </a:extLst>
          </p:cNvPr>
          <p:cNvSpPr/>
          <p:nvPr/>
        </p:nvSpPr>
        <p:spPr>
          <a:xfrm>
            <a:off x="7864527" y="3531717"/>
            <a:ext cx="701624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서비스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운영 전 검증 지원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</p:txBody>
      </p:sp>
      <p:cxnSp>
        <p:nvCxnSpPr>
          <p:cNvPr id="60" name="직선 화살표 연결선 27">
            <a:extLst>
              <a:ext uri="{FF2B5EF4-FFF2-40B4-BE49-F238E27FC236}">
                <a16:creationId xmlns:a16="http://schemas.microsoft.com/office/drawing/2014/main" id="{2C79F2B9-57C8-D77A-0DE5-14692C2039C3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8215339" y="4192837"/>
            <a:ext cx="0" cy="29578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61" name="직선 화살표 연결선 27">
            <a:extLst>
              <a:ext uri="{FF2B5EF4-FFF2-40B4-BE49-F238E27FC236}">
                <a16:creationId xmlns:a16="http://schemas.microsoft.com/office/drawing/2014/main" id="{5847CDBF-EF41-F83F-943C-39323C4AB1BD}"/>
              </a:ext>
            </a:extLst>
          </p:cNvPr>
          <p:cNvCxnSpPr>
            <a:cxnSpLocks/>
            <a:endCxn id="52" idx="2"/>
          </p:cNvCxnSpPr>
          <p:nvPr/>
        </p:nvCxnSpPr>
        <p:spPr>
          <a:xfrm flipV="1">
            <a:off x="8869389" y="3258576"/>
            <a:ext cx="0" cy="1230048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62" name="직선 화살표 연결선 27">
            <a:extLst>
              <a:ext uri="{FF2B5EF4-FFF2-40B4-BE49-F238E27FC236}">
                <a16:creationId xmlns:a16="http://schemas.microsoft.com/office/drawing/2014/main" id="{9B9892A4-1F15-22ED-57F9-271A3F0834C0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>
            <a:off x="9048751" y="2928016"/>
            <a:ext cx="113220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63" name="직사각형 56">
            <a:extLst>
              <a:ext uri="{FF2B5EF4-FFF2-40B4-BE49-F238E27FC236}">
                <a16:creationId xmlns:a16="http://schemas.microsoft.com/office/drawing/2014/main" id="{C991BD73-4BBD-366C-E05F-E08C281C9956}"/>
              </a:ext>
            </a:extLst>
          </p:cNvPr>
          <p:cNvSpPr/>
          <p:nvPr/>
        </p:nvSpPr>
        <p:spPr>
          <a:xfrm>
            <a:off x="9743957" y="4488624"/>
            <a:ext cx="1054800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위험관리 계획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이행 확인 후 승인</a:t>
            </a:r>
          </a:p>
        </p:txBody>
      </p:sp>
      <p:cxnSp>
        <p:nvCxnSpPr>
          <p:cNvPr id="576" name="연결선: 꺾임 26">
            <a:extLst>
              <a:ext uri="{FF2B5EF4-FFF2-40B4-BE49-F238E27FC236}">
                <a16:creationId xmlns:a16="http://schemas.microsoft.com/office/drawing/2014/main" id="{C8E2F765-2267-A238-A82C-C6914555BACB}"/>
              </a:ext>
            </a:extLst>
          </p:cNvPr>
          <p:cNvCxnSpPr>
            <a:cxnSpLocks/>
            <a:stCxn id="53" idx="3"/>
            <a:endCxn id="63" idx="1"/>
          </p:cNvCxnSpPr>
          <p:nvPr/>
        </p:nvCxnSpPr>
        <p:spPr>
          <a:xfrm>
            <a:off x="9520695" y="2928016"/>
            <a:ext cx="223262" cy="1891168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77" name="직사각형 56">
            <a:extLst>
              <a:ext uri="{FF2B5EF4-FFF2-40B4-BE49-F238E27FC236}">
                <a16:creationId xmlns:a16="http://schemas.microsoft.com/office/drawing/2014/main" id="{C1F6C59C-B081-8228-5098-E804C1D65A87}"/>
              </a:ext>
            </a:extLst>
          </p:cNvPr>
          <p:cNvSpPr/>
          <p:nvPr/>
        </p:nvSpPr>
        <p:spPr>
          <a:xfrm>
            <a:off x="10967468" y="2597456"/>
            <a:ext cx="870888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배포 및 운영 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* </a:t>
            </a:r>
          </a:p>
          <a:p>
            <a:pPr algn="ctr" defTabSz="914400"/>
            <a:r>
              <a:rPr lang="en-US" altLang="ko-KR" sz="1000" kern="0" spc="-150" baseline="3000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14) 15)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578" name="연결선: 꺾임 26">
            <a:extLst>
              <a:ext uri="{FF2B5EF4-FFF2-40B4-BE49-F238E27FC236}">
                <a16:creationId xmlns:a16="http://schemas.microsoft.com/office/drawing/2014/main" id="{7B009E3F-DEF7-2634-9EED-0CE8D339AFC8}"/>
              </a:ext>
            </a:extLst>
          </p:cNvPr>
          <p:cNvCxnSpPr>
            <a:cxnSpLocks/>
            <a:stCxn id="63" idx="3"/>
            <a:endCxn id="577" idx="1"/>
          </p:cNvCxnSpPr>
          <p:nvPr/>
        </p:nvCxnSpPr>
        <p:spPr>
          <a:xfrm flipV="1">
            <a:off x="10798757" y="2928016"/>
            <a:ext cx="168711" cy="1891168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79" name="직사각형 56">
            <a:extLst>
              <a:ext uri="{FF2B5EF4-FFF2-40B4-BE49-F238E27FC236}">
                <a16:creationId xmlns:a16="http://schemas.microsoft.com/office/drawing/2014/main" id="{FF02595B-658D-9778-B81C-12C95B1C8D9C}"/>
              </a:ext>
            </a:extLst>
          </p:cNvPr>
          <p:cNvSpPr/>
          <p:nvPr/>
        </p:nvSpPr>
        <p:spPr>
          <a:xfrm>
            <a:off x="3941228" y="1829376"/>
            <a:ext cx="1066495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IT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담당자</a:t>
            </a:r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접수 </a:t>
            </a:r>
            <a:b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및 팀장 결재</a:t>
            </a:r>
          </a:p>
        </p:txBody>
      </p:sp>
      <p:sp>
        <p:nvSpPr>
          <p:cNvPr id="580" name="직사각형 56">
            <a:extLst>
              <a:ext uri="{FF2B5EF4-FFF2-40B4-BE49-F238E27FC236}">
                <a16:creationId xmlns:a16="http://schemas.microsoft.com/office/drawing/2014/main" id="{B649781A-6382-9F94-133E-B7EAC1086AD1}"/>
              </a:ext>
            </a:extLst>
          </p:cNvPr>
          <p:cNvSpPr/>
          <p:nvPr/>
        </p:nvSpPr>
        <p:spPr>
          <a:xfrm>
            <a:off x="1460804" y="1829376"/>
            <a:ext cx="1066495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요청서 작성</a:t>
            </a:r>
            <a:b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및 팀장 결재</a:t>
            </a:r>
          </a:p>
        </p:txBody>
      </p: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E7630BBC-3985-9073-E202-C32D4A625DBF}"/>
              </a:ext>
            </a:extLst>
          </p:cNvPr>
          <p:cNvGrpSpPr/>
          <p:nvPr/>
        </p:nvGrpSpPr>
        <p:grpSpPr>
          <a:xfrm>
            <a:off x="10155937" y="776270"/>
            <a:ext cx="1734011" cy="527178"/>
            <a:chOff x="10104345" y="472440"/>
            <a:chExt cx="1734011" cy="791125"/>
          </a:xfrm>
        </p:grpSpPr>
        <p:sp>
          <p:nvSpPr>
            <p:cNvPr id="582" name="Rectangle: Rounded Corners 581">
              <a:extLst>
                <a:ext uri="{FF2B5EF4-FFF2-40B4-BE49-F238E27FC236}">
                  <a16:creationId xmlns:a16="http://schemas.microsoft.com/office/drawing/2014/main" id="{B0C37521-BCEA-771A-66C0-E94E33792D4B}"/>
                </a:ext>
              </a:extLst>
            </p:cNvPr>
            <p:cNvSpPr/>
            <p:nvPr/>
          </p:nvSpPr>
          <p:spPr>
            <a:xfrm>
              <a:off x="10365278" y="472440"/>
              <a:ext cx="1473078" cy="791125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3" name="직사각형 14">
              <a:extLst>
                <a:ext uri="{FF2B5EF4-FFF2-40B4-BE49-F238E27FC236}">
                  <a16:creationId xmlns:a16="http://schemas.microsoft.com/office/drawing/2014/main" id="{B6938950-C374-6AF5-C121-8AD44495A3EC}"/>
                </a:ext>
              </a:extLst>
            </p:cNvPr>
            <p:cNvSpPr/>
            <p:nvPr/>
          </p:nvSpPr>
          <p:spPr>
            <a:xfrm>
              <a:off x="10505955" y="773624"/>
              <a:ext cx="1261638" cy="19782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기존 </a:t>
              </a:r>
              <a:r>
                <a:rPr lang="en-US" altLang="ko-KR" sz="800">
                  <a:solidFill>
                    <a:schemeClr val="tx1"/>
                  </a:solidFill>
                  <a:latin typeface="+mj-ea"/>
                  <a:ea typeface="+mj-ea"/>
                </a:rPr>
                <a:t>ITSM </a:t>
              </a:r>
              <a:r>
                <a:rPr lang="ko-KR" altLang="en-US" sz="800">
                  <a:solidFill>
                    <a:schemeClr val="tx1"/>
                  </a:solidFill>
                  <a:latin typeface="+mj-ea"/>
                  <a:ea typeface="+mj-ea"/>
                </a:rPr>
                <a:t>연계 </a:t>
              </a:r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프로세스</a:t>
              </a:r>
            </a:p>
          </p:txBody>
        </p:sp>
        <p:sp>
          <p:nvSpPr>
            <p:cNvPr id="584" name="직사각형 15">
              <a:extLst>
                <a:ext uri="{FF2B5EF4-FFF2-40B4-BE49-F238E27FC236}">
                  <a16:creationId xmlns:a16="http://schemas.microsoft.com/office/drawing/2014/main" id="{BEE53DD2-A122-54F3-8F66-F88015211A9F}"/>
                </a:ext>
              </a:extLst>
            </p:cNvPr>
            <p:cNvSpPr/>
            <p:nvPr/>
          </p:nvSpPr>
          <p:spPr>
            <a:xfrm>
              <a:off x="10505955" y="1014892"/>
              <a:ext cx="1261638" cy="197822"/>
            </a:xfrm>
            <a:prstGeom prst="rect">
              <a:avLst/>
            </a:prstGeom>
            <a:solidFill>
              <a:srgbClr val="8DC8E8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신규 프로세스</a:t>
              </a:r>
            </a:p>
          </p:txBody>
        </p:sp>
        <p:sp>
          <p:nvSpPr>
            <p:cNvPr id="585" name="직사각형 16">
              <a:extLst>
                <a:ext uri="{FF2B5EF4-FFF2-40B4-BE49-F238E27FC236}">
                  <a16:creationId xmlns:a16="http://schemas.microsoft.com/office/drawing/2014/main" id="{9040BAF6-1835-2AA2-4CE5-1666CA16B593}"/>
                </a:ext>
              </a:extLst>
            </p:cNvPr>
            <p:cNvSpPr/>
            <p:nvPr/>
          </p:nvSpPr>
          <p:spPr>
            <a:xfrm>
              <a:off x="10505955" y="534318"/>
              <a:ext cx="1261638" cy="197822"/>
            </a:xfrm>
            <a:prstGeom prst="rect">
              <a:avLst/>
            </a:prstGeom>
            <a:solidFill>
              <a:srgbClr val="F8CBAD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기존 </a:t>
              </a:r>
              <a:r>
                <a:rPr lang="en-US" altLang="ko-KR" sz="8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ITSM </a:t>
              </a:r>
              <a:r>
                <a:rPr lang="ko-KR" altLang="en-US" sz="8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프로세스</a:t>
              </a:r>
            </a:p>
          </p:txBody>
        </p:sp>
        <p:sp>
          <p:nvSpPr>
            <p:cNvPr id="586" name="TextBox 585">
              <a:extLst>
                <a:ext uri="{FF2B5EF4-FFF2-40B4-BE49-F238E27FC236}">
                  <a16:creationId xmlns:a16="http://schemas.microsoft.com/office/drawing/2014/main" id="{5CF62FC9-ACAC-D239-BD56-18ED8E4AA983}"/>
                </a:ext>
              </a:extLst>
            </p:cNvPr>
            <p:cNvSpPr txBox="1"/>
            <p:nvPr/>
          </p:nvSpPr>
          <p:spPr>
            <a:xfrm>
              <a:off x="10104345" y="769752"/>
              <a:ext cx="360000" cy="19373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ko-KR" altLang="en-US" sz="800" b="1" dirty="0">
                  <a:latin typeface="+mn-ea"/>
                </a:rPr>
                <a:t>범례</a:t>
              </a:r>
              <a:r>
                <a:rPr lang="en-US" altLang="ko-KR" sz="800" b="1" dirty="0">
                  <a:latin typeface="+mn-ea"/>
                </a:rPr>
                <a:t>:</a:t>
              </a:r>
              <a:endParaRPr lang="ko-KR" altLang="en-US" sz="800" b="1" dirty="0">
                <a:latin typeface="+mn-ea"/>
              </a:endParaRPr>
            </a:p>
          </p:txBody>
        </p:sp>
      </p:grp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9BD7A1-38A8-30F8-D597-45A992AE80FD}"/>
              </a:ext>
            </a:extLst>
          </p:cNvPr>
          <p:cNvSpPr txBox="1">
            <a:spLocks/>
          </p:cNvSpPr>
          <p:nvPr/>
        </p:nvSpPr>
        <p:spPr>
          <a:xfrm>
            <a:off x="371963" y="813435"/>
            <a:ext cx="11520000" cy="3254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AI</a:t>
            </a:r>
            <a:r>
              <a:rPr lang="ko-KR" altLang="en-US"/>
              <a:t>서비스 개발 단계별로 준수해야 할 </a:t>
            </a:r>
            <a:r>
              <a:rPr lang="en-US" altLang="ko-KR"/>
              <a:t>AI</a:t>
            </a:r>
            <a:r>
              <a:rPr lang="ko-KR" altLang="en-US"/>
              <a:t>거버넌스 표준 프로세스를 다음과 같이 정의함</a:t>
            </a:r>
          </a:p>
        </p:txBody>
      </p:sp>
      <p:sp>
        <p:nvSpPr>
          <p:cNvPr id="590" name="Google Shape;134;p5">
            <a:extLst>
              <a:ext uri="{FF2B5EF4-FFF2-40B4-BE49-F238E27FC236}">
                <a16:creationId xmlns:a16="http://schemas.microsoft.com/office/drawing/2014/main" id="{E048D7DE-7208-8FC8-1E24-CC4CFBF6AA25}"/>
              </a:ext>
            </a:extLst>
          </p:cNvPr>
          <p:cNvSpPr/>
          <p:nvPr/>
        </p:nvSpPr>
        <p:spPr>
          <a:xfrm>
            <a:off x="334964" y="5364678"/>
            <a:ext cx="958172" cy="115994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AI </a:t>
            </a:r>
            <a:r>
              <a:rPr lang="ko-KR" altLang="en-US" sz="14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거버넌스 산출물</a:t>
            </a:r>
            <a:endParaRPr lang="en-US" altLang="ko-KR" sz="1400" b="1" spc="-15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sym typeface="Arial"/>
            </a:endParaRPr>
          </a:p>
        </p:txBody>
      </p:sp>
      <p:sp>
        <p:nvSpPr>
          <p:cNvPr id="593" name="Google Shape;134;p5">
            <a:extLst>
              <a:ext uri="{FF2B5EF4-FFF2-40B4-BE49-F238E27FC236}">
                <a16:creationId xmlns:a16="http://schemas.microsoft.com/office/drawing/2014/main" id="{BCFAB638-E465-9F0D-CC55-186E31DAB4A6}"/>
              </a:ext>
            </a:extLst>
          </p:cNvPr>
          <p:cNvSpPr/>
          <p:nvPr/>
        </p:nvSpPr>
        <p:spPr>
          <a:xfrm>
            <a:off x="1350960" y="5380912"/>
            <a:ext cx="4900397" cy="114371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numCol="2" rtlCol="0" anchor="ctr"/>
          <a:lstStyle/>
          <a:p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1) AI </a:t>
            </a:r>
            <a:r>
              <a:rPr lang="ko-KR" altLang="en-US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서비스기획서</a:t>
            </a:r>
            <a:endParaRPr lang="en-US" altLang="ko-KR" sz="11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2) AI </a:t>
            </a:r>
            <a:r>
              <a:rPr lang="ko-KR" altLang="en-US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업무 위</a:t>
            </a:r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·</a:t>
            </a:r>
            <a:r>
              <a:rPr lang="ko-KR" altLang="en-US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수탁 체크리스트</a:t>
            </a:r>
            <a:endParaRPr lang="en-US" altLang="ko-KR" sz="11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3) </a:t>
            </a:r>
            <a:r>
              <a:rPr lang="ko-KR" altLang="en-US" sz="1100" kern="0" spc="-150" dirty="0" err="1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고영향</a:t>
            </a:r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&amp;</a:t>
            </a:r>
            <a:r>
              <a:rPr lang="ko-KR" altLang="en-US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안전성 평가서</a:t>
            </a:r>
            <a:endParaRPr lang="en-US" altLang="ko-KR" sz="11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  <a:sym typeface="Arial"/>
            </a:endParaRPr>
          </a:p>
          <a:p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4) AI </a:t>
            </a:r>
            <a:r>
              <a:rPr lang="ko-KR" altLang="en-US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위험등급평가서</a:t>
            </a:r>
            <a:endParaRPr lang="en-US" altLang="ko-KR" sz="11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5) AI </a:t>
            </a:r>
            <a:r>
              <a:rPr lang="ko-KR" altLang="en-US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모델 개발계획서</a:t>
            </a:r>
            <a:endParaRPr lang="en-US" altLang="ko-KR" sz="11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6) AI </a:t>
            </a:r>
            <a:r>
              <a:rPr lang="ko-KR" altLang="en-US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서비스 위험관리 계획서</a:t>
            </a:r>
            <a:endParaRPr lang="en-US" altLang="ko-KR" sz="11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7) AI </a:t>
            </a:r>
            <a:r>
              <a:rPr lang="ko-KR" altLang="en-US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위험점검 체</a:t>
            </a:r>
            <a:r>
              <a:rPr lang="ko-KR" altLang="en-US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크리스트</a:t>
            </a:r>
            <a:endParaRPr lang="en-US" altLang="ko-KR" sz="11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  <a:sym typeface="Arial"/>
            </a:endParaRPr>
          </a:p>
          <a:p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10) AI </a:t>
            </a:r>
            <a:r>
              <a:rPr lang="ko-KR" altLang="en-US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서비스 모델설명서</a:t>
            </a:r>
            <a:endParaRPr lang="en-US" altLang="ko-KR" sz="11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  <a:sym typeface="Arial"/>
            </a:endParaRPr>
          </a:p>
        </p:txBody>
      </p:sp>
      <p:sp>
        <p:nvSpPr>
          <p:cNvPr id="594" name="Google Shape;134;p5">
            <a:extLst>
              <a:ext uri="{FF2B5EF4-FFF2-40B4-BE49-F238E27FC236}">
                <a16:creationId xmlns:a16="http://schemas.microsoft.com/office/drawing/2014/main" id="{5DC17995-F4C5-E9B6-48C7-7451B0852B05}"/>
              </a:ext>
            </a:extLst>
          </p:cNvPr>
          <p:cNvSpPr/>
          <p:nvPr/>
        </p:nvSpPr>
        <p:spPr>
          <a:xfrm>
            <a:off x="6471077" y="5380912"/>
            <a:ext cx="3082498" cy="114371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numCol="1" rtlCol="0" anchor="ctr"/>
          <a:lstStyle/>
          <a:p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8) </a:t>
            </a:r>
            <a:r>
              <a:rPr lang="ko-KR" altLang="en-US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데이터∙</a:t>
            </a:r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</a:t>
            </a:r>
            <a:r>
              <a:rPr lang="ko-KR" altLang="en-US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모델 개발자 검증 결과서</a:t>
            </a:r>
            <a:endParaRPr lang="en-US" altLang="ko-KR" sz="11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9) </a:t>
            </a:r>
            <a:r>
              <a:rPr lang="ko-KR" altLang="en-US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데이터∙</a:t>
            </a:r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AI </a:t>
            </a:r>
            <a:r>
              <a:rPr lang="ko-KR" altLang="en-US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모델 제</a:t>
            </a:r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3</a:t>
            </a:r>
            <a:r>
              <a:rPr lang="ko-KR" altLang="en-US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자 검증 결과서</a:t>
            </a:r>
            <a:endParaRPr lang="en-US" altLang="ko-KR" sz="11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  <a:sym typeface="Arial"/>
            </a:endParaRPr>
          </a:p>
          <a:p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11) AI </a:t>
            </a:r>
            <a:r>
              <a:rPr lang="ko-KR" altLang="en-US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서비스 위험완화방안 확인서</a:t>
            </a:r>
            <a:endParaRPr lang="en-US" altLang="ko-KR" sz="11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  <a:sym typeface="Arial"/>
            </a:endParaRPr>
          </a:p>
          <a:p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12) AI </a:t>
            </a:r>
            <a:r>
              <a:rPr lang="ko-KR" altLang="en-US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서비스 모니터링 계획서</a:t>
            </a:r>
            <a:endParaRPr lang="en-US" altLang="ko-KR" sz="11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  <a:sym typeface="Arial"/>
            </a:endParaRPr>
          </a:p>
          <a:p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13) AI </a:t>
            </a:r>
            <a:r>
              <a:rPr lang="ko-KR" altLang="en-US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서비스 운영 승인 요청서 </a:t>
            </a:r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(7) 8) 9) 10) 11) 12)  </a:t>
            </a:r>
            <a:r>
              <a:rPr lang="ko-KR" altLang="en-US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붙임</a:t>
            </a:r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. </a:t>
            </a:r>
            <a:b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</a:br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     </a:t>
            </a:r>
            <a:r>
              <a:rPr lang="ko-KR" altLang="en-US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단</a:t>
            </a:r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, </a:t>
            </a:r>
            <a:r>
              <a:rPr lang="ko-KR" altLang="en-US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위험등급별</a:t>
            </a:r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, </a:t>
            </a:r>
            <a:r>
              <a:rPr lang="ko-KR" altLang="en-US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서비스별 필수 작성 서류 상이</a:t>
            </a:r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)</a:t>
            </a:r>
          </a:p>
        </p:txBody>
      </p:sp>
      <p:sp>
        <p:nvSpPr>
          <p:cNvPr id="596" name="Google Shape;134;p5">
            <a:extLst>
              <a:ext uri="{FF2B5EF4-FFF2-40B4-BE49-F238E27FC236}">
                <a16:creationId xmlns:a16="http://schemas.microsoft.com/office/drawing/2014/main" id="{B37EE708-4E4D-8153-1114-C681A7B23FFB}"/>
              </a:ext>
            </a:extLst>
          </p:cNvPr>
          <p:cNvSpPr/>
          <p:nvPr/>
        </p:nvSpPr>
        <p:spPr>
          <a:xfrm>
            <a:off x="9743957" y="5380912"/>
            <a:ext cx="2148006" cy="114371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numCol="1" rtlCol="0" anchor="ctr"/>
          <a:lstStyle/>
          <a:p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14) AI</a:t>
            </a:r>
            <a:r>
              <a:rPr lang="ko-KR" altLang="en-US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 서비스 모니터링 보고서</a:t>
            </a:r>
            <a:endParaRPr lang="en-US" altLang="ko-KR" sz="11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  <a:sym typeface="Arial"/>
            </a:endParaRPr>
          </a:p>
          <a:p>
            <a:r>
              <a:rPr lang="en-US" altLang="ko-KR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15) AI </a:t>
            </a:r>
            <a:r>
              <a:rPr lang="ko-KR" altLang="en-US" sz="11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개선계획서</a:t>
            </a:r>
            <a:endParaRPr lang="en-US" altLang="ko-KR" sz="11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cxnSp>
        <p:nvCxnSpPr>
          <p:cNvPr id="597" name="Straight Connector 596">
            <a:extLst>
              <a:ext uri="{FF2B5EF4-FFF2-40B4-BE49-F238E27FC236}">
                <a16:creationId xmlns:a16="http://schemas.microsoft.com/office/drawing/2014/main" id="{B4149BC6-F7A6-06D7-80AD-64CC0EDFCA19}"/>
              </a:ext>
            </a:extLst>
          </p:cNvPr>
          <p:cNvCxnSpPr>
            <a:cxnSpLocks/>
          </p:cNvCxnSpPr>
          <p:nvPr/>
        </p:nvCxnSpPr>
        <p:spPr>
          <a:xfrm>
            <a:off x="371963" y="5333551"/>
            <a:ext cx="116724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02" name="직사각형 56">
            <a:extLst>
              <a:ext uri="{FF2B5EF4-FFF2-40B4-BE49-F238E27FC236}">
                <a16:creationId xmlns:a16="http://schemas.microsoft.com/office/drawing/2014/main" id="{05DC850F-AD0F-B66D-95BF-57E45D183309}"/>
              </a:ext>
            </a:extLst>
          </p:cNvPr>
          <p:cNvSpPr/>
          <p:nvPr/>
        </p:nvSpPr>
        <p:spPr>
          <a:xfrm>
            <a:off x="7337477" y="2461000"/>
            <a:ext cx="358724" cy="122567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800" i="1" kern="0" spc="-150" dirty="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해당시</a:t>
            </a:r>
            <a:endParaRPr lang="ko-KR" altLang="en-US" sz="800" i="1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603" name="직사각형 56">
            <a:extLst>
              <a:ext uri="{FF2B5EF4-FFF2-40B4-BE49-F238E27FC236}">
                <a16:creationId xmlns:a16="http://schemas.microsoft.com/office/drawing/2014/main" id="{4EE65B42-6D4E-B18B-1D31-42E01EC6A512}"/>
              </a:ext>
            </a:extLst>
          </p:cNvPr>
          <p:cNvSpPr/>
          <p:nvPr/>
        </p:nvSpPr>
        <p:spPr>
          <a:xfrm>
            <a:off x="8690026" y="2461000"/>
            <a:ext cx="358724" cy="122567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800" i="1" kern="0" spc="-150" dirty="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해당시</a:t>
            </a:r>
            <a:endParaRPr lang="ko-KR" altLang="en-US" sz="800" i="1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604" name="텍스트 개체 틀 3">
            <a:extLst>
              <a:ext uri="{FF2B5EF4-FFF2-40B4-BE49-F238E27FC236}">
                <a16:creationId xmlns:a16="http://schemas.microsoft.com/office/drawing/2014/main" id="{ED5B68A8-85F6-BABB-83EC-75B97908E4C4}"/>
              </a:ext>
            </a:extLst>
          </p:cNvPr>
          <p:cNvSpPr txBox="1">
            <a:spLocks/>
          </p:cNvSpPr>
          <p:nvPr/>
        </p:nvSpPr>
        <p:spPr>
          <a:xfrm>
            <a:off x="1974703" y="6599410"/>
            <a:ext cx="9188597" cy="162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 AI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서비스 배포 및 운영은 기존 프로세스 준수</a:t>
            </a:r>
          </a:p>
        </p:txBody>
      </p:sp>
    </p:spTree>
    <p:extLst>
      <p:ext uri="{BB962C8B-B14F-4D97-AF65-F5344CB8AC3E}">
        <p14:creationId xmlns:p14="http://schemas.microsoft.com/office/powerpoint/2010/main" val="2847808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DEBCE-5621-608C-1118-DF44836FA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F14BC3-F2F0-FC52-19A5-98EE2EF0925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[Back-up] AI</a:t>
            </a:r>
            <a:r>
              <a:rPr lang="ko-KR" altLang="en-US" dirty="0"/>
              <a:t>거버넌스 산출물 리스트</a:t>
            </a:r>
            <a:endParaRPr lang="ko-KR" alt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614BF2-9A6E-DA7F-F0BD-620200C32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142049"/>
              </p:ext>
            </p:extLst>
          </p:nvPr>
        </p:nvGraphicFramePr>
        <p:xfrm>
          <a:off x="334963" y="800099"/>
          <a:ext cx="11556999" cy="5724523"/>
        </p:xfrm>
        <a:graphic>
          <a:graphicData uri="http://schemas.openxmlformats.org/drawingml/2006/table">
            <a:tbl>
              <a:tblPr/>
              <a:tblGrid>
                <a:gridCol w="519516">
                  <a:extLst>
                    <a:ext uri="{9D8B030D-6E8A-4147-A177-3AD203B41FA5}">
                      <a16:colId xmlns:a16="http://schemas.microsoft.com/office/drawing/2014/main" val="2128932964"/>
                    </a:ext>
                  </a:extLst>
                </a:gridCol>
                <a:gridCol w="2790543">
                  <a:extLst>
                    <a:ext uri="{9D8B030D-6E8A-4147-A177-3AD203B41FA5}">
                      <a16:colId xmlns:a16="http://schemas.microsoft.com/office/drawing/2014/main" val="215034389"/>
                    </a:ext>
                  </a:extLst>
                </a:gridCol>
                <a:gridCol w="1395270">
                  <a:extLst>
                    <a:ext uri="{9D8B030D-6E8A-4147-A177-3AD203B41FA5}">
                      <a16:colId xmlns:a16="http://schemas.microsoft.com/office/drawing/2014/main" val="2824895860"/>
                    </a:ext>
                  </a:extLst>
                </a:gridCol>
                <a:gridCol w="504673">
                  <a:extLst>
                    <a:ext uri="{9D8B030D-6E8A-4147-A177-3AD203B41FA5}">
                      <a16:colId xmlns:a16="http://schemas.microsoft.com/office/drawing/2014/main" val="4040474662"/>
                    </a:ext>
                  </a:extLst>
                </a:gridCol>
                <a:gridCol w="3532708">
                  <a:extLst>
                    <a:ext uri="{9D8B030D-6E8A-4147-A177-3AD203B41FA5}">
                      <a16:colId xmlns:a16="http://schemas.microsoft.com/office/drawing/2014/main" val="1712378350"/>
                    </a:ext>
                  </a:extLst>
                </a:gridCol>
                <a:gridCol w="519516">
                  <a:extLst>
                    <a:ext uri="{9D8B030D-6E8A-4147-A177-3AD203B41FA5}">
                      <a16:colId xmlns:a16="http://schemas.microsoft.com/office/drawing/2014/main" val="1665483248"/>
                    </a:ext>
                  </a:extLst>
                </a:gridCol>
                <a:gridCol w="519516">
                  <a:extLst>
                    <a:ext uri="{9D8B030D-6E8A-4147-A177-3AD203B41FA5}">
                      <a16:colId xmlns:a16="http://schemas.microsoft.com/office/drawing/2014/main" val="3494478586"/>
                    </a:ext>
                  </a:extLst>
                </a:gridCol>
                <a:gridCol w="409675">
                  <a:extLst>
                    <a:ext uri="{9D8B030D-6E8A-4147-A177-3AD203B41FA5}">
                      <a16:colId xmlns:a16="http://schemas.microsoft.com/office/drawing/2014/main" val="2392217370"/>
                    </a:ext>
                  </a:extLst>
                </a:gridCol>
                <a:gridCol w="682791">
                  <a:extLst>
                    <a:ext uri="{9D8B030D-6E8A-4147-A177-3AD203B41FA5}">
                      <a16:colId xmlns:a16="http://schemas.microsoft.com/office/drawing/2014/main" val="3173245628"/>
                    </a:ext>
                  </a:extLst>
                </a:gridCol>
                <a:gridCol w="682791">
                  <a:extLst>
                    <a:ext uri="{9D8B030D-6E8A-4147-A177-3AD203B41FA5}">
                      <a16:colId xmlns:a16="http://schemas.microsoft.com/office/drawing/2014/main" val="408628429"/>
                    </a:ext>
                  </a:extLst>
                </a:gridCol>
              </a:tblGrid>
              <a:tr h="190362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No.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산출물명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산출물 작성자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위험등급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고영향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안전성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142024"/>
                  </a:ext>
                </a:extLst>
              </a:tr>
              <a:tr h="1903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599869"/>
                  </a:ext>
                </a:extLst>
              </a:tr>
              <a:tr h="3489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기획서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서비스기획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577711"/>
                  </a:ext>
                </a:extLst>
              </a:tr>
              <a:tr h="3489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 위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수탁 체크리스트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서비스기획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수탁 진행 시 수행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649982"/>
                  </a:ext>
                </a:extLst>
              </a:tr>
              <a:tr h="3489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고영향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&amp;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안전성 평가서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서비스기획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고영향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&amp;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안전성 해당 시 수행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71221"/>
                  </a:ext>
                </a:extLst>
              </a:tr>
              <a:tr h="3489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위험등급평가서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서비스기획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699015"/>
                  </a:ext>
                </a:extLst>
              </a:tr>
              <a:tr h="3489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 개발계획서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384364"/>
                  </a:ext>
                </a:extLst>
              </a:tr>
              <a:tr h="3489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위험관리 계획서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서비스기획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089497"/>
                  </a:ext>
                </a:extLst>
              </a:tr>
              <a:tr h="3489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위험점검 체크리스트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서비스기획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302700"/>
                  </a:ext>
                </a:extLst>
              </a:tr>
              <a:tr h="3489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데이터∙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 개발자 검증 결과서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890617"/>
                  </a:ext>
                </a:extLst>
              </a:tr>
              <a:tr h="3764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데이터∙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 제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 검증 결과서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거버넌스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고위험 해당 시 수행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고위험의 경우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 검증 진행 필수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975523"/>
                  </a:ext>
                </a:extLst>
              </a:tr>
              <a:tr h="3489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모델 설명서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대고객 서비스 제공 시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고영향 해당 시 수행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262032"/>
                  </a:ext>
                </a:extLst>
              </a:tr>
              <a:tr h="3764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위험완화방안 확인서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서비스기획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고위험 해당 시 수행</a:t>
                      </a:r>
                      <a:b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저위험은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필요에 따라 수행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911685"/>
                  </a:ext>
                </a:extLst>
              </a:tr>
              <a:tr h="3764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모니터링 계획서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고위험 해당 시 수행</a:t>
                      </a:r>
                      <a:b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저위험은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필요에 따라 수행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592596"/>
                  </a:ext>
                </a:extLst>
              </a:tr>
              <a:tr h="3489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운영 승인 요청서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서비스기획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 요청 시 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7, 8, 9, 10, 11, 12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산출물 붙임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453227"/>
                  </a:ext>
                </a:extLst>
              </a:tr>
              <a:tr h="3764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모니터링 보고서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고위험 해당 시 수행</a:t>
                      </a:r>
                      <a:b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저위험은 필요에 따라 수행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111929"/>
                  </a:ext>
                </a:extLst>
              </a:tr>
              <a:tr h="3489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개선계획서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개선 필요 시 수행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212" marR="4212" marT="42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987325"/>
                  </a:ext>
                </a:extLst>
              </a:tr>
            </a:tbl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C3898F9A-A0CA-17E0-110A-740289F260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8532521"/>
              </p:ext>
            </p:extLst>
          </p:nvPr>
        </p:nvGraphicFramePr>
        <p:xfrm>
          <a:off x="10977563" y="202784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14642" imgH="792318" progId="Excel.Sheet.12">
                  <p:embed/>
                </p:oleObj>
              </mc:Choice>
              <mc:Fallback>
                <p:oleObj name="Worksheet" showAsIcon="1" r:id="rId2" imgW="914642" imgH="792318" progId="Excel.Sheet.12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C3898F9A-A0CA-17E0-110A-740289F26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977563" y="202784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29958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833BE-BEE8-DA16-5E32-F38685BDF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69834EA1-300F-5EC0-B3A2-73DDE0DF1A9C}"/>
              </a:ext>
            </a:extLst>
          </p:cNvPr>
          <p:cNvGrpSpPr/>
          <p:nvPr/>
        </p:nvGrpSpPr>
        <p:grpSpPr>
          <a:xfrm>
            <a:off x="1920404" y="2306065"/>
            <a:ext cx="3041581" cy="1074996"/>
            <a:chOff x="1530385" y="2272276"/>
            <a:chExt cx="4059214" cy="1074996"/>
          </a:xfrm>
        </p:grpSpPr>
        <p:sp>
          <p:nvSpPr>
            <p:cNvPr id="11" name="사각형: 둥근 모서리 65">
              <a:extLst>
                <a:ext uri="{FF2B5EF4-FFF2-40B4-BE49-F238E27FC236}">
                  <a16:creationId xmlns:a16="http://schemas.microsoft.com/office/drawing/2014/main" id="{0739B6FA-DD16-5571-906A-68A6379B472E}"/>
                </a:ext>
              </a:extLst>
            </p:cNvPr>
            <p:cNvSpPr/>
            <p:nvPr/>
          </p:nvSpPr>
          <p:spPr>
            <a:xfrm>
              <a:off x="1530385" y="2272276"/>
              <a:ext cx="4059214" cy="360000"/>
            </a:xfrm>
            <a:prstGeom prst="roundRect">
              <a:avLst>
                <a:gd name="adj" fmla="val 21145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1" spc="-150">
                  <a:solidFill>
                    <a:prstClr val="white"/>
                  </a:solidFill>
                  <a:latin typeface="+mn-ea"/>
                </a:rPr>
                <a:t>              고</a:t>
              </a:r>
              <a:r>
                <a:rPr kumimoji="0" lang="ko-KR" altLang="en-US" sz="1200" b="1" i="0" u="none" strike="noStrike" kern="1200" cap="none" spc="-15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rPr>
                <a:t>위험</a:t>
              </a:r>
            </a:p>
          </p:txBody>
        </p:sp>
        <p:sp>
          <p:nvSpPr>
            <p:cNvPr id="12" name="사각형: 둥근 모서리 65">
              <a:extLst>
                <a:ext uri="{FF2B5EF4-FFF2-40B4-BE49-F238E27FC236}">
                  <a16:creationId xmlns:a16="http://schemas.microsoft.com/office/drawing/2014/main" id="{4A829396-FD95-25C4-CDCB-EAABD55CFCDD}"/>
                </a:ext>
              </a:extLst>
            </p:cNvPr>
            <p:cNvSpPr/>
            <p:nvPr/>
          </p:nvSpPr>
          <p:spPr>
            <a:xfrm>
              <a:off x="1530385" y="2632276"/>
              <a:ext cx="4059214" cy="360000"/>
            </a:xfrm>
            <a:prstGeom prst="roundRect">
              <a:avLst>
                <a:gd name="adj" fmla="val 19184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defTabSz="914400" latinLnBrk="1"/>
              <a:r>
                <a:rPr lang="ko-KR" altLang="en-US" sz="1200" b="1" spc="-150">
                  <a:solidFill>
                    <a:schemeClr val="tx1"/>
                  </a:solidFill>
                  <a:latin typeface="+mn-ea"/>
                </a:rPr>
                <a:t>              </a:t>
              </a:r>
              <a:r>
                <a:rPr lang="ko-KR" altLang="en-US" sz="1200" b="1" spc="-150" err="1">
                  <a:solidFill>
                    <a:schemeClr val="tx1"/>
                  </a:solidFill>
                  <a:latin typeface="+mn-ea"/>
                </a:rPr>
                <a:t>중위험</a:t>
              </a:r>
              <a:endParaRPr lang="ko-KR" altLang="en-US" sz="1200" b="1" spc="-15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3" name="사각형: 둥근 모서리 65">
              <a:extLst>
                <a:ext uri="{FF2B5EF4-FFF2-40B4-BE49-F238E27FC236}">
                  <a16:creationId xmlns:a16="http://schemas.microsoft.com/office/drawing/2014/main" id="{CED6AB19-AD7A-6828-4AD7-7620D4496C31}"/>
                </a:ext>
              </a:extLst>
            </p:cNvPr>
            <p:cNvSpPr/>
            <p:nvPr/>
          </p:nvSpPr>
          <p:spPr>
            <a:xfrm>
              <a:off x="1530385" y="2987272"/>
              <a:ext cx="4059214" cy="360000"/>
            </a:xfrm>
            <a:prstGeom prst="roundRect">
              <a:avLst>
                <a:gd name="adj" fmla="val 23635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defTabSz="914400" latinLnBrk="1"/>
              <a:r>
                <a:rPr lang="ko-KR" altLang="en-US" sz="1200" b="1" spc="-150">
                  <a:solidFill>
                    <a:schemeClr val="tx1"/>
                  </a:solidFill>
                  <a:latin typeface="+mn-ea"/>
                </a:rPr>
                <a:t>              </a:t>
              </a:r>
              <a:r>
                <a:rPr lang="ko-KR" altLang="en-US" sz="1200" b="1" spc="-150" err="1">
                  <a:solidFill>
                    <a:schemeClr val="tx1"/>
                  </a:solidFill>
                  <a:latin typeface="+mn-ea"/>
                </a:rPr>
                <a:t>저위험</a:t>
              </a:r>
              <a:endParaRPr lang="ko-KR" altLang="en-US" sz="1200" b="1" spc="-15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7FB6E5-8E45-436F-538C-12D8223176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5. AI </a:t>
            </a:r>
            <a:r>
              <a:rPr lang="ko-KR" altLang="en-US" dirty="0"/>
              <a:t>위험</a:t>
            </a:r>
            <a:r>
              <a:rPr lang="en-US" altLang="ko-KR" dirty="0"/>
              <a:t>/</a:t>
            </a:r>
            <a:r>
              <a:rPr lang="ko-KR" altLang="en-US" dirty="0"/>
              <a:t>영향</a:t>
            </a:r>
            <a:r>
              <a:rPr lang="en-US" altLang="ko-KR" dirty="0"/>
              <a:t>/</a:t>
            </a:r>
            <a:r>
              <a:rPr lang="ko-KR" altLang="en-US" dirty="0"/>
              <a:t>안전성 식별 및 평가 프로세스 상세 </a:t>
            </a:r>
            <a:r>
              <a:rPr lang="en-US" altLang="ko-KR" dirty="0"/>
              <a:t>(1/4) – </a:t>
            </a:r>
            <a:r>
              <a:rPr lang="ko-KR" altLang="en-US" dirty="0"/>
              <a:t>판단방법</a:t>
            </a:r>
          </a:p>
        </p:txBody>
      </p:sp>
      <p:sp>
        <p:nvSpPr>
          <p:cNvPr id="457" name="텍스트 개체 틀 3">
            <a:extLst>
              <a:ext uri="{FF2B5EF4-FFF2-40B4-BE49-F238E27FC236}">
                <a16:creationId xmlns:a16="http://schemas.microsoft.com/office/drawing/2014/main" id="{1C189E43-5CC0-FA2B-2F65-4E566BB79C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963" y="813435"/>
            <a:ext cx="11520000" cy="325410"/>
          </a:xfrm>
        </p:spPr>
        <p:txBody>
          <a:bodyPr/>
          <a:lstStyle/>
          <a:p>
            <a:pPr>
              <a:tabLst>
                <a:tab pos="9418638" algn="l"/>
              </a:tabLst>
            </a:pPr>
            <a:endParaRPr lang="ko-KR" altLang="en-US"/>
          </a:p>
        </p:txBody>
      </p:sp>
      <p:sp>
        <p:nvSpPr>
          <p:cNvPr id="460" name="사각형: 둥근 모서리 56">
            <a:extLst>
              <a:ext uri="{FF2B5EF4-FFF2-40B4-BE49-F238E27FC236}">
                <a16:creationId xmlns:a16="http://schemas.microsoft.com/office/drawing/2014/main" id="{2DF93741-66A5-E304-5F2C-046D4E43A16F}"/>
              </a:ext>
            </a:extLst>
          </p:cNvPr>
          <p:cNvSpPr/>
          <p:nvPr/>
        </p:nvSpPr>
        <p:spPr>
          <a:xfrm>
            <a:off x="6196013" y="1334969"/>
            <a:ext cx="5695950" cy="3600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위험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/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영향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/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안전성 식별 및 평가 상세 프로세스</a:t>
            </a:r>
          </a:p>
        </p:txBody>
      </p:sp>
      <p:sp>
        <p:nvSpPr>
          <p:cNvPr id="4" name="사각형: 둥근 모서리 56">
            <a:extLst>
              <a:ext uri="{FF2B5EF4-FFF2-40B4-BE49-F238E27FC236}">
                <a16:creationId xmlns:a16="http://schemas.microsoft.com/office/drawing/2014/main" id="{064A100B-093A-2C18-2003-E6D6AD631DE8}"/>
              </a:ext>
            </a:extLst>
          </p:cNvPr>
          <p:cNvSpPr/>
          <p:nvPr/>
        </p:nvSpPr>
        <p:spPr>
          <a:xfrm>
            <a:off x="334964" y="1334969"/>
            <a:ext cx="5695950" cy="3600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위험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/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영향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/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안전성 개요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38" name="Rectangle: Rounded Corners 46">
            <a:extLst>
              <a:ext uri="{FF2B5EF4-FFF2-40B4-BE49-F238E27FC236}">
                <a16:creationId xmlns:a16="http://schemas.microsoft.com/office/drawing/2014/main" id="{38D47060-1850-C399-7D2F-50CE128FB9F7}"/>
              </a:ext>
            </a:extLst>
          </p:cNvPr>
          <p:cNvSpPr/>
          <p:nvPr/>
        </p:nvSpPr>
        <p:spPr>
          <a:xfrm>
            <a:off x="334962" y="2231389"/>
            <a:ext cx="556577" cy="1197611"/>
          </a:xfrm>
          <a:prstGeom prst="roundRect">
            <a:avLst>
              <a:gd name="adj" fmla="val 8145"/>
            </a:avLst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개념 </a:t>
            </a:r>
            <a:endParaRPr lang="en-US" altLang="ko-KR" sz="11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11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정의</a:t>
            </a:r>
            <a:endParaRPr lang="en-US" altLang="ko-KR" sz="11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29" name="사각형: 둥근 모서리 20">
            <a:extLst>
              <a:ext uri="{FF2B5EF4-FFF2-40B4-BE49-F238E27FC236}">
                <a16:creationId xmlns:a16="http://schemas.microsoft.com/office/drawing/2014/main" id="{E366BC4F-B505-52C9-E021-9B29375964AB}"/>
              </a:ext>
            </a:extLst>
          </p:cNvPr>
          <p:cNvSpPr/>
          <p:nvPr/>
        </p:nvSpPr>
        <p:spPr>
          <a:xfrm>
            <a:off x="334962" y="1813837"/>
            <a:ext cx="558000" cy="31975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구분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31" name="사각형: 둥근 모서리 20">
            <a:extLst>
              <a:ext uri="{FF2B5EF4-FFF2-40B4-BE49-F238E27FC236}">
                <a16:creationId xmlns:a16="http://schemas.microsoft.com/office/drawing/2014/main" id="{7ECBB766-49C8-AE5B-8C63-9CEE334A039D}"/>
              </a:ext>
            </a:extLst>
          </p:cNvPr>
          <p:cNvSpPr/>
          <p:nvPr/>
        </p:nvSpPr>
        <p:spPr>
          <a:xfrm>
            <a:off x="982663" y="1813837"/>
            <a:ext cx="5037137" cy="31975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정의 및 판단 조건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44" name="Rectangle: Rounded Corners 46">
            <a:extLst>
              <a:ext uri="{FF2B5EF4-FFF2-40B4-BE49-F238E27FC236}">
                <a16:creationId xmlns:a16="http://schemas.microsoft.com/office/drawing/2014/main" id="{CD592C2C-99E2-84C1-554E-64E6157AF07D}"/>
              </a:ext>
            </a:extLst>
          </p:cNvPr>
          <p:cNvSpPr/>
          <p:nvPr/>
        </p:nvSpPr>
        <p:spPr>
          <a:xfrm>
            <a:off x="334963" y="3478035"/>
            <a:ext cx="437198" cy="3046590"/>
          </a:xfrm>
          <a:prstGeom prst="roundRect">
            <a:avLst>
              <a:gd name="adj" fmla="val 8145"/>
            </a:avLst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0" tIns="0" rIns="36000" bIns="0" rtlCol="0" anchor="ctr"/>
          <a:lstStyle/>
          <a:p>
            <a:pPr algn="ctr"/>
            <a:r>
              <a:rPr lang="ko-KR" altLang="en-US" sz="11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판단 조건</a:t>
            </a:r>
            <a:endParaRPr lang="en-US" altLang="ko-KR" sz="11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Rectangle: Rounded Corners 46">
            <a:extLst>
              <a:ext uri="{FF2B5EF4-FFF2-40B4-BE49-F238E27FC236}">
                <a16:creationId xmlns:a16="http://schemas.microsoft.com/office/drawing/2014/main" id="{50EEE622-6FB5-617D-8420-61161C21BD14}"/>
              </a:ext>
            </a:extLst>
          </p:cNvPr>
          <p:cNvSpPr/>
          <p:nvPr/>
        </p:nvSpPr>
        <p:spPr>
          <a:xfrm>
            <a:off x="1005840" y="3575996"/>
            <a:ext cx="5013960" cy="918198"/>
          </a:xfrm>
          <a:prstGeom prst="roundRect">
            <a:avLst>
              <a:gd name="adj" fmla="val 8145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금융분야 인공지능 가이드라인</a:t>
            </a:r>
            <a:r>
              <a:rPr lang="en-US" altLang="ko-KR" sz="10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0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안</a:t>
            </a:r>
            <a:r>
              <a:rPr lang="en-US" altLang="ko-KR" sz="10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)</a:t>
            </a:r>
            <a:r>
              <a:rPr lang="ko-KR" altLang="en-US" sz="10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에서 제공하는 </a:t>
            </a:r>
            <a:r>
              <a:rPr lang="en-US" altLang="ko-KR" sz="10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위험관리 프레임워크 </a:t>
            </a:r>
            <a:r>
              <a:rPr lang="en-US" altLang="ko-KR" sz="10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(AI RMF: AI Risk Management Framework) </a:t>
            </a:r>
            <a:r>
              <a:rPr lang="ko-KR" altLang="en-US" sz="10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기반 </a:t>
            </a:r>
            <a:r>
              <a:rPr lang="en-US" altLang="ko-KR" sz="10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‘</a:t>
            </a:r>
            <a:r>
              <a:rPr lang="ko-KR" altLang="en-US" sz="10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위험등급평가서</a:t>
            </a:r>
            <a:r>
              <a:rPr lang="en-US" altLang="ko-KR" sz="10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’</a:t>
            </a:r>
            <a:r>
              <a:rPr lang="ko-KR" altLang="en-US" sz="10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를 활용하여 위험등급 판단 </a:t>
            </a:r>
            <a:endParaRPr lang="en-US" altLang="ko-KR" sz="10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defTabSz="914400"/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   ① 위험 인식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측정 ② 위험경감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완화 ③ 잔여위험 평가 ④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위험등급 산정</a:t>
            </a:r>
            <a:endParaRPr lang="en-US" altLang="ko-KR" sz="10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22" name="Rectangle: Rounded Corners 46">
            <a:extLst>
              <a:ext uri="{FF2B5EF4-FFF2-40B4-BE49-F238E27FC236}">
                <a16:creationId xmlns:a16="http://schemas.microsoft.com/office/drawing/2014/main" id="{43AB831B-4193-622D-C1AB-B0B8CF8190AD}"/>
              </a:ext>
            </a:extLst>
          </p:cNvPr>
          <p:cNvSpPr/>
          <p:nvPr/>
        </p:nvSpPr>
        <p:spPr>
          <a:xfrm>
            <a:off x="1005840" y="4548435"/>
            <a:ext cx="5013960" cy="918198"/>
          </a:xfrm>
          <a:prstGeom prst="roundRect">
            <a:avLst>
              <a:gd name="adj" fmla="val 8145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0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1</a:t>
            </a:r>
            <a:r>
              <a:rPr lang="ko-KR" altLang="en-US" sz="10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단계 조건 </a:t>
            </a:r>
            <a:r>
              <a:rPr lang="en-US" altLang="ko-KR" sz="10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+ 2</a:t>
            </a:r>
            <a:r>
              <a:rPr lang="ko-KR" altLang="en-US" sz="10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단계 조건을 모두 충족한 경우 </a:t>
            </a:r>
            <a:r>
              <a:rPr lang="ko-KR" altLang="en-US" sz="1000" b="1" kern="0" spc="-5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고영향</a:t>
            </a:r>
            <a:r>
              <a:rPr lang="ko-KR" altLang="en-US" sz="10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0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로 판단</a:t>
            </a:r>
            <a:endParaRPr lang="en-US" altLang="ko-KR" sz="10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defTabSz="914400"/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   ① 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1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단계 조건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: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과기통에서 정의한 분야별 해당하는 영역에서 사용되는 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일 경우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</a:p>
          <a:p>
            <a:pPr defTabSz="914400"/>
            <a:r>
              <a:rPr lang="en-US" altLang="ko-KR" sz="8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         (</a:t>
            </a:r>
            <a:r>
              <a:rPr lang="ko-KR" altLang="en-US" sz="8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예</a:t>
            </a:r>
            <a:r>
              <a:rPr lang="en-US" altLang="ko-KR" sz="8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: </a:t>
            </a:r>
            <a:r>
              <a:rPr lang="ko-KR" altLang="en-US" sz="8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금융분야의 경우</a:t>
            </a:r>
            <a:r>
              <a:rPr lang="en-US" altLang="ko-KR" sz="8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</a:t>
            </a:r>
            <a:r>
              <a:rPr lang="ko-KR" altLang="en-US" sz="8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대출 심사 등 개인의 권리</a:t>
            </a:r>
            <a:r>
              <a:rPr lang="en-US" altLang="ko-KR" sz="8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8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의무 관계에 중대한 영향을 미치는 판단 또는 평가 시</a:t>
            </a:r>
            <a:r>
              <a:rPr lang="en-US" altLang="ko-KR" sz="8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) </a:t>
            </a:r>
          </a:p>
          <a:p>
            <a:pPr defTabSz="914400"/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   ②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2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단계 조건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: 1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단계에 해당하는 영역에서 활용되는 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가 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“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사람의 생명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신체의 안전 및 </a:t>
            </a:r>
            <a:endParaRPr lang="en-US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defTabSz="914400"/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      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기본권의 보호에 중대한 영향을 미치거나 위험을 초래할 우려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”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가 있는 경우 </a:t>
            </a:r>
            <a:endParaRPr lang="en-US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5" name="Rectangle: Rounded Corners 46">
            <a:extLst>
              <a:ext uri="{FF2B5EF4-FFF2-40B4-BE49-F238E27FC236}">
                <a16:creationId xmlns:a16="http://schemas.microsoft.com/office/drawing/2014/main" id="{4AAD84D8-DF6A-FEC7-9C97-7107CED01B59}"/>
              </a:ext>
            </a:extLst>
          </p:cNvPr>
          <p:cNvSpPr/>
          <p:nvPr/>
        </p:nvSpPr>
        <p:spPr>
          <a:xfrm>
            <a:off x="660400" y="3575996"/>
            <a:ext cx="223520" cy="918197"/>
          </a:xfrm>
          <a:prstGeom prst="roundRect">
            <a:avLst>
              <a:gd name="adj" fmla="val 8145"/>
            </a:avLst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</a:t>
            </a:r>
            <a:endParaRPr lang="en-US" altLang="ko-KR" sz="11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Rectangle: Rounded Corners 46">
            <a:extLst>
              <a:ext uri="{FF2B5EF4-FFF2-40B4-BE49-F238E27FC236}">
                <a16:creationId xmlns:a16="http://schemas.microsoft.com/office/drawing/2014/main" id="{ACDB6DD8-A3C7-A7E7-5358-C58FD3DFF866}"/>
              </a:ext>
            </a:extLst>
          </p:cNvPr>
          <p:cNvSpPr/>
          <p:nvPr/>
        </p:nvSpPr>
        <p:spPr>
          <a:xfrm>
            <a:off x="660400" y="4548435"/>
            <a:ext cx="223520" cy="918197"/>
          </a:xfrm>
          <a:prstGeom prst="roundRect">
            <a:avLst>
              <a:gd name="adj" fmla="val 8145"/>
            </a:avLst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b="1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고영향</a:t>
            </a:r>
            <a:endParaRPr lang="en-US" altLang="ko-KR" sz="11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Rectangle: Rounded Corners 46">
            <a:extLst>
              <a:ext uri="{FF2B5EF4-FFF2-40B4-BE49-F238E27FC236}">
                <a16:creationId xmlns:a16="http://schemas.microsoft.com/office/drawing/2014/main" id="{1F2CD7EF-4113-9B9C-8C61-953F7E2ED484}"/>
              </a:ext>
            </a:extLst>
          </p:cNvPr>
          <p:cNvSpPr/>
          <p:nvPr/>
        </p:nvSpPr>
        <p:spPr>
          <a:xfrm>
            <a:off x="660400" y="5520875"/>
            <a:ext cx="223520" cy="918197"/>
          </a:xfrm>
          <a:prstGeom prst="roundRect">
            <a:avLst>
              <a:gd name="adj" fmla="val 8145"/>
            </a:avLst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안전성</a:t>
            </a:r>
            <a:endParaRPr lang="en-US" altLang="ko-KR" sz="11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Rectangle: Rounded Corners 46">
            <a:extLst>
              <a:ext uri="{FF2B5EF4-FFF2-40B4-BE49-F238E27FC236}">
                <a16:creationId xmlns:a16="http://schemas.microsoft.com/office/drawing/2014/main" id="{062A8A90-5E91-79DB-678F-958E65778932}"/>
              </a:ext>
            </a:extLst>
          </p:cNvPr>
          <p:cNvSpPr/>
          <p:nvPr/>
        </p:nvSpPr>
        <p:spPr>
          <a:xfrm>
            <a:off x="1005840" y="5520874"/>
            <a:ext cx="5013960" cy="918198"/>
          </a:xfrm>
          <a:prstGeom prst="roundRect">
            <a:avLst>
              <a:gd name="adj" fmla="val 8145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하기 모든 기준을 충족한 </a:t>
            </a:r>
            <a:r>
              <a:rPr lang="en-US" altLang="ko-KR" sz="10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시스템의 경우 안전성 확보 대상으로 정의  </a:t>
            </a:r>
            <a:endParaRPr lang="en-US" altLang="ko-KR" sz="10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defTabSz="914400"/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   ① 학습에 사용된 누적 </a:t>
            </a:r>
            <a:r>
              <a:rPr lang="ko-KR" altLang="en-US" sz="1000" kern="0" spc="-5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연산량이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10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의 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26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승 </a:t>
            </a:r>
            <a:r>
              <a:rPr lang="ko-KR" altLang="en-US" sz="1000" kern="0" spc="-5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부동소수점연산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이상인 경우</a:t>
            </a:r>
          </a:p>
          <a:p>
            <a:pPr defTabSz="914400"/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   ②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인공지능기술의 발전 수준을 고려할 때 현재 인공지능시스템에 활용되는 </a:t>
            </a:r>
            <a:endParaRPr lang="en-US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defTabSz="914400"/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      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인공지능기술 중 최첨단의 인공지능기술을 적용하여 구성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운영되고 있는 경우</a:t>
            </a:r>
          </a:p>
          <a:p>
            <a:pPr defTabSz="914400"/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   ③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인공지능시스템의 위험도가 사람의 생명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신체의 안전 및 기본권에 광범위하고 </a:t>
            </a:r>
            <a:endParaRPr lang="en-US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defTabSz="914400"/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      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중대한 영향을 미칠 우려가 있는 경우</a:t>
            </a:r>
            <a:endParaRPr lang="en-US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0E852D1-7DDE-3C12-8C11-86286D8CF35E}"/>
              </a:ext>
            </a:extLst>
          </p:cNvPr>
          <p:cNvCxnSpPr>
            <a:cxnSpLocks/>
          </p:cNvCxnSpPr>
          <p:nvPr/>
        </p:nvCxnSpPr>
        <p:spPr>
          <a:xfrm>
            <a:off x="334963" y="3453518"/>
            <a:ext cx="5669597" cy="0"/>
          </a:xfrm>
          <a:prstGeom prst="line">
            <a:avLst/>
          </a:prstGeom>
          <a:ln w="9525">
            <a:solidFill>
              <a:schemeClr val="accent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7A40BDC-1AC7-5A91-C5BE-B62FAB9D7077}"/>
              </a:ext>
            </a:extLst>
          </p:cNvPr>
          <p:cNvGrpSpPr/>
          <p:nvPr/>
        </p:nvGrpSpPr>
        <p:grpSpPr>
          <a:xfrm>
            <a:off x="3214257" y="2364676"/>
            <a:ext cx="1539675" cy="254330"/>
            <a:chOff x="3828287" y="2420152"/>
            <a:chExt cx="1752691" cy="360000"/>
          </a:xfrm>
        </p:grpSpPr>
        <p:sp>
          <p:nvSpPr>
            <p:cNvPr id="19" name="사각형: 둥근 모서리 65">
              <a:extLst>
                <a:ext uri="{FF2B5EF4-FFF2-40B4-BE49-F238E27FC236}">
                  <a16:creationId xmlns:a16="http://schemas.microsoft.com/office/drawing/2014/main" id="{03D91D5E-293C-0B49-6EE5-07BA53212DA4}"/>
                </a:ext>
              </a:extLst>
            </p:cNvPr>
            <p:cNvSpPr/>
            <p:nvPr/>
          </p:nvSpPr>
          <p:spPr>
            <a:xfrm>
              <a:off x="3828287" y="2420152"/>
              <a:ext cx="1752691" cy="360000"/>
            </a:xfrm>
            <a:prstGeom prst="roundRect">
              <a:avLst>
                <a:gd name="adj" fmla="val 21145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defTabSz="914400"/>
              <a:r>
                <a:rPr lang="ko-KR" altLang="en-US" sz="1200" b="1" kern="0" spc="-1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       </a:t>
              </a:r>
              <a:r>
                <a:rPr lang="ko-KR" altLang="en-US" sz="1200" b="1" kern="0" spc="-150" err="1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고영향</a:t>
              </a:r>
              <a:endParaRPr lang="ko-KR" altLang="en-US" sz="1200" b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16" name="사각형: 둥근 모서리 65">
              <a:extLst>
                <a:ext uri="{FF2B5EF4-FFF2-40B4-BE49-F238E27FC236}">
                  <a16:creationId xmlns:a16="http://schemas.microsoft.com/office/drawing/2014/main" id="{B656065A-6B85-8F34-0E76-EC103C6E6A20}"/>
                </a:ext>
              </a:extLst>
            </p:cNvPr>
            <p:cNvSpPr/>
            <p:nvPr/>
          </p:nvSpPr>
          <p:spPr>
            <a:xfrm>
              <a:off x="4750536" y="2467327"/>
              <a:ext cx="659543" cy="265536"/>
            </a:xfrm>
            <a:prstGeom prst="roundRect">
              <a:avLst>
                <a:gd name="adj" fmla="val 38521"/>
              </a:avLst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 latinLnBrk="1"/>
              <a:r>
                <a:rPr lang="ko-KR" altLang="en-US" sz="1200" b="1" spc="-150">
                  <a:solidFill>
                    <a:schemeClr val="bg1"/>
                  </a:solidFill>
                  <a:latin typeface="+mn-ea"/>
                </a:rPr>
                <a:t>안전성</a:t>
              </a:r>
            </a:p>
          </p:txBody>
        </p:sp>
      </p:grpSp>
      <p:sp>
        <p:nvSpPr>
          <p:cNvPr id="27" name="Left Bracket 26">
            <a:extLst>
              <a:ext uri="{FF2B5EF4-FFF2-40B4-BE49-F238E27FC236}">
                <a16:creationId xmlns:a16="http://schemas.microsoft.com/office/drawing/2014/main" id="{63EC0043-5D6D-2E73-E01A-85CAF50E9B42}"/>
              </a:ext>
            </a:extLst>
          </p:cNvPr>
          <p:cNvSpPr/>
          <p:nvPr/>
        </p:nvSpPr>
        <p:spPr>
          <a:xfrm>
            <a:off x="1698179" y="2342650"/>
            <a:ext cx="190769" cy="1022180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텍스트 개체 틀 3">
            <a:extLst>
              <a:ext uri="{FF2B5EF4-FFF2-40B4-BE49-F238E27FC236}">
                <a16:creationId xmlns:a16="http://schemas.microsoft.com/office/drawing/2014/main" id="{3483712B-D1C9-81B3-D002-434F3A27C934}"/>
              </a:ext>
            </a:extLst>
          </p:cNvPr>
          <p:cNvSpPr txBox="1">
            <a:spLocks/>
          </p:cNvSpPr>
          <p:nvPr/>
        </p:nvSpPr>
        <p:spPr>
          <a:xfrm>
            <a:off x="1031418" y="2469368"/>
            <a:ext cx="758462" cy="802784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‘AI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위험 등급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평가서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’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를 </a:t>
            </a:r>
            <a:b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통해 </a:t>
            </a:r>
            <a:b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ko-KR" altLang="en-US" sz="1000" b="1">
                <a:solidFill>
                  <a:schemeClr val="tx1">
                    <a:lumMod val="50000"/>
                    <a:lumOff val="50000"/>
                  </a:schemeClr>
                </a:solidFill>
              </a:rPr>
              <a:t>위험 등급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판단  </a:t>
            </a:r>
          </a:p>
        </p:txBody>
      </p:sp>
      <p:sp>
        <p:nvSpPr>
          <p:cNvPr id="28" name="텍스트 개체 틀 3">
            <a:extLst>
              <a:ext uri="{FF2B5EF4-FFF2-40B4-BE49-F238E27FC236}">
                <a16:creationId xmlns:a16="http://schemas.microsoft.com/office/drawing/2014/main" id="{0EDC0EC3-EF2B-D7B7-6FF2-007710204542}"/>
              </a:ext>
            </a:extLst>
          </p:cNvPr>
          <p:cNvSpPr txBox="1">
            <a:spLocks/>
          </p:cNvSpPr>
          <p:nvPr/>
        </p:nvSpPr>
        <p:spPr>
          <a:xfrm>
            <a:off x="5065235" y="2255082"/>
            <a:ext cx="946537" cy="114004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45720" rIns="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고영향</a:t>
            </a:r>
            <a:r>
              <a:rPr lang="ko-KR" altLang="en-US" sz="1000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 b="1">
                <a:solidFill>
                  <a:schemeClr val="tx1">
                    <a:lumMod val="50000"/>
                    <a:lumOff val="50000"/>
                  </a:schemeClr>
                </a:solidFill>
              </a:rPr>
              <a:t>AI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는 </a:t>
            </a:r>
            <a:b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위험 등급 분류와 </a:t>
            </a:r>
            <a:b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관계없이 </a:t>
            </a:r>
            <a:b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ko-KR" altLang="en-US" sz="1000" b="1">
                <a:solidFill>
                  <a:schemeClr val="tx1">
                    <a:lumMod val="50000"/>
                    <a:lumOff val="50000"/>
                  </a:schemeClr>
                </a:solidFill>
              </a:rPr>
              <a:t>고위험 </a:t>
            </a:r>
            <a:r>
              <a:rPr lang="en-US" altLang="ko-KR" sz="1000" b="1">
                <a:solidFill>
                  <a:schemeClr val="tx1">
                    <a:lumMod val="50000"/>
                    <a:lumOff val="50000"/>
                  </a:schemeClr>
                </a:solidFill>
              </a:rPr>
              <a:t>AI</a:t>
            </a:r>
            <a:r>
              <a:rPr lang="ko-KR" altLang="en-US" sz="1000" b="1">
                <a:solidFill>
                  <a:schemeClr val="tx1">
                    <a:lumMod val="50000"/>
                    <a:lumOff val="50000"/>
                  </a:schemeClr>
                </a:solidFill>
              </a:rPr>
              <a:t>로 </a:t>
            </a:r>
            <a:br>
              <a:rPr lang="en-US" altLang="ko-KR" sz="1000" b="1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ko-KR" altLang="en-US" sz="1000" b="1">
                <a:solidFill>
                  <a:schemeClr val="tx1">
                    <a:lumMod val="50000"/>
                    <a:lumOff val="50000"/>
                  </a:schemeClr>
                </a:solidFill>
              </a:rPr>
              <a:t>자동 분류</a:t>
            </a:r>
            <a:br>
              <a:rPr lang="en-US" altLang="ko-KR" sz="1000" b="1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br>
              <a:rPr lang="en-US" altLang="ko-KR" sz="300" b="1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</a:rPr>
              <a:t>※  </a:t>
            </a:r>
            <a:r>
              <a:rPr lang="ko-KR" altLang="en-US" sz="700" err="1">
                <a:solidFill>
                  <a:schemeClr val="tx1">
                    <a:lumMod val="50000"/>
                    <a:lumOff val="50000"/>
                  </a:schemeClr>
                </a:solidFill>
              </a:rPr>
              <a:t>고영향</a:t>
            </a: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</a:rPr>
              <a:t>AI</a:t>
            </a: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  <a:t>는 </a:t>
            </a:r>
            <a:b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  <a:t>고위험 </a:t>
            </a:r>
            <a: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</a:rPr>
              <a:t>AI</a:t>
            </a: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  <a:t>에 해당되나</a:t>
            </a:r>
            <a: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b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  <a:t>고위험</a:t>
            </a:r>
            <a: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</a:rPr>
              <a:t>AI</a:t>
            </a: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  <a:t>는 </a:t>
            </a:r>
            <a:r>
              <a:rPr lang="ko-KR" altLang="en-US" sz="700" err="1">
                <a:solidFill>
                  <a:schemeClr val="tx1">
                    <a:lumMod val="50000"/>
                    <a:lumOff val="50000"/>
                  </a:schemeClr>
                </a:solidFill>
              </a:rPr>
              <a:t>고영향</a:t>
            </a: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</a:rPr>
              <a:t>AI</a:t>
            </a: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  <a:t>에 </a:t>
            </a:r>
            <a:b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  <a:t>해당되지 않을 수 있음</a:t>
            </a:r>
            <a:endParaRPr lang="en-US" altLang="ko-KR" sz="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DFFACBA-49EA-920C-BA70-84F212AEC9F7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4753932" y="2491841"/>
            <a:ext cx="31130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텍스트 개체 틀 3">
            <a:extLst>
              <a:ext uri="{FF2B5EF4-FFF2-40B4-BE49-F238E27FC236}">
                <a16:creationId xmlns:a16="http://schemas.microsoft.com/office/drawing/2014/main" id="{C4C21FAE-965F-014A-9EA2-813109D2B5C4}"/>
              </a:ext>
            </a:extLst>
          </p:cNvPr>
          <p:cNvSpPr txBox="1">
            <a:spLocks/>
          </p:cNvSpPr>
          <p:nvPr/>
        </p:nvSpPr>
        <p:spPr>
          <a:xfrm>
            <a:off x="2020958" y="3132311"/>
            <a:ext cx="270757" cy="150300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chemeClr val="bg1">
                    <a:lumMod val="95000"/>
                  </a:schemeClr>
                </a:solidFill>
              </a:rPr>
              <a:t>0 ~ 24</a:t>
            </a:r>
          </a:p>
        </p:txBody>
      </p:sp>
      <p:sp>
        <p:nvSpPr>
          <p:cNvPr id="448" name="텍스트 개체 틀 3">
            <a:extLst>
              <a:ext uri="{FF2B5EF4-FFF2-40B4-BE49-F238E27FC236}">
                <a16:creationId xmlns:a16="http://schemas.microsoft.com/office/drawing/2014/main" id="{2D539E2D-5C93-3B4C-961D-764B018EB640}"/>
              </a:ext>
            </a:extLst>
          </p:cNvPr>
          <p:cNvSpPr txBox="1">
            <a:spLocks/>
          </p:cNvSpPr>
          <p:nvPr/>
        </p:nvSpPr>
        <p:spPr>
          <a:xfrm>
            <a:off x="2020958" y="2770915"/>
            <a:ext cx="270757" cy="150300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chemeClr val="bg1">
                    <a:lumMod val="95000"/>
                  </a:schemeClr>
                </a:solidFill>
              </a:rPr>
              <a:t>25 ~ 49</a:t>
            </a:r>
          </a:p>
        </p:txBody>
      </p:sp>
      <p:sp>
        <p:nvSpPr>
          <p:cNvPr id="449" name="텍스트 개체 틀 3">
            <a:extLst>
              <a:ext uri="{FF2B5EF4-FFF2-40B4-BE49-F238E27FC236}">
                <a16:creationId xmlns:a16="http://schemas.microsoft.com/office/drawing/2014/main" id="{C94148AA-4AC8-EE8E-AFE0-AB0F241EB5CE}"/>
              </a:ext>
            </a:extLst>
          </p:cNvPr>
          <p:cNvSpPr txBox="1">
            <a:spLocks/>
          </p:cNvSpPr>
          <p:nvPr/>
        </p:nvSpPr>
        <p:spPr>
          <a:xfrm>
            <a:off x="2020958" y="2414485"/>
            <a:ext cx="270757" cy="150300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chemeClr val="bg1">
                    <a:lumMod val="95000"/>
                  </a:schemeClr>
                </a:solidFill>
              </a:rPr>
              <a:t>50 ~ 75</a:t>
            </a:r>
          </a:p>
        </p:txBody>
      </p:sp>
      <p:sp>
        <p:nvSpPr>
          <p:cNvPr id="450" name="텍스트 개체 틀 3">
            <a:extLst>
              <a:ext uri="{FF2B5EF4-FFF2-40B4-BE49-F238E27FC236}">
                <a16:creationId xmlns:a16="http://schemas.microsoft.com/office/drawing/2014/main" id="{786B895F-C150-4C47-12CD-50A91BB4D650}"/>
              </a:ext>
            </a:extLst>
          </p:cNvPr>
          <p:cNvSpPr txBox="1">
            <a:spLocks/>
          </p:cNvSpPr>
          <p:nvPr/>
        </p:nvSpPr>
        <p:spPr>
          <a:xfrm>
            <a:off x="1920404" y="2192640"/>
            <a:ext cx="1710125" cy="91609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위험점수 </a:t>
            </a:r>
            <a:r>
              <a:rPr lang="en-US" altLang="ko-KR" sz="800">
                <a:solidFill>
                  <a:schemeClr val="tx1">
                    <a:lumMod val="50000"/>
                    <a:lumOff val="50000"/>
                  </a:schemeClr>
                </a:solidFill>
              </a:rPr>
              <a:t>75+ </a:t>
            </a:r>
            <a:r>
              <a:rPr lang="ko-KR" alt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경우 상품 </a:t>
            </a:r>
            <a:r>
              <a:rPr lang="en-US" altLang="ko-KR" sz="800">
                <a:solidFill>
                  <a:schemeClr val="tx1">
                    <a:lumMod val="50000"/>
                    <a:lumOff val="50000"/>
                  </a:schemeClr>
                </a:solidFill>
              </a:rPr>
              <a:t>·</a:t>
            </a:r>
            <a:r>
              <a:rPr lang="ko-KR" alt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서비스 출시 재검토 </a:t>
            </a:r>
            <a:endParaRPr lang="en-US" altLang="ko-KR" sz="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Google Shape;134;p5">
            <a:extLst>
              <a:ext uri="{FF2B5EF4-FFF2-40B4-BE49-F238E27FC236}">
                <a16:creationId xmlns:a16="http://schemas.microsoft.com/office/drawing/2014/main" id="{06C81FE9-EAD5-74CA-3B63-E5C7977FE04D}"/>
              </a:ext>
            </a:extLst>
          </p:cNvPr>
          <p:cNvSpPr/>
          <p:nvPr/>
        </p:nvSpPr>
        <p:spPr>
          <a:xfrm>
            <a:off x="6219825" y="2209127"/>
            <a:ext cx="549161" cy="3480446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</a:t>
            </a:r>
            <a:endParaRPr lang="en-US" altLang="ko-KR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기획</a:t>
            </a:r>
          </a:p>
        </p:txBody>
      </p:sp>
      <p:sp>
        <p:nvSpPr>
          <p:cNvPr id="9" name="사각형: 둥근 모서리 20">
            <a:extLst>
              <a:ext uri="{FF2B5EF4-FFF2-40B4-BE49-F238E27FC236}">
                <a16:creationId xmlns:a16="http://schemas.microsoft.com/office/drawing/2014/main" id="{4A34E97D-4734-A5B1-9AD6-7CF07CB09A35}"/>
              </a:ext>
            </a:extLst>
          </p:cNvPr>
          <p:cNvSpPr/>
          <p:nvPr/>
        </p:nvSpPr>
        <p:spPr>
          <a:xfrm>
            <a:off x="6829425" y="1813837"/>
            <a:ext cx="4556802" cy="319758"/>
          </a:xfrm>
          <a:prstGeom prst="homePlate">
            <a:avLst>
              <a:gd name="adj" fmla="val 37573"/>
            </a:avLst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기획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설계</a:t>
            </a:r>
          </a:p>
        </p:txBody>
      </p:sp>
      <p:sp>
        <p:nvSpPr>
          <p:cNvPr id="14" name="사각형: 둥근 모서리 20">
            <a:extLst>
              <a:ext uri="{FF2B5EF4-FFF2-40B4-BE49-F238E27FC236}">
                <a16:creationId xmlns:a16="http://schemas.microsoft.com/office/drawing/2014/main" id="{70278386-EB65-D699-6629-469402C14CE9}"/>
              </a:ext>
            </a:extLst>
          </p:cNvPr>
          <p:cNvSpPr/>
          <p:nvPr/>
        </p:nvSpPr>
        <p:spPr>
          <a:xfrm>
            <a:off x="6219824" y="1813837"/>
            <a:ext cx="549161" cy="31975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구분</a:t>
            </a:r>
            <a:endParaRPr lang="en" altLang="ko-KR" sz="1200" b="1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5" name="직사각형 10">
            <a:extLst>
              <a:ext uri="{FF2B5EF4-FFF2-40B4-BE49-F238E27FC236}">
                <a16:creationId xmlns:a16="http://schemas.microsoft.com/office/drawing/2014/main" id="{A188C74B-46EF-1771-7D9C-FA98559B353D}"/>
              </a:ext>
            </a:extLst>
          </p:cNvPr>
          <p:cNvSpPr/>
          <p:nvPr/>
        </p:nvSpPr>
        <p:spPr>
          <a:xfrm>
            <a:off x="6878100" y="2221103"/>
            <a:ext cx="1619492" cy="360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/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</a:t>
            </a:r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계획 수립</a:t>
            </a:r>
          </a:p>
        </p:txBody>
      </p:sp>
      <p:sp>
        <p:nvSpPr>
          <p:cNvPr id="17" name="Google Shape;134;p5">
            <a:extLst>
              <a:ext uri="{FF2B5EF4-FFF2-40B4-BE49-F238E27FC236}">
                <a16:creationId xmlns:a16="http://schemas.microsoft.com/office/drawing/2014/main" id="{9CD4F413-36A1-4E79-E39F-37FE4920BE29}"/>
              </a:ext>
            </a:extLst>
          </p:cNvPr>
          <p:cNvSpPr/>
          <p:nvPr/>
        </p:nvSpPr>
        <p:spPr>
          <a:xfrm>
            <a:off x="6219824" y="5839968"/>
            <a:ext cx="549161" cy="684657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개발</a:t>
            </a:r>
          </a:p>
        </p:txBody>
      </p:sp>
      <p:cxnSp>
        <p:nvCxnSpPr>
          <p:cNvPr id="30" name="연결선: 꺾임 88">
            <a:extLst>
              <a:ext uri="{FF2B5EF4-FFF2-40B4-BE49-F238E27FC236}">
                <a16:creationId xmlns:a16="http://schemas.microsoft.com/office/drawing/2014/main" id="{3EE57A0F-F2E6-5393-AC7A-7F04494AD94B}"/>
              </a:ext>
            </a:extLst>
          </p:cNvPr>
          <p:cNvCxnSpPr>
            <a:cxnSpLocks/>
            <a:stCxn id="15" idx="3"/>
            <a:endCxn id="32" idx="0"/>
          </p:cNvCxnSpPr>
          <p:nvPr/>
        </p:nvCxnSpPr>
        <p:spPr>
          <a:xfrm>
            <a:off x="8497592" y="2401103"/>
            <a:ext cx="1050463" cy="292712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32" name="직사각형 11">
            <a:extLst>
              <a:ext uri="{FF2B5EF4-FFF2-40B4-BE49-F238E27FC236}">
                <a16:creationId xmlns:a16="http://schemas.microsoft.com/office/drawing/2014/main" id="{2ED5F438-079F-8FEF-5153-35C67BDD3C7C}"/>
              </a:ext>
            </a:extLst>
          </p:cNvPr>
          <p:cNvSpPr/>
          <p:nvPr/>
        </p:nvSpPr>
        <p:spPr>
          <a:xfrm>
            <a:off x="7909949" y="2693815"/>
            <a:ext cx="3276212" cy="2995757"/>
          </a:xfrm>
          <a:prstGeom prst="rect">
            <a:avLst/>
          </a:prstGeom>
          <a:solidFill>
            <a:srgbClr val="8DC8E8"/>
          </a:solidFill>
          <a:ln w="28575" cap="flat" cmpd="sng" algn="ctr">
            <a:noFill/>
            <a:prstDash val="sysDot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72000" rIns="0" bIns="0" rtlCol="0" anchor="t"/>
          <a:lstStyle/>
          <a:p>
            <a:pPr algn="ctr" defTabSz="914400"/>
            <a:r>
              <a:rPr lang="en-US" altLang="ko-KR" sz="1200" b="1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</a:t>
            </a:r>
            <a:r>
              <a:rPr lang="en-US" altLang="ko-KR" sz="1200" b="1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200" b="1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영향</a:t>
            </a:r>
            <a:r>
              <a:rPr lang="en-US" altLang="ko-KR" sz="1200" b="1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200" b="1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안전성 식별</a:t>
            </a:r>
            <a:r>
              <a:rPr lang="en-US" altLang="ko-KR" sz="1200" b="1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200" b="1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및 평가</a:t>
            </a:r>
          </a:p>
        </p:txBody>
      </p:sp>
      <p:sp>
        <p:nvSpPr>
          <p:cNvPr id="34" name="직사각형 10">
            <a:extLst>
              <a:ext uri="{FF2B5EF4-FFF2-40B4-BE49-F238E27FC236}">
                <a16:creationId xmlns:a16="http://schemas.microsoft.com/office/drawing/2014/main" id="{5B397DD6-E9F5-0AE1-1F3B-E727AAC25072}"/>
              </a:ext>
            </a:extLst>
          </p:cNvPr>
          <p:cNvSpPr/>
          <p:nvPr/>
        </p:nvSpPr>
        <p:spPr>
          <a:xfrm>
            <a:off x="8372507" y="4681567"/>
            <a:ext cx="1308882" cy="37964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 식별 및 평가 </a:t>
            </a:r>
          </a:p>
        </p:txBody>
      </p:sp>
      <p:sp>
        <p:nvSpPr>
          <p:cNvPr id="37" name="직사각형 10">
            <a:extLst>
              <a:ext uri="{FF2B5EF4-FFF2-40B4-BE49-F238E27FC236}">
                <a16:creationId xmlns:a16="http://schemas.microsoft.com/office/drawing/2014/main" id="{39B500E4-0D40-18D4-9E06-0444EC1641D1}"/>
              </a:ext>
            </a:extLst>
          </p:cNvPr>
          <p:cNvSpPr/>
          <p:nvPr/>
        </p:nvSpPr>
        <p:spPr>
          <a:xfrm>
            <a:off x="10003490" y="3057643"/>
            <a:ext cx="746633" cy="714628"/>
          </a:xfrm>
          <a:prstGeom prst="flowChartDecision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/>
            <a:endParaRPr lang="ko-KR" altLang="en-US" sz="12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C79002-F02B-0DAD-5988-1DADC58E2835}"/>
              </a:ext>
            </a:extLst>
          </p:cNvPr>
          <p:cNvSpPr txBox="1"/>
          <p:nvPr/>
        </p:nvSpPr>
        <p:spPr>
          <a:xfrm>
            <a:off x="9997216" y="3199714"/>
            <a:ext cx="7422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/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고영향 </a:t>
            </a:r>
            <a:endParaRPr lang="en-US" altLang="ko-KR" sz="12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 latinLnBrk="0"/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판단</a:t>
            </a:r>
          </a:p>
        </p:txBody>
      </p:sp>
      <p:cxnSp>
        <p:nvCxnSpPr>
          <p:cNvPr id="45" name="연결선: 꺾임 88">
            <a:extLst>
              <a:ext uri="{FF2B5EF4-FFF2-40B4-BE49-F238E27FC236}">
                <a16:creationId xmlns:a16="http://schemas.microsoft.com/office/drawing/2014/main" id="{BB8711E2-142A-23EE-D550-33254DEAFFA8}"/>
              </a:ext>
            </a:extLst>
          </p:cNvPr>
          <p:cNvCxnSpPr>
            <a:cxnSpLocks/>
            <a:stCxn id="37" idx="1"/>
            <a:endCxn id="34" idx="0"/>
          </p:cNvCxnSpPr>
          <p:nvPr/>
        </p:nvCxnSpPr>
        <p:spPr>
          <a:xfrm rot="10800000" flipV="1">
            <a:off x="9026948" y="3414957"/>
            <a:ext cx="976542" cy="1266610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6" name="연결선: 꺾임 88">
            <a:extLst>
              <a:ext uri="{FF2B5EF4-FFF2-40B4-BE49-F238E27FC236}">
                <a16:creationId xmlns:a16="http://schemas.microsoft.com/office/drawing/2014/main" id="{FAB1B06A-AF9C-9BC7-522C-B603436E5286}"/>
              </a:ext>
            </a:extLst>
          </p:cNvPr>
          <p:cNvCxnSpPr>
            <a:cxnSpLocks/>
            <a:stCxn id="34" idx="2"/>
            <a:endCxn id="57" idx="0"/>
          </p:cNvCxnSpPr>
          <p:nvPr/>
        </p:nvCxnSpPr>
        <p:spPr>
          <a:xfrm rot="5400000">
            <a:off x="8603969" y="4832188"/>
            <a:ext cx="193955" cy="65200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10769C5-C3FE-2BB6-64D2-760CAAF24A88}"/>
              </a:ext>
            </a:extLst>
          </p:cNvPr>
          <p:cNvSpPr txBox="1"/>
          <p:nvPr/>
        </p:nvSpPr>
        <p:spPr>
          <a:xfrm>
            <a:off x="8969461" y="3770860"/>
            <a:ext cx="848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/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고영향 </a:t>
            </a:r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N</a:t>
            </a:r>
          </a:p>
        </p:txBody>
      </p:sp>
      <p:cxnSp>
        <p:nvCxnSpPr>
          <p:cNvPr id="48" name="직선 화살표 연결선 41">
            <a:extLst>
              <a:ext uri="{FF2B5EF4-FFF2-40B4-BE49-F238E27FC236}">
                <a16:creationId xmlns:a16="http://schemas.microsoft.com/office/drawing/2014/main" id="{92DB6735-82BB-E6C2-6503-B5A31BAE9A39}"/>
              </a:ext>
            </a:extLst>
          </p:cNvPr>
          <p:cNvCxnSpPr>
            <a:cxnSpLocks/>
            <a:stCxn id="37" idx="2"/>
            <a:endCxn id="54" idx="0"/>
          </p:cNvCxnSpPr>
          <p:nvPr/>
        </p:nvCxnSpPr>
        <p:spPr>
          <a:xfrm>
            <a:off x="10376807" y="3772271"/>
            <a:ext cx="0" cy="362978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2" name="직선 화살표 연결선 41">
            <a:extLst>
              <a:ext uri="{FF2B5EF4-FFF2-40B4-BE49-F238E27FC236}">
                <a16:creationId xmlns:a16="http://schemas.microsoft.com/office/drawing/2014/main" id="{FCD296FF-9C2C-81FA-832D-F3D68BD3F8F2}"/>
              </a:ext>
            </a:extLst>
          </p:cNvPr>
          <p:cNvCxnSpPr>
            <a:cxnSpLocks/>
            <a:stCxn id="54" idx="2"/>
            <a:endCxn id="55" idx="0"/>
          </p:cNvCxnSpPr>
          <p:nvPr/>
        </p:nvCxnSpPr>
        <p:spPr>
          <a:xfrm>
            <a:off x="10376807" y="4514895"/>
            <a:ext cx="0" cy="740273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0C941345-1C13-6C44-A517-E40F66F6A664}"/>
              </a:ext>
            </a:extLst>
          </p:cNvPr>
          <p:cNvSpPr txBox="1"/>
          <p:nvPr/>
        </p:nvSpPr>
        <p:spPr>
          <a:xfrm>
            <a:off x="10337480" y="3770860"/>
            <a:ext cx="848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/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고영향 </a:t>
            </a:r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Y</a:t>
            </a:r>
          </a:p>
        </p:txBody>
      </p:sp>
      <p:sp>
        <p:nvSpPr>
          <p:cNvPr id="54" name="직사각형 10">
            <a:extLst>
              <a:ext uri="{FF2B5EF4-FFF2-40B4-BE49-F238E27FC236}">
                <a16:creationId xmlns:a16="http://schemas.microsoft.com/office/drawing/2014/main" id="{9D9FE591-71A5-BE81-9C7C-9A7239E73A95}"/>
              </a:ext>
            </a:extLst>
          </p:cNvPr>
          <p:cNvSpPr/>
          <p:nvPr/>
        </p:nvSpPr>
        <p:spPr>
          <a:xfrm>
            <a:off x="9832502" y="4135249"/>
            <a:ext cx="1088609" cy="37964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/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안전성 의무대상 사전검토</a:t>
            </a:r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*</a:t>
            </a:r>
            <a:endParaRPr lang="ko-KR" altLang="en-US" sz="12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55" name="사각형: 둥근 모서리 65">
            <a:extLst>
              <a:ext uri="{FF2B5EF4-FFF2-40B4-BE49-F238E27FC236}">
                <a16:creationId xmlns:a16="http://schemas.microsoft.com/office/drawing/2014/main" id="{3DB39D54-612F-55F9-6FF1-A0ABC0BF8B8C}"/>
              </a:ext>
            </a:extLst>
          </p:cNvPr>
          <p:cNvSpPr/>
          <p:nvPr/>
        </p:nvSpPr>
        <p:spPr>
          <a:xfrm>
            <a:off x="9970393" y="5255168"/>
            <a:ext cx="812828" cy="306000"/>
          </a:xfrm>
          <a:prstGeom prst="roundRect">
            <a:avLst>
              <a:gd name="adj" fmla="val 3754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spc="-150">
                <a:solidFill>
                  <a:prstClr val="white"/>
                </a:solidFill>
                <a:latin typeface="+mn-ea"/>
              </a:rPr>
              <a:t>고</a:t>
            </a:r>
            <a:r>
              <a:rPr kumimoji="0" lang="ko-KR" altLang="en-US" sz="1200" b="1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</a:p>
        </p:txBody>
      </p:sp>
      <p:sp>
        <p:nvSpPr>
          <p:cNvPr id="56" name="사각형: 둥근 모서리 65">
            <a:extLst>
              <a:ext uri="{FF2B5EF4-FFF2-40B4-BE49-F238E27FC236}">
                <a16:creationId xmlns:a16="http://schemas.microsoft.com/office/drawing/2014/main" id="{27A845CE-6566-D151-65BF-12ED5E5B5A1A}"/>
              </a:ext>
            </a:extLst>
          </p:cNvPr>
          <p:cNvSpPr/>
          <p:nvPr/>
        </p:nvSpPr>
        <p:spPr>
          <a:xfrm>
            <a:off x="8969461" y="5255168"/>
            <a:ext cx="812828" cy="306000"/>
          </a:xfrm>
          <a:prstGeom prst="roundRect">
            <a:avLst>
              <a:gd name="adj" fmla="val 35059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1200" b="1" spc="-150">
                <a:solidFill>
                  <a:schemeClr val="tx1"/>
                </a:solidFill>
                <a:latin typeface="+mn-ea"/>
              </a:rPr>
              <a:t>중위험</a:t>
            </a:r>
          </a:p>
        </p:txBody>
      </p:sp>
      <p:sp>
        <p:nvSpPr>
          <p:cNvPr id="57" name="사각형: 둥근 모서리 65">
            <a:extLst>
              <a:ext uri="{FF2B5EF4-FFF2-40B4-BE49-F238E27FC236}">
                <a16:creationId xmlns:a16="http://schemas.microsoft.com/office/drawing/2014/main" id="{B9AE3943-4CC4-7A98-6E4D-4ED81CAD9CA4}"/>
              </a:ext>
            </a:extLst>
          </p:cNvPr>
          <p:cNvSpPr/>
          <p:nvPr/>
        </p:nvSpPr>
        <p:spPr>
          <a:xfrm>
            <a:off x="7968529" y="5255168"/>
            <a:ext cx="812828" cy="306000"/>
          </a:xfrm>
          <a:prstGeom prst="roundRect">
            <a:avLst>
              <a:gd name="adj" fmla="val 40039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1200" b="1" spc="-150">
                <a:solidFill>
                  <a:schemeClr val="tx1"/>
                </a:solidFill>
                <a:latin typeface="+mn-ea"/>
              </a:rPr>
              <a:t>저위험</a:t>
            </a:r>
          </a:p>
        </p:txBody>
      </p:sp>
      <p:cxnSp>
        <p:nvCxnSpPr>
          <p:cNvPr id="58" name="연결선: 꺾임 88">
            <a:extLst>
              <a:ext uri="{FF2B5EF4-FFF2-40B4-BE49-F238E27FC236}">
                <a16:creationId xmlns:a16="http://schemas.microsoft.com/office/drawing/2014/main" id="{E2732DE7-80B7-36CD-EA43-C48549216531}"/>
              </a:ext>
            </a:extLst>
          </p:cNvPr>
          <p:cNvCxnSpPr>
            <a:cxnSpLocks/>
            <a:stCxn id="34" idx="2"/>
            <a:endCxn id="56" idx="0"/>
          </p:cNvCxnSpPr>
          <p:nvPr/>
        </p:nvCxnSpPr>
        <p:spPr>
          <a:xfrm rot="16200000" flipH="1">
            <a:off x="9104434" y="4983726"/>
            <a:ext cx="193955" cy="34892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9" name="연결선: 꺾임 88">
            <a:extLst>
              <a:ext uri="{FF2B5EF4-FFF2-40B4-BE49-F238E27FC236}">
                <a16:creationId xmlns:a16="http://schemas.microsoft.com/office/drawing/2014/main" id="{19BA2E64-DD42-6371-DF11-FA705F4A3904}"/>
              </a:ext>
            </a:extLst>
          </p:cNvPr>
          <p:cNvCxnSpPr>
            <a:cxnSpLocks/>
            <a:stCxn id="34" idx="2"/>
            <a:endCxn id="55" idx="0"/>
          </p:cNvCxnSpPr>
          <p:nvPr/>
        </p:nvCxnSpPr>
        <p:spPr>
          <a:xfrm rot="16200000" flipH="1">
            <a:off x="9604900" y="4483260"/>
            <a:ext cx="193955" cy="134985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60" name="직선 화살표 연결선 41">
            <a:extLst>
              <a:ext uri="{FF2B5EF4-FFF2-40B4-BE49-F238E27FC236}">
                <a16:creationId xmlns:a16="http://schemas.microsoft.com/office/drawing/2014/main" id="{BA926239-5BFD-60A8-3683-91D62D5B79CF}"/>
              </a:ext>
            </a:extLst>
          </p:cNvPr>
          <p:cNvCxnSpPr>
            <a:cxnSpLocks/>
          </p:cNvCxnSpPr>
          <p:nvPr/>
        </p:nvCxnSpPr>
        <p:spPr>
          <a:xfrm>
            <a:off x="9518284" y="5740400"/>
            <a:ext cx="0" cy="211264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61" name="직사각형 10">
            <a:extLst>
              <a:ext uri="{FF2B5EF4-FFF2-40B4-BE49-F238E27FC236}">
                <a16:creationId xmlns:a16="http://schemas.microsoft.com/office/drawing/2014/main" id="{88613949-EA12-66CE-EB50-851B73CE0E91}"/>
              </a:ext>
            </a:extLst>
          </p:cNvPr>
          <p:cNvSpPr/>
          <p:nvPr/>
        </p:nvSpPr>
        <p:spPr>
          <a:xfrm>
            <a:off x="8704675" y="5951664"/>
            <a:ext cx="1619492" cy="360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/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개발계획 수립</a:t>
            </a:r>
          </a:p>
        </p:txBody>
      </p:sp>
      <p:sp>
        <p:nvSpPr>
          <p:cNvPr id="62" name="직사각형 58">
            <a:extLst>
              <a:ext uri="{FF2B5EF4-FFF2-40B4-BE49-F238E27FC236}">
                <a16:creationId xmlns:a16="http://schemas.microsoft.com/office/drawing/2014/main" id="{461A193A-8977-6347-3E53-25D27122C343}"/>
              </a:ext>
            </a:extLst>
          </p:cNvPr>
          <p:cNvSpPr/>
          <p:nvPr/>
        </p:nvSpPr>
        <p:spPr>
          <a:xfrm>
            <a:off x="6891530" y="3018448"/>
            <a:ext cx="4220967" cy="1555497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endParaRPr lang="ko-KR" altLang="en-US" sz="1200" spc="-15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1" name="직사각형 58">
            <a:extLst>
              <a:ext uri="{FF2B5EF4-FFF2-40B4-BE49-F238E27FC236}">
                <a16:creationId xmlns:a16="http://schemas.microsoft.com/office/drawing/2014/main" id="{C84E9A0A-2D43-BDAA-59DF-714B4865FD2A}"/>
              </a:ext>
            </a:extLst>
          </p:cNvPr>
          <p:cNvSpPr/>
          <p:nvPr/>
        </p:nvSpPr>
        <p:spPr>
          <a:xfrm>
            <a:off x="6891530" y="4621786"/>
            <a:ext cx="1014629" cy="1017530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en-US" altLang="ko-KR" sz="1200" spc="-150">
                <a:solidFill>
                  <a:schemeClr val="tx1"/>
                </a:solidFill>
                <a:latin typeface="+mn-ea"/>
              </a:rPr>
              <a:t>STEP2.</a:t>
            </a:r>
            <a:r>
              <a:rPr lang="ko-KR" altLang="en-US" sz="1200" spc="-150">
                <a:solidFill>
                  <a:schemeClr val="tx1"/>
                </a:solidFill>
                <a:latin typeface="+mn-ea"/>
              </a:rPr>
              <a:t> </a:t>
            </a:r>
            <a:br>
              <a:rPr lang="en-US" altLang="ko-KR" sz="1200" spc="-150">
                <a:solidFill>
                  <a:schemeClr val="tx1"/>
                </a:solidFill>
                <a:latin typeface="+mn-ea"/>
              </a:rPr>
            </a:br>
            <a:r>
              <a:rPr lang="ko-KR" altLang="en-US" sz="1200" spc="-150">
                <a:solidFill>
                  <a:schemeClr val="tx1"/>
                </a:solidFill>
                <a:latin typeface="+mn-ea"/>
              </a:rPr>
              <a:t>위험 식별 </a:t>
            </a:r>
            <a:br>
              <a:rPr lang="en-US" altLang="ko-KR" sz="1200" spc="-150">
                <a:solidFill>
                  <a:schemeClr val="tx1"/>
                </a:solidFill>
                <a:latin typeface="+mn-ea"/>
              </a:rPr>
            </a:br>
            <a:r>
              <a:rPr lang="ko-KR" altLang="en-US" sz="1200" spc="-150">
                <a:solidFill>
                  <a:schemeClr val="tx1"/>
                </a:solidFill>
                <a:latin typeface="+mn-ea"/>
              </a:rPr>
              <a:t>및</a:t>
            </a:r>
            <a:br>
              <a:rPr lang="en-US" altLang="ko-KR" sz="1200" spc="-150">
                <a:solidFill>
                  <a:schemeClr val="tx1"/>
                </a:solidFill>
                <a:latin typeface="+mn-ea"/>
              </a:rPr>
            </a:br>
            <a:r>
              <a:rPr lang="ko-KR" altLang="en-US" sz="1200" spc="-150">
                <a:solidFill>
                  <a:schemeClr val="tx1"/>
                </a:solidFill>
                <a:latin typeface="+mn-ea"/>
              </a:rPr>
              <a:t> 위험등급 평가</a:t>
            </a:r>
          </a:p>
        </p:txBody>
      </p:sp>
      <p:sp>
        <p:nvSpPr>
          <p:cNvPr id="452" name="직사각형 58">
            <a:extLst>
              <a:ext uri="{FF2B5EF4-FFF2-40B4-BE49-F238E27FC236}">
                <a16:creationId xmlns:a16="http://schemas.microsoft.com/office/drawing/2014/main" id="{047D9D8E-A45A-97F0-3AB8-7683506AF4AE}"/>
              </a:ext>
            </a:extLst>
          </p:cNvPr>
          <p:cNvSpPr/>
          <p:nvPr/>
        </p:nvSpPr>
        <p:spPr>
          <a:xfrm>
            <a:off x="6892696" y="3026064"/>
            <a:ext cx="1017252" cy="1541339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en-US" altLang="ko-KR" sz="1200" spc="-150" dirty="0">
                <a:solidFill>
                  <a:schemeClr val="tx1"/>
                </a:solidFill>
                <a:latin typeface="+mn-ea"/>
              </a:rPr>
              <a:t>STEP1. </a:t>
            </a:r>
            <a:br>
              <a:rPr lang="en-US" altLang="ko-KR" sz="1200" spc="-150" dirty="0">
                <a:solidFill>
                  <a:schemeClr val="tx1"/>
                </a:solidFill>
                <a:latin typeface="+mn-ea"/>
              </a:rPr>
            </a:br>
            <a:r>
              <a:rPr lang="ko-KR" altLang="en-US" sz="1200" spc="-150" dirty="0" err="1">
                <a:solidFill>
                  <a:schemeClr val="tx1"/>
                </a:solidFill>
                <a:latin typeface="+mn-ea"/>
              </a:rPr>
              <a:t>고영향</a:t>
            </a:r>
            <a:r>
              <a:rPr lang="ko-KR" altLang="en-US" sz="1200" spc="-150" dirty="0">
                <a:solidFill>
                  <a:schemeClr val="tx1"/>
                </a:solidFill>
                <a:latin typeface="+mn-ea"/>
              </a:rPr>
              <a:t> 및</a:t>
            </a:r>
            <a:br>
              <a:rPr lang="en-US" altLang="ko-KR" sz="1200" spc="-150" dirty="0">
                <a:solidFill>
                  <a:schemeClr val="tx1"/>
                </a:solidFill>
                <a:latin typeface="+mn-ea"/>
              </a:rPr>
            </a:br>
            <a:r>
              <a:rPr lang="ko-KR" altLang="en-US" sz="1200" spc="-150" dirty="0">
                <a:solidFill>
                  <a:schemeClr val="tx1"/>
                </a:solidFill>
                <a:latin typeface="+mn-ea"/>
              </a:rPr>
              <a:t> 안전성</a:t>
            </a:r>
            <a:br>
              <a:rPr lang="en-US" altLang="ko-KR" sz="1200" spc="-150" dirty="0">
                <a:solidFill>
                  <a:schemeClr val="tx1"/>
                </a:solidFill>
                <a:latin typeface="+mn-ea"/>
              </a:rPr>
            </a:br>
            <a:r>
              <a:rPr lang="ko-KR" altLang="en-US" sz="1200" spc="-150" dirty="0">
                <a:solidFill>
                  <a:schemeClr val="tx1"/>
                </a:solidFill>
                <a:latin typeface="+mn-ea"/>
              </a:rPr>
              <a:t> 대상 검토</a:t>
            </a:r>
          </a:p>
        </p:txBody>
      </p:sp>
      <p:sp>
        <p:nvSpPr>
          <p:cNvPr id="453" name="직사각형 58">
            <a:extLst>
              <a:ext uri="{FF2B5EF4-FFF2-40B4-BE49-F238E27FC236}">
                <a16:creationId xmlns:a16="http://schemas.microsoft.com/office/drawing/2014/main" id="{73473BE5-A05F-26ED-C742-B9F89964ACD6}"/>
              </a:ext>
            </a:extLst>
          </p:cNvPr>
          <p:cNvSpPr/>
          <p:nvPr/>
        </p:nvSpPr>
        <p:spPr>
          <a:xfrm>
            <a:off x="6891530" y="4617660"/>
            <a:ext cx="4220967" cy="1021656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endParaRPr lang="ko-KR" altLang="en-US" sz="1200" spc="-15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4" name="텍스트 개체 틀 3">
            <a:extLst>
              <a:ext uri="{FF2B5EF4-FFF2-40B4-BE49-F238E27FC236}">
                <a16:creationId xmlns:a16="http://schemas.microsoft.com/office/drawing/2014/main" id="{DCD28CC9-0DA5-3E19-0CBF-958D4A82DC75}"/>
              </a:ext>
            </a:extLst>
          </p:cNvPr>
          <p:cNvSpPr txBox="1">
            <a:spLocks/>
          </p:cNvSpPr>
          <p:nvPr/>
        </p:nvSpPr>
        <p:spPr>
          <a:xfrm>
            <a:off x="6209161" y="6599410"/>
            <a:ext cx="5529579" cy="162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*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안전성의 경우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, AI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위험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영향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안전성 식별 및 평가 中 사전 검토 후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개발 단계에서 적용 대상 여부 최종 판단 </a:t>
            </a:r>
          </a:p>
        </p:txBody>
      </p:sp>
      <p:sp>
        <p:nvSpPr>
          <p:cNvPr id="455" name="직사각형 58">
            <a:extLst>
              <a:ext uri="{FF2B5EF4-FFF2-40B4-BE49-F238E27FC236}">
                <a16:creationId xmlns:a16="http://schemas.microsoft.com/office/drawing/2014/main" id="{D5EC40BD-BF2E-10CF-02E7-6955A6C98158}"/>
              </a:ext>
            </a:extLst>
          </p:cNvPr>
          <p:cNvSpPr/>
          <p:nvPr/>
        </p:nvSpPr>
        <p:spPr>
          <a:xfrm>
            <a:off x="8863450" y="6355968"/>
            <a:ext cx="1301939" cy="1627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1200" i="1" spc="-150">
                <a:solidFill>
                  <a:schemeClr val="bg1">
                    <a:lumMod val="50000"/>
                  </a:schemeClr>
                </a:solidFill>
                <a:latin typeface="+mn-ea"/>
              </a:rPr>
              <a:t>이후 동일 절차 수행</a:t>
            </a: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0C9B5B3A-E980-3B43-9EC7-9D5F371E6F11}"/>
              </a:ext>
            </a:extLst>
          </p:cNvPr>
          <p:cNvSpPr txBox="1"/>
          <p:nvPr/>
        </p:nvSpPr>
        <p:spPr>
          <a:xfrm>
            <a:off x="11146967" y="3309409"/>
            <a:ext cx="8486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/>
            <a:r>
              <a:rPr lang="ko-KR" altLang="en-US" sz="1200" b="1" i="1" kern="0" spc="-150" dirty="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고영향</a:t>
            </a:r>
            <a:r>
              <a:rPr lang="en-US" altLang="ko-KR" sz="1200" b="1" i="1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/</a:t>
            </a:r>
            <a:br>
              <a:rPr lang="en-US" altLang="ko-KR" sz="1200" b="1" i="1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</a:br>
            <a:r>
              <a:rPr lang="ko-KR" altLang="en-US" sz="1200" b="1" i="1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안전성일 경우</a:t>
            </a:r>
            <a:r>
              <a:rPr lang="en-US" altLang="ko-KR" sz="1200" b="1" i="1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, </a:t>
            </a:r>
            <a:br>
              <a:rPr lang="en-US" altLang="ko-KR" sz="1200" b="1" i="1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</a:br>
            <a:r>
              <a:rPr lang="ko-KR" altLang="en-US" sz="1200" b="1" i="1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각 책무 이행 필수</a:t>
            </a:r>
            <a:endParaRPr lang="en-US" altLang="ko-KR" sz="1200" b="1" i="1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rgbClr val="ED7D3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51230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36527-1471-37BC-1D6E-9CFC1F502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48F4D9-AF08-F514-89E9-12C10A41744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5. AI </a:t>
            </a:r>
            <a:r>
              <a:rPr lang="ko-KR" altLang="en-US" dirty="0"/>
              <a:t>위험</a:t>
            </a:r>
            <a:r>
              <a:rPr lang="en-US" altLang="ko-KR" dirty="0"/>
              <a:t>/</a:t>
            </a:r>
            <a:r>
              <a:rPr lang="ko-KR" altLang="en-US" dirty="0"/>
              <a:t>영향</a:t>
            </a:r>
            <a:r>
              <a:rPr lang="en-US" altLang="ko-KR" dirty="0"/>
              <a:t>/</a:t>
            </a:r>
            <a:r>
              <a:rPr lang="ko-KR" altLang="en-US" dirty="0"/>
              <a:t>안전성 식별 및 평가 프로세스 상세 </a:t>
            </a:r>
            <a:r>
              <a:rPr lang="en-US" altLang="ko-KR" dirty="0"/>
              <a:t>(2/4) – </a:t>
            </a:r>
            <a:r>
              <a:rPr lang="ko-KR" altLang="en-US" dirty="0"/>
              <a:t>위험등급 </a:t>
            </a:r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5DBA455A-9F9A-FA0C-4852-93EE6DC56B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963" y="813435"/>
            <a:ext cx="11520000" cy="325410"/>
          </a:xfrm>
        </p:spPr>
        <p:txBody>
          <a:bodyPr/>
          <a:lstStyle/>
          <a:p>
            <a:r>
              <a:rPr lang="en-US" altLang="ko-KR"/>
              <a:t>AI </a:t>
            </a:r>
            <a:r>
              <a:rPr lang="ko-KR" altLang="en-US"/>
              <a:t>위험관리 프레임워크 </a:t>
            </a:r>
            <a:r>
              <a:rPr lang="en-US" altLang="ko-KR"/>
              <a:t>(AI RMF: AI Risk Management Framework) </a:t>
            </a:r>
            <a:r>
              <a:rPr lang="ko-KR" altLang="en-US"/>
              <a:t>기반 ‘</a:t>
            </a:r>
            <a:r>
              <a:rPr lang="en-US" altLang="ko-KR"/>
              <a:t>AI</a:t>
            </a:r>
            <a:r>
              <a:rPr lang="ko-KR" altLang="en-US" err="1"/>
              <a:t>위험등급평가서’를</a:t>
            </a:r>
            <a:r>
              <a:rPr lang="ko-KR" altLang="en-US"/>
              <a:t> 활용하여 위험등급 판단</a:t>
            </a:r>
          </a:p>
        </p:txBody>
      </p:sp>
      <p:sp>
        <p:nvSpPr>
          <p:cNvPr id="13" name="사각형: 둥근 모서리 20">
            <a:extLst>
              <a:ext uri="{FF2B5EF4-FFF2-40B4-BE49-F238E27FC236}">
                <a16:creationId xmlns:a16="http://schemas.microsoft.com/office/drawing/2014/main" id="{84B6DF6E-7FF4-6B3C-7691-23128AD376A7}"/>
              </a:ext>
            </a:extLst>
          </p:cNvPr>
          <p:cNvSpPr/>
          <p:nvPr/>
        </p:nvSpPr>
        <p:spPr>
          <a:xfrm>
            <a:off x="334960" y="1341438"/>
            <a:ext cx="11557003" cy="319758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위험등급 판단 절차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" name="사각형: 둥근 모서리 20">
            <a:extLst>
              <a:ext uri="{FF2B5EF4-FFF2-40B4-BE49-F238E27FC236}">
                <a16:creationId xmlns:a16="http://schemas.microsoft.com/office/drawing/2014/main" id="{4BC8C935-7BEF-5D72-C781-C1D10A242AC0}"/>
              </a:ext>
            </a:extLst>
          </p:cNvPr>
          <p:cNvSpPr/>
          <p:nvPr/>
        </p:nvSpPr>
        <p:spPr>
          <a:xfrm>
            <a:off x="334963" y="1863789"/>
            <a:ext cx="2772145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① 위험 인식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측정 </a:t>
            </a: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C5ACF188-ABBE-4FFD-55D9-A7B4681343E3}"/>
              </a:ext>
            </a:extLst>
          </p:cNvPr>
          <p:cNvSpPr/>
          <p:nvPr/>
        </p:nvSpPr>
        <p:spPr>
          <a:xfrm>
            <a:off x="3260976" y="1863789"/>
            <a:ext cx="2772145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② 위험경감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/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완화</a:t>
            </a: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E202C69B-1C81-DDAE-947A-AE7FADBAE594}"/>
              </a:ext>
            </a:extLst>
          </p:cNvPr>
          <p:cNvSpPr/>
          <p:nvPr/>
        </p:nvSpPr>
        <p:spPr>
          <a:xfrm>
            <a:off x="6193804" y="1863789"/>
            <a:ext cx="2772145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③ 잔여위험 평가 </a:t>
            </a:r>
          </a:p>
        </p:txBody>
      </p:sp>
      <p:sp>
        <p:nvSpPr>
          <p:cNvPr id="9" name="사각형: 둥근 모서리 20">
            <a:extLst>
              <a:ext uri="{FF2B5EF4-FFF2-40B4-BE49-F238E27FC236}">
                <a16:creationId xmlns:a16="http://schemas.microsoft.com/office/drawing/2014/main" id="{6A93B925-E29B-9696-3434-FE9F9CC0DA45}"/>
              </a:ext>
            </a:extLst>
          </p:cNvPr>
          <p:cNvSpPr/>
          <p:nvPr/>
        </p:nvSpPr>
        <p:spPr>
          <a:xfrm>
            <a:off x="9119818" y="1863789"/>
            <a:ext cx="2772145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④ 위험등급 산정</a:t>
            </a:r>
          </a:p>
        </p:txBody>
      </p:sp>
      <p:sp>
        <p:nvSpPr>
          <p:cNvPr id="53" name="Google Shape;134;p5">
            <a:extLst>
              <a:ext uri="{FF2B5EF4-FFF2-40B4-BE49-F238E27FC236}">
                <a16:creationId xmlns:a16="http://schemas.microsoft.com/office/drawing/2014/main" id="{A51DDB27-6D7F-73AA-28C3-669672CC9F4A}"/>
              </a:ext>
            </a:extLst>
          </p:cNvPr>
          <p:cNvSpPr/>
          <p:nvPr/>
        </p:nvSpPr>
        <p:spPr>
          <a:xfrm>
            <a:off x="334964" y="2333657"/>
            <a:ext cx="2773781" cy="24448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ysDot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72000" tIns="72000" rIns="72000" bIns="0" rtlCol="0" anchor="t"/>
          <a:lstStyle/>
          <a:p>
            <a:pPr marL="171450" indent="-171450" defTabSz="914400">
              <a:buFontTx/>
              <a:buChar char="-"/>
            </a:pP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위험 평가 항목 및 기준 등을 사전에 정의</a:t>
            </a:r>
            <a:endParaRPr lang="en-US" altLang="ko-KR" sz="12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  <a:sym typeface="Arial"/>
            </a:endParaRPr>
          </a:p>
          <a:p>
            <a:pPr marL="171450" indent="-171450" defTabSz="914400">
              <a:buFontTx/>
              <a:buChar char="-"/>
            </a:pP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AI RMF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 ‘합법성’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, ‘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신뢰성’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, ‘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신의성실’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, ‘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보안성’ 등 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4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개 원칙을 위험 평가 항목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(Level1)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으로 설정 </a:t>
            </a:r>
            <a:endParaRPr lang="en-US" altLang="ko-KR" sz="12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  <a:sym typeface="Arial"/>
            </a:endParaRPr>
          </a:p>
          <a:p>
            <a:pPr marL="171450" indent="-171450" defTabSz="914400">
              <a:buFontTx/>
              <a:buChar char="-"/>
            </a:pP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사전 설정된 위험평가 항목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, 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위험 측정 문항 및 평가 기준을 토대로 개발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·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활용하고자 하는 인공지능 시 </a:t>
            </a:r>
            <a:r>
              <a:rPr lang="ko-KR" altLang="en-US" sz="1200" kern="0" spc="-5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스템의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 위험을 인식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·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측정하고 점수화</a:t>
            </a:r>
            <a:endParaRPr lang="en-US" altLang="ko-KR" sz="12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  <a:sym typeface="Arial"/>
            </a:endParaRPr>
          </a:p>
          <a:p>
            <a:pPr marL="171450" indent="-171450" defTabSz="914400">
              <a:buFontTx/>
              <a:buChar char="-"/>
            </a:pPr>
            <a:endParaRPr lang="en-US" altLang="ko-KR" sz="12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  <a:sym typeface="Arial"/>
            </a:endParaRPr>
          </a:p>
          <a:p>
            <a:pPr marL="171450" indent="-171450" defTabSz="914400">
              <a:buFontTx/>
              <a:buChar char="-"/>
            </a:pPr>
            <a:endParaRPr lang="en-US" altLang="ko-KR" sz="12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  <a:sym typeface="Arial"/>
            </a:endParaRPr>
          </a:p>
        </p:txBody>
      </p:sp>
      <p:sp>
        <p:nvSpPr>
          <p:cNvPr id="452" name="Google Shape;134;p5">
            <a:extLst>
              <a:ext uri="{FF2B5EF4-FFF2-40B4-BE49-F238E27FC236}">
                <a16:creationId xmlns:a16="http://schemas.microsoft.com/office/drawing/2014/main" id="{0F1D7EDE-17BC-508C-3A2C-C392F8DB5C93}"/>
              </a:ext>
            </a:extLst>
          </p:cNvPr>
          <p:cNvSpPr/>
          <p:nvPr/>
        </p:nvSpPr>
        <p:spPr>
          <a:xfrm>
            <a:off x="3262703" y="2333657"/>
            <a:ext cx="2773781" cy="24448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ysDot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72000" tIns="72000" rIns="72000" bIns="0" rtlCol="0" anchor="t"/>
          <a:lstStyle/>
          <a:p>
            <a:pPr marL="171450" indent="-171450" defTabSz="914400">
              <a:buFontTx/>
              <a:buChar char="-"/>
            </a:pP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인식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·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측정한 위험 항목별로 완화계획을 수립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·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이행 </a:t>
            </a:r>
          </a:p>
          <a:p>
            <a:pPr marL="171450" indent="-171450" defTabSz="914400">
              <a:buFontTx/>
              <a:buChar char="-"/>
            </a:pP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위험 완화 방안을 모색 시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, 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기술적 및 정책적인 방안을 활용</a:t>
            </a:r>
            <a:endParaRPr lang="en-US" altLang="ko-KR" sz="12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  <a:sym typeface="Arial"/>
            </a:endParaRPr>
          </a:p>
        </p:txBody>
      </p:sp>
      <p:sp>
        <p:nvSpPr>
          <p:cNvPr id="453" name="Google Shape;134;p5">
            <a:extLst>
              <a:ext uri="{FF2B5EF4-FFF2-40B4-BE49-F238E27FC236}">
                <a16:creationId xmlns:a16="http://schemas.microsoft.com/office/drawing/2014/main" id="{BBDCAEA4-A4E2-0BF7-A3D1-430534997D73}"/>
              </a:ext>
            </a:extLst>
          </p:cNvPr>
          <p:cNvSpPr/>
          <p:nvPr/>
        </p:nvSpPr>
        <p:spPr>
          <a:xfrm>
            <a:off x="6190442" y="2333657"/>
            <a:ext cx="2773781" cy="24448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ysDot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72000" tIns="72000" rIns="72000" bIns="0" rtlCol="0" anchor="t"/>
          <a:lstStyle/>
          <a:p>
            <a:pPr marL="171450" indent="-171450" defTabSz="914400">
              <a:buFontTx/>
              <a:buChar char="-"/>
            </a:pP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항목별 잔여 위험에 대한 적정성을 점검 등을 통해 잔여위험을 최종 평가</a:t>
            </a:r>
            <a:endParaRPr lang="en-US" altLang="ko-KR" sz="12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  <a:sym typeface="Arial"/>
            </a:endParaRPr>
          </a:p>
          <a:p>
            <a:pPr marL="171450" indent="-171450" defTabSz="914400">
              <a:buFontTx/>
              <a:buChar char="-"/>
            </a:pP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완화방안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/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잔여 위험 수행 여부에 따른 잔여위험 비중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: </a:t>
            </a:r>
          </a:p>
          <a:p>
            <a:pPr marL="360363" lvl="1" indent="-171450" defTabSz="914400">
              <a:buFont typeface="Wingdings" panose="05000000000000000000" pitchFamily="2" charset="2"/>
              <a:buChar char="§"/>
            </a:pPr>
            <a:r>
              <a:rPr lang="ko-KR" altLang="en-US" sz="11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완전히 완화되었을 경우</a:t>
            </a:r>
            <a:r>
              <a:rPr lang="en-US" altLang="ko-KR" sz="11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: 0%</a:t>
            </a:r>
          </a:p>
          <a:p>
            <a:pPr marL="360363" lvl="1" indent="-171450" defTabSz="914400">
              <a:buFont typeface="Wingdings" panose="05000000000000000000" pitchFamily="2" charset="2"/>
              <a:buChar char="§"/>
            </a:pPr>
            <a:r>
              <a:rPr lang="ko-KR" altLang="en-US" sz="11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완화방안 적용 후에도 잔여위험이 존재할 경우</a:t>
            </a:r>
            <a:r>
              <a:rPr lang="en-US" altLang="ko-KR" sz="11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: 50%</a:t>
            </a:r>
          </a:p>
          <a:p>
            <a:pPr marL="360363" lvl="1" indent="-171450" defTabSz="914400">
              <a:buFont typeface="Wingdings" panose="05000000000000000000" pitchFamily="2" charset="2"/>
              <a:buChar char="§"/>
            </a:pPr>
            <a:r>
              <a:rPr lang="ko-KR" altLang="en-US" sz="11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완화방안 적용 후에도 위험수준이 동일하거나</a:t>
            </a:r>
            <a:r>
              <a:rPr lang="en-US" altLang="ko-KR" sz="11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, </a:t>
            </a:r>
            <a:r>
              <a:rPr lang="ko-KR" altLang="en-US" sz="11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특정 위험이 발생할 가능성이 존재함에도 위험 경감방안을 수행하지 않았을 경우</a:t>
            </a:r>
            <a:r>
              <a:rPr lang="en-US" altLang="ko-KR" sz="11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: 100%</a:t>
            </a:r>
            <a:endParaRPr lang="ko-KR" altLang="en-US" sz="11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  <a:sym typeface="Arial"/>
            </a:endParaRPr>
          </a:p>
        </p:txBody>
      </p:sp>
      <p:sp>
        <p:nvSpPr>
          <p:cNvPr id="454" name="Google Shape;134;p5">
            <a:extLst>
              <a:ext uri="{FF2B5EF4-FFF2-40B4-BE49-F238E27FC236}">
                <a16:creationId xmlns:a16="http://schemas.microsoft.com/office/drawing/2014/main" id="{5B6A6366-A759-EA17-F54D-9815BF9FC1CE}"/>
              </a:ext>
            </a:extLst>
          </p:cNvPr>
          <p:cNvSpPr/>
          <p:nvPr/>
        </p:nvSpPr>
        <p:spPr>
          <a:xfrm>
            <a:off x="9118182" y="2333657"/>
            <a:ext cx="2773781" cy="24448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ysDot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72000" tIns="72000" rIns="72000" bIns="0" rtlCol="0" anchor="t"/>
          <a:lstStyle/>
          <a:p>
            <a:pPr marL="171450" indent="-171450" defTabSz="914400">
              <a:buFontTx/>
              <a:buChar char="-"/>
            </a:pPr>
            <a:r>
              <a:rPr lang="ko-KR" altLang="en-US" sz="1200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위험완화 후 잔여 위험점수를 합산하여 평가대상 </a:t>
            </a:r>
            <a:r>
              <a:rPr lang="en-US" altLang="ko-KR" sz="1200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AI</a:t>
            </a:r>
            <a:r>
              <a:rPr lang="ko-KR" altLang="en-US" sz="1200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서비스의 총 위험점수를 산정</a:t>
            </a:r>
            <a:endParaRPr lang="en-US" altLang="ko-KR" sz="1200" kern="0" spc="-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  <a:sym typeface="Arial"/>
            </a:endParaRPr>
          </a:p>
          <a:p>
            <a:pPr marL="171450" indent="-171450" defTabSz="914400">
              <a:buFontTx/>
              <a:buChar char="-"/>
            </a:pPr>
            <a:r>
              <a:rPr lang="ko-KR" altLang="en-US" sz="1200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해당 점수를 기준으로 사전에 정의된 분류기준에 따라 최종 위험등급을 결정</a:t>
            </a:r>
            <a:endParaRPr lang="en-US" altLang="ko-KR" sz="1200" kern="0" spc="-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  <a:sym typeface="Arial"/>
            </a:endParaRPr>
          </a:p>
          <a:p>
            <a:pPr marL="360363" lvl="1" indent="-171450" defTabSz="914400">
              <a:buFont typeface="Wingdings" panose="05000000000000000000" pitchFamily="2" charset="2"/>
              <a:buChar char="§"/>
            </a:pPr>
            <a:r>
              <a:rPr lang="ko-KR" altLang="en-US" sz="1100" kern="0" spc="-50" dirty="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저위험</a:t>
            </a:r>
            <a:r>
              <a:rPr lang="en-US" altLang="ko-KR" sz="1100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: 0~24</a:t>
            </a:r>
            <a:r>
              <a:rPr lang="ko-KR" altLang="en-US" sz="1100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점</a:t>
            </a:r>
            <a:endParaRPr lang="en-US" altLang="ko-KR" sz="1100" kern="0" spc="-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  <a:sym typeface="Arial"/>
            </a:endParaRPr>
          </a:p>
          <a:p>
            <a:pPr marL="360363" lvl="1" indent="-171450" defTabSz="914400">
              <a:buFont typeface="Wingdings" panose="05000000000000000000" pitchFamily="2" charset="2"/>
              <a:buChar char="§"/>
            </a:pPr>
            <a:r>
              <a:rPr lang="ko-KR" altLang="en-US" sz="1100" kern="0" spc="-50" dirty="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중위험</a:t>
            </a:r>
            <a:r>
              <a:rPr lang="en-US" altLang="ko-KR" sz="1100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: 25~49</a:t>
            </a:r>
            <a:r>
              <a:rPr lang="ko-KR" altLang="en-US" sz="1100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점</a:t>
            </a:r>
            <a:endParaRPr lang="en-US" altLang="ko-KR" sz="1100" kern="0" spc="-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  <a:sym typeface="Arial"/>
            </a:endParaRPr>
          </a:p>
          <a:p>
            <a:pPr marL="360363" lvl="1" indent="-171450" defTabSz="914400">
              <a:buFont typeface="Wingdings" panose="05000000000000000000" pitchFamily="2" charset="2"/>
              <a:buChar char="§"/>
            </a:pPr>
            <a:r>
              <a:rPr lang="ko-KR" altLang="en-US" sz="1100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고위험</a:t>
            </a:r>
            <a:r>
              <a:rPr lang="en-US" altLang="ko-KR" sz="1100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: 0~74</a:t>
            </a:r>
            <a:r>
              <a:rPr lang="ko-KR" altLang="en-US" sz="1100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점</a:t>
            </a:r>
            <a:endParaRPr lang="en-US" altLang="ko-KR" sz="1100" kern="0" spc="-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  <a:sym typeface="Arial"/>
            </a:endParaRPr>
          </a:p>
          <a:p>
            <a:pPr marL="360363" lvl="1" indent="-171450" defTabSz="914400">
              <a:buFont typeface="Wingdings" panose="05000000000000000000" pitchFamily="2" charset="2"/>
              <a:buChar char="§"/>
            </a:pPr>
            <a:r>
              <a:rPr lang="ko-KR" altLang="en-US" sz="1100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허용불가</a:t>
            </a:r>
            <a:r>
              <a:rPr lang="en-US" altLang="ko-KR" sz="1100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: 75~100</a:t>
            </a:r>
            <a:r>
              <a:rPr lang="ko-KR" altLang="en-US" sz="1100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점</a:t>
            </a:r>
            <a:br>
              <a:rPr lang="en-US" altLang="ko-KR" sz="1100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</a:br>
            <a:r>
              <a:rPr lang="en-US" altLang="ko-KR" sz="1100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(</a:t>
            </a:r>
            <a:r>
              <a:rPr lang="ko-KR" altLang="en-US" sz="1100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위험점수 </a:t>
            </a:r>
            <a:r>
              <a:rPr lang="en-US" altLang="ko-KR" sz="1100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75+ </a:t>
            </a:r>
            <a:r>
              <a:rPr lang="ko-KR" altLang="en-US" sz="1100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경우 상품</a:t>
            </a:r>
            <a:r>
              <a:rPr lang="en-US" altLang="ko-KR" sz="1100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·</a:t>
            </a:r>
            <a:r>
              <a:rPr lang="ko-KR" altLang="en-US" sz="1100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서비스 출시 재검토</a:t>
            </a:r>
            <a:r>
              <a:rPr lang="en-US" altLang="ko-KR" sz="1100" kern="0" spc="-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)</a:t>
            </a:r>
          </a:p>
        </p:txBody>
      </p:sp>
      <p:sp>
        <p:nvSpPr>
          <p:cNvPr id="15" name="Google Shape;134;p5">
            <a:extLst>
              <a:ext uri="{FF2B5EF4-FFF2-40B4-BE49-F238E27FC236}">
                <a16:creationId xmlns:a16="http://schemas.microsoft.com/office/drawing/2014/main" id="{B40DDE7B-3D52-1E6F-0107-7ACA17EE052F}"/>
              </a:ext>
            </a:extLst>
          </p:cNvPr>
          <p:cNvSpPr/>
          <p:nvPr/>
        </p:nvSpPr>
        <p:spPr>
          <a:xfrm>
            <a:off x="334964" y="5001578"/>
            <a:ext cx="2773781" cy="1058672"/>
          </a:xfrm>
          <a:prstGeom prst="rect">
            <a:avLst/>
          </a:prstGeom>
          <a:solidFill>
            <a:srgbClr val="DEEBF7"/>
          </a:solidFill>
          <a:ln w="28575" cap="flat" cmpd="sng" algn="ctr">
            <a:noFill/>
            <a:prstDash val="sysDot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72000" tIns="72000" rIns="72000" bIns="0" rtlCol="0" anchor="t"/>
          <a:lstStyle/>
          <a:p>
            <a:pPr marL="171450" indent="-171450" defTabSz="914400">
              <a:buFontTx/>
              <a:buChar char="-"/>
            </a:pP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작성 위치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: [1.AI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위험 식별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] </a:t>
            </a:r>
          </a:p>
          <a:p>
            <a:pPr marL="171450" indent="-171450" defTabSz="914400">
              <a:buFontTx/>
              <a:buChar char="-"/>
            </a:pP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작성자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: AI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서비스기획담당자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, AI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개발담당자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, </a:t>
            </a:r>
          </a:p>
        </p:txBody>
      </p:sp>
      <p:sp>
        <p:nvSpPr>
          <p:cNvPr id="17" name="Google Shape;134;p5">
            <a:extLst>
              <a:ext uri="{FF2B5EF4-FFF2-40B4-BE49-F238E27FC236}">
                <a16:creationId xmlns:a16="http://schemas.microsoft.com/office/drawing/2014/main" id="{EF6D3DA0-307E-8437-9F9C-768FEACD53B8}"/>
              </a:ext>
            </a:extLst>
          </p:cNvPr>
          <p:cNvSpPr/>
          <p:nvPr/>
        </p:nvSpPr>
        <p:spPr>
          <a:xfrm>
            <a:off x="3262702" y="5001578"/>
            <a:ext cx="2773781" cy="1058672"/>
          </a:xfrm>
          <a:prstGeom prst="rect">
            <a:avLst/>
          </a:prstGeom>
          <a:solidFill>
            <a:srgbClr val="DEEBF7"/>
          </a:solidFill>
          <a:ln w="28575" cap="flat" cmpd="sng" algn="ctr">
            <a:noFill/>
            <a:prstDash val="sysDot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72000" tIns="72000" rIns="72000" bIns="0" rtlCol="0" anchor="t"/>
          <a:lstStyle/>
          <a:p>
            <a:pPr marL="171450" indent="-171450" defTabSz="914400">
              <a:buFontTx/>
              <a:buChar char="-"/>
            </a:pP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작성 위치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: [2. AI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위험 완화 방안 수립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] </a:t>
            </a:r>
          </a:p>
          <a:p>
            <a:pPr marL="171450" indent="-171450" defTabSz="914400">
              <a:buFontTx/>
              <a:buChar char="-"/>
            </a:pP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작성자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: AI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서비스기획담당자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, AI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개발담당자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, AI</a:t>
            </a:r>
            <a:r>
              <a:rPr lang="ko-KR" altLang="en-US" sz="1200" kern="0" spc="-5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거버넌스담당자</a:t>
            </a:r>
            <a:endParaRPr lang="en-US" altLang="ko-KR" sz="12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  <a:sym typeface="Arial"/>
            </a:endParaRPr>
          </a:p>
        </p:txBody>
      </p:sp>
      <p:sp>
        <p:nvSpPr>
          <p:cNvPr id="18" name="Google Shape;134;p5">
            <a:extLst>
              <a:ext uri="{FF2B5EF4-FFF2-40B4-BE49-F238E27FC236}">
                <a16:creationId xmlns:a16="http://schemas.microsoft.com/office/drawing/2014/main" id="{D7E1300A-15F2-5912-BDFC-0BDA49D1B9D5}"/>
              </a:ext>
            </a:extLst>
          </p:cNvPr>
          <p:cNvSpPr/>
          <p:nvPr/>
        </p:nvSpPr>
        <p:spPr>
          <a:xfrm>
            <a:off x="6190439" y="5001578"/>
            <a:ext cx="2773781" cy="1058672"/>
          </a:xfrm>
          <a:prstGeom prst="rect">
            <a:avLst/>
          </a:prstGeom>
          <a:solidFill>
            <a:srgbClr val="DEEBF7"/>
          </a:solidFill>
          <a:ln w="28575" cap="flat" cmpd="sng" algn="ctr">
            <a:noFill/>
            <a:prstDash val="sysDot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72000" tIns="72000" rIns="72000" bIns="0" rtlCol="0" anchor="t"/>
          <a:lstStyle/>
          <a:p>
            <a:pPr marL="171450" indent="-171450" defTabSz="914400">
              <a:buFontTx/>
              <a:buChar char="-"/>
            </a:pP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작성 위치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: [3. 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잔여 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AI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위험 평가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] </a:t>
            </a:r>
          </a:p>
          <a:p>
            <a:pPr marL="171450" indent="-171450" defTabSz="914400">
              <a:buFontTx/>
              <a:buChar char="-"/>
            </a:pP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작성자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: AI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서비스기획담당자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, AI</a:t>
            </a:r>
            <a:r>
              <a:rPr lang="ko-KR" altLang="en-US" sz="1200" kern="0" spc="-5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거버넌스담당자</a:t>
            </a:r>
            <a:endParaRPr lang="en-US" altLang="ko-KR" sz="12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  <a:sym typeface="Arial"/>
            </a:endParaRPr>
          </a:p>
        </p:txBody>
      </p:sp>
      <p:sp>
        <p:nvSpPr>
          <p:cNvPr id="19" name="Google Shape;134;p5">
            <a:extLst>
              <a:ext uri="{FF2B5EF4-FFF2-40B4-BE49-F238E27FC236}">
                <a16:creationId xmlns:a16="http://schemas.microsoft.com/office/drawing/2014/main" id="{A4C81358-2095-2DED-9E33-304ECC2B66FB}"/>
              </a:ext>
            </a:extLst>
          </p:cNvPr>
          <p:cNvSpPr/>
          <p:nvPr/>
        </p:nvSpPr>
        <p:spPr>
          <a:xfrm>
            <a:off x="9118177" y="5001578"/>
            <a:ext cx="2773781" cy="1058672"/>
          </a:xfrm>
          <a:prstGeom prst="rect">
            <a:avLst/>
          </a:prstGeom>
          <a:solidFill>
            <a:srgbClr val="DEEBF7"/>
          </a:solidFill>
          <a:ln w="28575" cap="flat" cmpd="sng" algn="ctr">
            <a:noFill/>
            <a:prstDash val="sysDot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72000" tIns="72000" rIns="72000" bIns="0" rtlCol="0" anchor="t"/>
          <a:lstStyle/>
          <a:p>
            <a:pPr marL="171450" indent="-171450" defTabSz="914400">
              <a:buFontTx/>
              <a:buChar char="-"/>
            </a:pP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작성 위치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: [3. 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잔여 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AI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위험 평가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] </a:t>
            </a:r>
          </a:p>
          <a:p>
            <a:pPr marL="171450" indent="-171450" defTabSz="914400">
              <a:buFontTx/>
              <a:buChar char="-"/>
            </a:pP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작성자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: AI</a:t>
            </a:r>
            <a:r>
              <a:rPr lang="ko-KR" altLang="en-US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서비스기획담당자</a:t>
            </a:r>
            <a:r>
              <a:rPr lang="en-US" altLang="ko-KR" sz="12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, AI</a:t>
            </a:r>
            <a:r>
              <a:rPr lang="ko-KR" altLang="en-US" sz="1200" kern="0" spc="-5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거버넌스담당자</a:t>
            </a:r>
            <a:endParaRPr lang="en-US" altLang="ko-KR" sz="12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0963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22CCF-92C1-48B1-78F0-93CA4CD58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7D6B44F0-FAFC-D20C-11A0-165743DEE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101" y="1701134"/>
            <a:ext cx="10622767" cy="4823491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FAA1B1-F6F2-D9EE-568A-21DCB559AB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5. AI </a:t>
            </a:r>
            <a:r>
              <a:rPr lang="ko-KR" altLang="en-US" dirty="0"/>
              <a:t>위험</a:t>
            </a:r>
            <a:r>
              <a:rPr lang="en-US" altLang="ko-KR" dirty="0"/>
              <a:t>/</a:t>
            </a:r>
            <a:r>
              <a:rPr lang="ko-KR" altLang="en-US" dirty="0"/>
              <a:t>영향</a:t>
            </a:r>
            <a:r>
              <a:rPr lang="en-US" altLang="ko-KR" dirty="0"/>
              <a:t>/</a:t>
            </a:r>
            <a:r>
              <a:rPr lang="ko-KR" altLang="en-US" dirty="0"/>
              <a:t>안전성 식별 및 평가 프로세스 상세 </a:t>
            </a:r>
            <a:r>
              <a:rPr lang="en-US" altLang="ko-KR" dirty="0"/>
              <a:t>(3/4) – </a:t>
            </a:r>
            <a:r>
              <a:rPr lang="ko-KR" altLang="en-US" dirty="0" err="1"/>
              <a:t>고영향</a:t>
            </a:r>
            <a:endParaRPr lang="ko-KR" altLang="en-US" dirty="0"/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22DACBA9-9D63-CCF2-A184-D3880F7241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963" y="813435"/>
            <a:ext cx="11520000" cy="325410"/>
          </a:xfrm>
        </p:spPr>
        <p:txBody>
          <a:bodyPr/>
          <a:lstStyle/>
          <a:p>
            <a:r>
              <a:rPr lang="ko-KR" altLang="en-US" err="1"/>
              <a:t>고영향</a:t>
            </a:r>
            <a:r>
              <a:rPr lang="ko-KR" altLang="en-US"/>
              <a:t> </a:t>
            </a:r>
            <a:r>
              <a:rPr lang="en-US" altLang="ko-KR"/>
              <a:t>AI</a:t>
            </a:r>
            <a:r>
              <a:rPr lang="ko-KR" altLang="en-US"/>
              <a:t>로 판단될 경우</a:t>
            </a:r>
            <a:r>
              <a:rPr lang="en-US" altLang="ko-KR"/>
              <a:t>, ‘</a:t>
            </a:r>
            <a:r>
              <a:rPr lang="ko-KR" altLang="en-US"/>
              <a:t>사업자 책무 고시</a:t>
            </a:r>
            <a:r>
              <a:rPr lang="en-US" altLang="ko-KR"/>
              <a:t>(</a:t>
            </a:r>
            <a:r>
              <a:rPr lang="ko-KR" altLang="en-US"/>
              <a:t>안</a:t>
            </a:r>
            <a:r>
              <a:rPr lang="en-US" altLang="ko-KR"/>
              <a:t>)’</a:t>
            </a:r>
            <a:r>
              <a:rPr lang="ko-KR" altLang="en-US"/>
              <a:t>에 따른</a:t>
            </a:r>
            <a:r>
              <a:rPr lang="en-US" altLang="ko-KR"/>
              <a:t> </a:t>
            </a:r>
            <a:r>
              <a:rPr lang="ko-KR" altLang="en-US"/>
              <a:t>추가 책무를 이행 해야함</a:t>
            </a:r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8BA6C720-07A3-5D27-07B2-782375A7499F}"/>
              </a:ext>
            </a:extLst>
          </p:cNvPr>
          <p:cNvSpPr/>
          <p:nvPr/>
        </p:nvSpPr>
        <p:spPr>
          <a:xfrm>
            <a:off x="334960" y="1341438"/>
            <a:ext cx="11557003" cy="319758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err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고영향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 책무</a:t>
            </a:r>
            <a:r>
              <a:rPr lang="en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프로세스 상세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EF18B5-0BBA-D819-68AB-AD17E278FEAF}"/>
              </a:ext>
            </a:extLst>
          </p:cNvPr>
          <p:cNvSpPr/>
          <p:nvPr/>
        </p:nvSpPr>
        <p:spPr>
          <a:xfrm>
            <a:off x="1949749" y="2022935"/>
            <a:ext cx="9621520" cy="4418460"/>
          </a:xfrm>
          <a:prstGeom prst="rect">
            <a:avLst/>
          </a:prstGeom>
          <a:solidFill>
            <a:schemeClr val="accent2">
              <a:lumMod val="20000"/>
              <a:lumOff val="80000"/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56">
            <a:extLst>
              <a:ext uri="{FF2B5EF4-FFF2-40B4-BE49-F238E27FC236}">
                <a16:creationId xmlns:a16="http://schemas.microsoft.com/office/drawing/2014/main" id="{3E722B4B-215F-A1CD-47D8-DCA94A3A13D3}"/>
              </a:ext>
            </a:extLst>
          </p:cNvPr>
          <p:cNvSpPr/>
          <p:nvPr/>
        </p:nvSpPr>
        <p:spPr>
          <a:xfrm>
            <a:off x="2011363" y="2212357"/>
            <a:ext cx="8444992" cy="221615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위험관리방안 </a:t>
            </a:r>
            <a:r>
              <a:rPr lang="ko-KR" altLang="en-US" sz="1000" kern="0" spc="-15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수립・운영</a:t>
            </a:r>
            <a:endParaRPr lang="ko-KR" altLang="en-US" sz="10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24" name="직사각형 56">
            <a:extLst>
              <a:ext uri="{FF2B5EF4-FFF2-40B4-BE49-F238E27FC236}">
                <a16:creationId xmlns:a16="http://schemas.microsoft.com/office/drawing/2014/main" id="{EBF54803-5929-D5C4-7C83-75E7F643ABF2}"/>
              </a:ext>
            </a:extLst>
          </p:cNvPr>
          <p:cNvSpPr/>
          <p:nvPr/>
        </p:nvSpPr>
        <p:spPr>
          <a:xfrm>
            <a:off x="4935708" y="2896506"/>
            <a:ext cx="5520647" cy="221615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설명 방안 </a:t>
            </a:r>
            <a:r>
              <a:rPr lang="ko-KR" altLang="en-US" sz="1000" kern="0" spc="-15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수립・시행</a:t>
            </a:r>
            <a:endParaRPr lang="ko-KR" altLang="en-US" sz="10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25" name="직사각형 56">
            <a:extLst>
              <a:ext uri="{FF2B5EF4-FFF2-40B4-BE49-F238E27FC236}">
                <a16:creationId xmlns:a16="http://schemas.microsoft.com/office/drawing/2014/main" id="{AA926C39-80BD-5167-1CFF-08176DAF6A12}"/>
              </a:ext>
            </a:extLst>
          </p:cNvPr>
          <p:cNvSpPr/>
          <p:nvPr/>
        </p:nvSpPr>
        <p:spPr>
          <a:xfrm>
            <a:off x="9386869" y="2481818"/>
            <a:ext cx="2112626" cy="221615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이용자 보호방안 마련</a:t>
            </a:r>
          </a:p>
        </p:txBody>
      </p:sp>
      <p:sp>
        <p:nvSpPr>
          <p:cNvPr id="46" name="직사각형 56">
            <a:extLst>
              <a:ext uri="{FF2B5EF4-FFF2-40B4-BE49-F238E27FC236}">
                <a16:creationId xmlns:a16="http://schemas.microsoft.com/office/drawing/2014/main" id="{C0496735-0AD0-E624-EBA1-C7D7DCC3225E}"/>
              </a:ext>
            </a:extLst>
          </p:cNvPr>
          <p:cNvSpPr/>
          <p:nvPr/>
        </p:nvSpPr>
        <p:spPr>
          <a:xfrm>
            <a:off x="2011362" y="5814076"/>
            <a:ext cx="9488131" cy="221615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사람의 </a:t>
            </a:r>
            <a:r>
              <a:rPr lang="ko-KR" altLang="en-US" sz="1000" kern="0" spc="-15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관리・감독</a:t>
            </a:r>
            <a:endParaRPr lang="ko-KR" altLang="en-US" sz="10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13" name="직사각형 56">
            <a:extLst>
              <a:ext uri="{FF2B5EF4-FFF2-40B4-BE49-F238E27FC236}">
                <a16:creationId xmlns:a16="http://schemas.microsoft.com/office/drawing/2014/main" id="{5BD69A60-541F-9B00-0EF3-0951DAB9F217}"/>
              </a:ext>
            </a:extLst>
          </p:cNvPr>
          <p:cNvSpPr/>
          <p:nvPr/>
        </p:nvSpPr>
        <p:spPr>
          <a:xfrm>
            <a:off x="9386869" y="5044762"/>
            <a:ext cx="2112626" cy="221615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문서의 </a:t>
            </a:r>
            <a:r>
              <a:rPr lang="ko-KR" altLang="en-US" sz="1000" kern="0" spc="-15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작성・보관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등 의무 부여</a:t>
            </a:r>
          </a:p>
        </p:txBody>
      </p:sp>
      <p:sp>
        <p:nvSpPr>
          <p:cNvPr id="17" name="직사각형 56">
            <a:extLst>
              <a:ext uri="{FF2B5EF4-FFF2-40B4-BE49-F238E27FC236}">
                <a16:creationId xmlns:a16="http://schemas.microsoft.com/office/drawing/2014/main" id="{CD72000B-6607-F3F8-08BE-8D5DBD682AFA}"/>
              </a:ext>
            </a:extLst>
          </p:cNvPr>
          <p:cNvSpPr/>
          <p:nvPr/>
        </p:nvSpPr>
        <p:spPr>
          <a:xfrm>
            <a:off x="4888021" y="2481818"/>
            <a:ext cx="2112626" cy="221615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이용자 보호방안 마련</a:t>
            </a:r>
          </a:p>
        </p:txBody>
      </p:sp>
      <p:sp>
        <p:nvSpPr>
          <p:cNvPr id="18" name="직사각형 56">
            <a:extLst>
              <a:ext uri="{FF2B5EF4-FFF2-40B4-BE49-F238E27FC236}">
                <a16:creationId xmlns:a16="http://schemas.microsoft.com/office/drawing/2014/main" id="{98E59CFA-1100-8DB1-C988-EBDC1D233088}"/>
              </a:ext>
            </a:extLst>
          </p:cNvPr>
          <p:cNvSpPr/>
          <p:nvPr/>
        </p:nvSpPr>
        <p:spPr>
          <a:xfrm>
            <a:off x="9386868" y="4053833"/>
            <a:ext cx="2112626" cy="221615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위험관리방안 </a:t>
            </a:r>
            <a:r>
              <a:rPr lang="ko-KR" altLang="en-US" sz="1000" kern="0" spc="-15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수립・운영</a:t>
            </a:r>
            <a:endParaRPr lang="ko-KR" altLang="en-US" sz="10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19" name="사각형: 둥근 모서리 65">
            <a:extLst>
              <a:ext uri="{FF2B5EF4-FFF2-40B4-BE49-F238E27FC236}">
                <a16:creationId xmlns:a16="http://schemas.microsoft.com/office/drawing/2014/main" id="{B4D91B20-CAEE-F307-7D05-B9689430881C}"/>
              </a:ext>
            </a:extLst>
          </p:cNvPr>
          <p:cNvSpPr/>
          <p:nvPr/>
        </p:nvSpPr>
        <p:spPr>
          <a:xfrm>
            <a:off x="5057151" y="2514347"/>
            <a:ext cx="291549" cy="156555"/>
          </a:xfrm>
          <a:prstGeom prst="roundRect">
            <a:avLst>
              <a:gd name="adj" fmla="val 38521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en-US" altLang="ko-KR" sz="1100" b="1" spc="-150">
                <a:solidFill>
                  <a:schemeClr val="bg1"/>
                </a:solidFill>
                <a:latin typeface="+mn-ea"/>
              </a:rPr>
              <a:t>6</a:t>
            </a:r>
            <a:r>
              <a:rPr lang="ko-KR" altLang="en-US" sz="1100" b="1" spc="-150">
                <a:solidFill>
                  <a:schemeClr val="bg1"/>
                </a:solidFill>
                <a:latin typeface="+mn-ea"/>
              </a:rPr>
              <a:t>조 </a:t>
            </a:r>
          </a:p>
        </p:txBody>
      </p:sp>
      <p:sp>
        <p:nvSpPr>
          <p:cNvPr id="20" name="사각형: 둥근 모서리 65">
            <a:extLst>
              <a:ext uri="{FF2B5EF4-FFF2-40B4-BE49-F238E27FC236}">
                <a16:creationId xmlns:a16="http://schemas.microsoft.com/office/drawing/2014/main" id="{7968CE77-22F2-A2B3-6610-935FB8990730}"/>
              </a:ext>
            </a:extLst>
          </p:cNvPr>
          <p:cNvSpPr/>
          <p:nvPr/>
        </p:nvSpPr>
        <p:spPr>
          <a:xfrm>
            <a:off x="9549851" y="2514347"/>
            <a:ext cx="291549" cy="156555"/>
          </a:xfrm>
          <a:prstGeom prst="roundRect">
            <a:avLst>
              <a:gd name="adj" fmla="val 38521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en-US" altLang="ko-KR" sz="1100" b="1" spc="-150">
                <a:solidFill>
                  <a:schemeClr val="bg1"/>
                </a:solidFill>
                <a:latin typeface="+mn-ea"/>
              </a:rPr>
              <a:t>6</a:t>
            </a:r>
            <a:r>
              <a:rPr lang="ko-KR" altLang="en-US" sz="1100" b="1" spc="-150">
                <a:solidFill>
                  <a:schemeClr val="bg1"/>
                </a:solidFill>
                <a:latin typeface="+mn-ea"/>
              </a:rPr>
              <a:t>조 </a:t>
            </a:r>
          </a:p>
        </p:txBody>
      </p:sp>
      <p:sp>
        <p:nvSpPr>
          <p:cNvPr id="21" name="사각형: 둥근 모서리 65">
            <a:extLst>
              <a:ext uri="{FF2B5EF4-FFF2-40B4-BE49-F238E27FC236}">
                <a16:creationId xmlns:a16="http://schemas.microsoft.com/office/drawing/2014/main" id="{C1E34757-D214-1035-1B35-6D28F5C45E74}"/>
              </a:ext>
            </a:extLst>
          </p:cNvPr>
          <p:cNvSpPr/>
          <p:nvPr/>
        </p:nvSpPr>
        <p:spPr>
          <a:xfrm>
            <a:off x="5248645" y="2239630"/>
            <a:ext cx="291549" cy="156555"/>
          </a:xfrm>
          <a:prstGeom prst="roundRect">
            <a:avLst>
              <a:gd name="adj" fmla="val 38521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en-US" altLang="ko-KR" sz="1100" b="1" spc="-150">
                <a:solidFill>
                  <a:schemeClr val="bg1"/>
                </a:solidFill>
                <a:latin typeface="+mn-ea"/>
              </a:rPr>
              <a:t>4</a:t>
            </a:r>
            <a:r>
              <a:rPr lang="ko-KR" altLang="en-US" sz="1100" b="1" spc="-150">
                <a:solidFill>
                  <a:schemeClr val="bg1"/>
                </a:solidFill>
                <a:latin typeface="+mn-ea"/>
              </a:rPr>
              <a:t>조 </a:t>
            </a:r>
          </a:p>
        </p:txBody>
      </p:sp>
      <p:sp>
        <p:nvSpPr>
          <p:cNvPr id="22" name="사각형: 둥근 모서리 65">
            <a:extLst>
              <a:ext uri="{FF2B5EF4-FFF2-40B4-BE49-F238E27FC236}">
                <a16:creationId xmlns:a16="http://schemas.microsoft.com/office/drawing/2014/main" id="{88876A92-47B4-5BB4-DB22-4732F39B9A2B}"/>
              </a:ext>
            </a:extLst>
          </p:cNvPr>
          <p:cNvSpPr/>
          <p:nvPr/>
        </p:nvSpPr>
        <p:spPr>
          <a:xfrm>
            <a:off x="6808205" y="2925751"/>
            <a:ext cx="291549" cy="156555"/>
          </a:xfrm>
          <a:prstGeom prst="roundRect">
            <a:avLst>
              <a:gd name="adj" fmla="val 38521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en-US" altLang="ko-KR" sz="1100" b="1" spc="-150">
                <a:solidFill>
                  <a:schemeClr val="bg1"/>
                </a:solidFill>
                <a:latin typeface="+mn-ea"/>
              </a:rPr>
              <a:t>5</a:t>
            </a:r>
            <a:r>
              <a:rPr lang="ko-KR" altLang="en-US" sz="1100" b="1" spc="-150">
                <a:solidFill>
                  <a:schemeClr val="bg1"/>
                </a:solidFill>
                <a:latin typeface="+mn-ea"/>
              </a:rPr>
              <a:t>조 </a:t>
            </a:r>
          </a:p>
        </p:txBody>
      </p:sp>
      <p:sp>
        <p:nvSpPr>
          <p:cNvPr id="23" name="사각형: 둥근 모서리 65">
            <a:extLst>
              <a:ext uri="{FF2B5EF4-FFF2-40B4-BE49-F238E27FC236}">
                <a16:creationId xmlns:a16="http://schemas.microsoft.com/office/drawing/2014/main" id="{A81D919A-C8A2-E1A2-1485-F97FAD5F9859}"/>
              </a:ext>
            </a:extLst>
          </p:cNvPr>
          <p:cNvSpPr/>
          <p:nvPr/>
        </p:nvSpPr>
        <p:spPr>
          <a:xfrm>
            <a:off x="5967686" y="5846605"/>
            <a:ext cx="291549" cy="156555"/>
          </a:xfrm>
          <a:prstGeom prst="roundRect">
            <a:avLst>
              <a:gd name="adj" fmla="val 38521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en-US" altLang="ko-KR" sz="1100" b="1" spc="-150">
                <a:solidFill>
                  <a:schemeClr val="bg1"/>
                </a:solidFill>
                <a:latin typeface="+mn-ea"/>
              </a:rPr>
              <a:t>7</a:t>
            </a:r>
            <a:r>
              <a:rPr lang="ko-KR" altLang="en-US" sz="1100" b="1" spc="-150">
                <a:solidFill>
                  <a:schemeClr val="bg1"/>
                </a:solidFill>
                <a:latin typeface="+mn-ea"/>
              </a:rPr>
              <a:t>조 </a:t>
            </a:r>
          </a:p>
        </p:txBody>
      </p:sp>
      <p:sp>
        <p:nvSpPr>
          <p:cNvPr id="26" name="사각형: 둥근 모서리 65">
            <a:extLst>
              <a:ext uri="{FF2B5EF4-FFF2-40B4-BE49-F238E27FC236}">
                <a16:creationId xmlns:a16="http://schemas.microsoft.com/office/drawing/2014/main" id="{F709A095-41FA-87D3-D617-3531BAF8ED4B}"/>
              </a:ext>
            </a:extLst>
          </p:cNvPr>
          <p:cNvSpPr/>
          <p:nvPr/>
        </p:nvSpPr>
        <p:spPr>
          <a:xfrm>
            <a:off x="9486635" y="4080524"/>
            <a:ext cx="291549" cy="156555"/>
          </a:xfrm>
          <a:prstGeom prst="roundRect">
            <a:avLst>
              <a:gd name="adj" fmla="val 38521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en-US" altLang="ko-KR" sz="1100" b="1" spc="-150">
                <a:solidFill>
                  <a:schemeClr val="bg1"/>
                </a:solidFill>
                <a:latin typeface="+mn-ea"/>
              </a:rPr>
              <a:t>4</a:t>
            </a:r>
            <a:r>
              <a:rPr lang="ko-KR" altLang="en-US" sz="1100" b="1" spc="-150">
                <a:solidFill>
                  <a:schemeClr val="bg1"/>
                </a:solidFill>
                <a:latin typeface="+mn-ea"/>
              </a:rPr>
              <a:t>조 </a:t>
            </a:r>
          </a:p>
        </p:txBody>
      </p:sp>
      <p:sp>
        <p:nvSpPr>
          <p:cNvPr id="27" name="사각형: 둥근 모서리 65">
            <a:extLst>
              <a:ext uri="{FF2B5EF4-FFF2-40B4-BE49-F238E27FC236}">
                <a16:creationId xmlns:a16="http://schemas.microsoft.com/office/drawing/2014/main" id="{CE6495FC-1AAB-AF24-2B71-A938A5F5407D}"/>
              </a:ext>
            </a:extLst>
          </p:cNvPr>
          <p:cNvSpPr/>
          <p:nvPr/>
        </p:nvSpPr>
        <p:spPr>
          <a:xfrm>
            <a:off x="9404076" y="5077291"/>
            <a:ext cx="291549" cy="156555"/>
          </a:xfrm>
          <a:prstGeom prst="roundRect">
            <a:avLst>
              <a:gd name="adj" fmla="val 38521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en-US" altLang="ko-KR" sz="1100" b="1" spc="-150">
                <a:solidFill>
                  <a:schemeClr val="bg1"/>
                </a:solidFill>
                <a:latin typeface="+mn-ea"/>
              </a:rPr>
              <a:t>8</a:t>
            </a:r>
            <a:r>
              <a:rPr lang="ko-KR" altLang="en-US" sz="1100" b="1" spc="-150">
                <a:solidFill>
                  <a:schemeClr val="bg1"/>
                </a:solidFill>
                <a:latin typeface="+mn-ea"/>
              </a:rPr>
              <a:t>조 </a:t>
            </a:r>
          </a:p>
        </p:txBody>
      </p:sp>
    </p:spTree>
    <p:extLst>
      <p:ext uri="{BB962C8B-B14F-4D97-AF65-F5344CB8AC3E}">
        <p14:creationId xmlns:p14="http://schemas.microsoft.com/office/powerpoint/2010/main" val="3974547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3BFB5-E3F9-DB76-A8F5-862BDE9AF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2CB405-133F-95F7-0608-57911E48C4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[Back-up] AI </a:t>
            </a:r>
            <a:r>
              <a:rPr lang="ko-KR" altLang="en-US" dirty="0"/>
              <a:t>위험</a:t>
            </a:r>
            <a:r>
              <a:rPr lang="en-US" altLang="ko-KR" dirty="0"/>
              <a:t>/</a:t>
            </a:r>
            <a:r>
              <a:rPr lang="ko-KR" altLang="en-US" dirty="0"/>
              <a:t>영향</a:t>
            </a:r>
            <a:r>
              <a:rPr lang="en-US" altLang="ko-KR" dirty="0"/>
              <a:t>/</a:t>
            </a:r>
            <a:r>
              <a:rPr lang="ko-KR" altLang="en-US" dirty="0"/>
              <a:t>안전성 식별 및 평가 프로세스 상세 </a:t>
            </a:r>
            <a:r>
              <a:rPr lang="en-US" altLang="ko-KR" dirty="0"/>
              <a:t>(3/4) – </a:t>
            </a:r>
            <a:r>
              <a:rPr lang="ko-KR" altLang="en-US" dirty="0" err="1"/>
              <a:t>고영향</a:t>
            </a:r>
            <a:endParaRPr lang="ko-KR" altLang="en-US" dirty="0"/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7B594405-8699-B2A3-E479-034922BF57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963" y="813435"/>
            <a:ext cx="11520000" cy="325410"/>
          </a:xfrm>
        </p:spPr>
        <p:txBody>
          <a:bodyPr/>
          <a:lstStyle/>
          <a:p>
            <a:r>
              <a:rPr lang="en-US" altLang="ko-KR"/>
              <a:t>AI </a:t>
            </a:r>
            <a:r>
              <a:rPr lang="ko-KR" altLang="en-US"/>
              <a:t>기본법 하위법령집 內 </a:t>
            </a:r>
            <a:r>
              <a:rPr lang="en-US" altLang="ko-KR"/>
              <a:t>‘</a:t>
            </a:r>
            <a:r>
              <a:rPr lang="ko-KR" altLang="en-US"/>
              <a:t>사업자 책무 고시</a:t>
            </a:r>
            <a:r>
              <a:rPr lang="en-US" altLang="ko-KR"/>
              <a:t>(</a:t>
            </a:r>
            <a:r>
              <a:rPr lang="ko-KR" altLang="en-US"/>
              <a:t>안</a:t>
            </a:r>
            <a:r>
              <a:rPr lang="en-US" altLang="ko-KR"/>
              <a:t>)’</a:t>
            </a:r>
            <a:r>
              <a:rPr lang="ko-KR" altLang="en-US"/>
              <a:t>에 따른 </a:t>
            </a:r>
            <a:r>
              <a:rPr lang="ko-KR" altLang="en-US" err="1"/>
              <a:t>고영향</a:t>
            </a:r>
            <a:r>
              <a:rPr lang="ko-KR" altLang="en-US"/>
              <a:t> 인공지능 사업자의 신뢰성 및 안전성 확보를 위한 책무 이행은 다음과 같음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FE0196-5B5C-1478-B8F3-7D1C91A887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769660"/>
              </p:ext>
            </p:extLst>
          </p:nvPr>
        </p:nvGraphicFramePr>
        <p:xfrm>
          <a:off x="334963" y="1341438"/>
          <a:ext cx="11557000" cy="51831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1365">
                  <a:extLst>
                    <a:ext uri="{9D8B030D-6E8A-4147-A177-3AD203B41FA5}">
                      <a16:colId xmlns:a16="http://schemas.microsoft.com/office/drawing/2014/main" val="3830681117"/>
                    </a:ext>
                  </a:extLst>
                </a:gridCol>
                <a:gridCol w="10405635">
                  <a:extLst>
                    <a:ext uri="{9D8B030D-6E8A-4147-A177-3AD203B41FA5}">
                      <a16:colId xmlns:a16="http://schemas.microsoft.com/office/drawing/2014/main" val="4219221671"/>
                    </a:ext>
                  </a:extLst>
                </a:gridCol>
              </a:tblGrid>
              <a:tr h="1869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u="none" strike="noStrike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조</a:t>
                      </a:r>
                      <a:endParaRPr lang="ko-KR" altLang="en-US" sz="1100" b="1" i="0" u="none" strike="noStrike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u="none" strike="noStrike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내용</a:t>
                      </a:r>
                      <a:endParaRPr lang="ko-KR" altLang="en-US" sz="1100" b="1" i="0" u="none" strike="noStrike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941885"/>
                  </a:ext>
                </a:extLst>
              </a:tr>
              <a:tr h="10968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제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4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조</a:t>
                      </a:r>
                      <a:endParaRPr lang="en-US" altLang="ko-KR" sz="1100" u="none" strike="noStrike">
                        <a:effectLst/>
                        <a:latin typeface="+mj-ea"/>
                        <a:ea typeface="+mj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위험관리방안의 </a:t>
                      </a:r>
                      <a:r>
                        <a:rPr lang="ko-KR" altLang="en-US" sz="1100" u="none" strike="noStrike" err="1">
                          <a:effectLst/>
                          <a:latin typeface="+mj-ea"/>
                          <a:ea typeface="+mj-ea"/>
                        </a:rPr>
                        <a:t>수립ㆍ운영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① 인공지능개발사업자 및 인공지능이용사업자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이하 “</a:t>
                      </a:r>
                      <a:r>
                        <a:rPr lang="ko-KR" altLang="en-US" sz="1100" u="none" strike="noStrike" err="1">
                          <a:effectLst/>
                          <a:latin typeface="+mj-ea"/>
                          <a:ea typeface="+mj-ea"/>
                        </a:rPr>
                        <a:t>사업자”라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 한다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)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는 </a:t>
                      </a:r>
                      <a:r>
                        <a:rPr lang="ko-KR" altLang="en-US" sz="1100" u="none" strike="noStrike" err="1">
                          <a:effectLst/>
                          <a:latin typeface="+mj-ea"/>
                          <a:ea typeface="+mj-ea"/>
                        </a:rPr>
                        <a:t>고영향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 인공지능의 위험관리를 위하여 다음 각 호의 사항이 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포함된 위험관리방안을 </a:t>
                      </a:r>
                      <a:r>
                        <a:rPr lang="ko-KR" altLang="en-US" sz="1100" u="none" strike="noStrike" err="1">
                          <a:effectLst/>
                          <a:latin typeface="+mj-ea"/>
                          <a:ea typeface="+mj-ea"/>
                        </a:rPr>
                        <a:t>수립ㆍ운영하여야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 한다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위험관리정책 수립 및 이행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위험관리 조직체계 수립 및 운영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② 사업자는 제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항 각 호의 위험관리방안을 문서로 작성하여 관리하고 인공지능시스템의 수명주기의 모든 과정에서 이를 준수하여야 한다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③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사업자는 최신의 기술 및 관리방법론이 적용될 수 있도록 위험관리방안을 주기적으로 </a:t>
                      </a:r>
                      <a:r>
                        <a:rPr lang="ko-KR" altLang="en-US" sz="1100" u="none" strike="noStrike" err="1">
                          <a:effectLst/>
                          <a:latin typeface="+mj-ea"/>
                          <a:ea typeface="+mj-ea"/>
                        </a:rPr>
                        <a:t>점검ㆍ갱신하고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 그 변경내역을 관리하여야 한다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697887"/>
                  </a:ext>
                </a:extLst>
              </a:tr>
              <a:tr h="790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제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5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조</a:t>
                      </a:r>
                      <a:endParaRPr lang="en-US" altLang="ko-KR" sz="1100" u="none" strike="noStrike">
                        <a:effectLst/>
                        <a:latin typeface="+mj-ea"/>
                        <a:ea typeface="+mj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설명방안의 </a:t>
                      </a:r>
                      <a:r>
                        <a:rPr lang="ko-KR" altLang="en-US" sz="1100" u="none" strike="noStrike" err="1">
                          <a:effectLst/>
                          <a:latin typeface="+mj-ea"/>
                          <a:ea typeface="+mj-ea"/>
                        </a:rPr>
                        <a:t>수립ㆍ시행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① 사업자는 인공지능이 도출한 최종결과 및 기준 설명 방안을 수립하는 경우 기술적으로 가능한 범위에서 인공지능의 투명성 및 설명가능성을 확보하여야 한다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②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사업자는 </a:t>
                      </a:r>
                      <a:r>
                        <a:rPr lang="ko-KR" altLang="en-US" sz="1100" u="none" strike="noStrike" err="1">
                          <a:effectLst/>
                          <a:latin typeface="+mj-ea"/>
                          <a:ea typeface="+mj-ea"/>
                        </a:rPr>
                        <a:t>고영향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 인공지능 </a:t>
                      </a:r>
                      <a:r>
                        <a:rPr lang="ko-KR" altLang="en-US" sz="1100" u="none" strike="noStrike" err="1">
                          <a:effectLst/>
                          <a:latin typeface="+mj-ea"/>
                          <a:ea typeface="+mj-ea"/>
                        </a:rPr>
                        <a:t>개발ㆍ활용에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 사용된 학습용데이터의 개요에 관한 설명방안을 수립하는 경우 학습용데이터에 관한 정보의 체계적 관리에 관한 내용을 포함하여야 한다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③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인공지능이용사업자는 홈페이지에 게시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해당 문서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전자문서를 포함한다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이하 같다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)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의 제공 등의 방법으로 설명방안을 이용자가 제공받을 수 있도록 하여야 한다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513355"/>
                  </a:ext>
                </a:extLst>
              </a:tr>
              <a:tr h="146075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제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6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조</a:t>
                      </a:r>
                      <a:endParaRPr lang="en-US" altLang="ko-KR" sz="1100" u="none" strike="noStrike">
                        <a:effectLst/>
                        <a:latin typeface="+mj-ea"/>
                        <a:ea typeface="+mj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이용자 보호방안의 </a:t>
                      </a:r>
                      <a:r>
                        <a:rPr lang="ko-KR" altLang="en-US" sz="1100" u="none" strike="noStrike" err="1">
                          <a:effectLst/>
                          <a:latin typeface="+mj-ea"/>
                          <a:ea typeface="+mj-ea"/>
                        </a:rPr>
                        <a:t>수립ㆍ운영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① 사업자는 </a:t>
                      </a:r>
                      <a:r>
                        <a:rPr lang="ko-KR" altLang="en-US" sz="1100" u="none" strike="noStrike" err="1">
                          <a:effectLst/>
                          <a:latin typeface="+mj-ea"/>
                          <a:ea typeface="+mj-ea"/>
                        </a:rPr>
                        <a:t>고영향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 인공지능 개발 과정에서 이용자를 보호하기 위한 방안을 수립하는 경우 다음 각 호의 조치를 포함하여야 한다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안전하고 적법한 데이터 수집 및 관리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적대적 공격 등에 대응하기 위한 안전한 알고리즘 설계 및 모델 개발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다양하고 예외적인 상황을 고려한 시험 및 평가 수행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② 사업자는 </a:t>
                      </a:r>
                      <a:r>
                        <a:rPr lang="ko-KR" altLang="en-US" sz="1100" u="none" strike="noStrike" err="1">
                          <a:effectLst/>
                          <a:latin typeface="+mj-ea"/>
                          <a:ea typeface="+mj-ea"/>
                        </a:rPr>
                        <a:t>고영향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 인공지능 운영 과정에서 이용자를 보호하기 위한 방안을 수립하는 경우 다음 각 호의 조치를 포함하여야 한다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문제를 실시간으로 탐지하기 위한 모니터링 및 대응방안 수립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이용자의 의견을 수렴하고 이에 기반하여 지속적으로 개선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이용자의 권리를 보장하고 피해 발생 시 이를 보상할 수 있는 방안 수립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547288"/>
                  </a:ext>
                </a:extLst>
              </a:tr>
              <a:tr h="10968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제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7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조</a:t>
                      </a:r>
                      <a:endParaRPr lang="en-US" altLang="ko-KR" sz="1100" u="none" strike="noStrike">
                        <a:effectLst/>
                        <a:latin typeface="+mj-ea"/>
                        <a:ea typeface="+mj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사람의 관리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감독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① 사업자는 인공지능시스템 개발 과정에서 다음 각 호의 조치를 이행하여야 한다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사람이 인공지능 동작에 개입할 수 있는 기준 확립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사람이 즉각적으로 인공지능시스템을 정지하거나 작동을 변경할 수 있는 긴급 정지 기능 등의 개입 방법 마련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② 사업자는 </a:t>
                      </a:r>
                      <a:r>
                        <a:rPr lang="ko-KR" alt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고영향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인공지능 운영 중 사람의 관리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감독을 위해 다음 각 호의 조치를 이행하여야 한다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성능저하 및 오류 발생에 대한 정기적인 점검계획 및 방안 마련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인공지능의 범위 및 수행능력에 대한 이해도를 향상시키기 위한 교육 및 훈련 제공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36971"/>
                  </a:ext>
                </a:extLst>
              </a:tr>
              <a:tr h="5509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문서의 </a:t>
                      </a:r>
                      <a:r>
                        <a:rPr lang="ko-KR" alt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작성ㆍ보관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① 사업자는 제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4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조부터 제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7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조까지의 사항을 문서로 작성하여 관리하여야 한다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②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사업자는 제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항에 따른 문서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이하 “</a:t>
                      </a:r>
                      <a:r>
                        <a:rPr lang="ko-KR" altLang="en-US" sz="1100" u="none" strike="noStrike" err="1">
                          <a:effectLst/>
                          <a:latin typeface="+mj-ea"/>
                          <a:ea typeface="+mj-ea"/>
                        </a:rPr>
                        <a:t>안전신뢰문서”라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 한다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)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를 주기적으로 점검하고 최신의 기술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방법론 등이 적용될 수 있도록 관리하여야 한다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047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4224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B7AF5-D15F-BE07-1659-3AF9ADDF8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3D3ECBC-D68E-4352-DBBF-5192D0DD4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101" y="1701134"/>
            <a:ext cx="10622767" cy="4823491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B3655A-F387-FE99-671E-324626006A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5. AI </a:t>
            </a:r>
            <a:r>
              <a:rPr lang="ko-KR" altLang="en-US" dirty="0"/>
              <a:t>위험</a:t>
            </a:r>
            <a:r>
              <a:rPr lang="en-US" altLang="ko-KR" dirty="0"/>
              <a:t>/</a:t>
            </a:r>
            <a:r>
              <a:rPr lang="ko-KR" altLang="en-US" dirty="0"/>
              <a:t>영향</a:t>
            </a:r>
            <a:r>
              <a:rPr lang="en-US" altLang="ko-KR" dirty="0"/>
              <a:t>/</a:t>
            </a:r>
            <a:r>
              <a:rPr lang="ko-KR" altLang="en-US" dirty="0"/>
              <a:t>안전성 식별 및 평가 프로세스 상세 </a:t>
            </a:r>
            <a:r>
              <a:rPr lang="en-US" altLang="ko-KR" dirty="0"/>
              <a:t>(4/4) – </a:t>
            </a:r>
            <a:r>
              <a:rPr lang="ko-KR" altLang="en-US" dirty="0"/>
              <a:t>안전성</a:t>
            </a:r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3BAC01C5-47D3-940D-A7AB-B7037ED384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963" y="813435"/>
            <a:ext cx="11520000" cy="325410"/>
          </a:xfrm>
        </p:spPr>
        <p:txBody>
          <a:bodyPr/>
          <a:lstStyle/>
          <a:p>
            <a:r>
              <a:rPr lang="ko-KR" altLang="en-US"/>
              <a:t>안전성 확보 이행 대상으로 판단될 경우</a:t>
            </a:r>
            <a:r>
              <a:rPr lang="en-US" altLang="ko-KR"/>
              <a:t>, ‘</a:t>
            </a:r>
            <a:r>
              <a:rPr lang="ko-KR" altLang="en-US"/>
              <a:t>안전성 확보 고시</a:t>
            </a:r>
            <a:r>
              <a:rPr lang="en-US" altLang="ko-KR"/>
              <a:t>(</a:t>
            </a:r>
            <a:r>
              <a:rPr lang="ko-KR" altLang="en-US"/>
              <a:t>안</a:t>
            </a:r>
            <a:r>
              <a:rPr lang="en-US" altLang="ko-KR"/>
              <a:t>)’</a:t>
            </a:r>
            <a:r>
              <a:rPr lang="ko-KR" altLang="en-US"/>
              <a:t>에 따른</a:t>
            </a:r>
            <a:r>
              <a:rPr lang="en-US" altLang="ko-KR"/>
              <a:t> </a:t>
            </a:r>
            <a:r>
              <a:rPr lang="ko-KR" altLang="en-US"/>
              <a:t>추가 책무를 이행 해야함</a:t>
            </a:r>
          </a:p>
        </p:txBody>
      </p:sp>
      <p:sp>
        <p:nvSpPr>
          <p:cNvPr id="10" name="사각형: 둥근 모서리 20">
            <a:extLst>
              <a:ext uri="{FF2B5EF4-FFF2-40B4-BE49-F238E27FC236}">
                <a16:creationId xmlns:a16="http://schemas.microsoft.com/office/drawing/2014/main" id="{8D7F0220-0175-0BB8-387C-C9B1FD075289}"/>
              </a:ext>
            </a:extLst>
          </p:cNvPr>
          <p:cNvSpPr/>
          <p:nvPr/>
        </p:nvSpPr>
        <p:spPr>
          <a:xfrm>
            <a:off x="334960" y="1341438"/>
            <a:ext cx="11557003" cy="319758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안전성 확보 식별 및 평가 상세 프로세스 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96EED1-7902-0E78-6424-08C8DB593E5D}"/>
              </a:ext>
            </a:extLst>
          </p:cNvPr>
          <p:cNvSpPr/>
          <p:nvPr/>
        </p:nvSpPr>
        <p:spPr>
          <a:xfrm>
            <a:off x="1949749" y="2048762"/>
            <a:ext cx="9621520" cy="4418460"/>
          </a:xfrm>
          <a:prstGeom prst="rect">
            <a:avLst/>
          </a:prstGeom>
          <a:solidFill>
            <a:schemeClr val="accent2">
              <a:lumMod val="20000"/>
              <a:lumOff val="80000"/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56">
            <a:extLst>
              <a:ext uri="{FF2B5EF4-FFF2-40B4-BE49-F238E27FC236}">
                <a16:creationId xmlns:a16="http://schemas.microsoft.com/office/drawing/2014/main" id="{DBEFBEF6-6A8C-BEE5-8672-AD755CDF8020}"/>
              </a:ext>
            </a:extLst>
          </p:cNvPr>
          <p:cNvSpPr/>
          <p:nvPr/>
        </p:nvSpPr>
        <p:spPr>
          <a:xfrm>
            <a:off x="1949748" y="2069816"/>
            <a:ext cx="3927812" cy="221615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위험의 식별</a:t>
            </a:r>
          </a:p>
        </p:txBody>
      </p:sp>
      <p:sp>
        <p:nvSpPr>
          <p:cNvPr id="16" name="직사각형 56">
            <a:extLst>
              <a:ext uri="{FF2B5EF4-FFF2-40B4-BE49-F238E27FC236}">
                <a16:creationId xmlns:a16="http://schemas.microsoft.com/office/drawing/2014/main" id="{681CD867-EBCC-1B83-671A-D31008FC5AE2}"/>
              </a:ext>
            </a:extLst>
          </p:cNvPr>
          <p:cNvSpPr/>
          <p:nvPr/>
        </p:nvSpPr>
        <p:spPr>
          <a:xfrm>
            <a:off x="1949748" y="2328391"/>
            <a:ext cx="3927812" cy="221615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위험의 평가 등</a:t>
            </a:r>
          </a:p>
        </p:txBody>
      </p:sp>
      <p:sp>
        <p:nvSpPr>
          <p:cNvPr id="17" name="직사각형 56">
            <a:extLst>
              <a:ext uri="{FF2B5EF4-FFF2-40B4-BE49-F238E27FC236}">
                <a16:creationId xmlns:a16="http://schemas.microsoft.com/office/drawing/2014/main" id="{8F250570-F38A-B92C-7660-8E0D5508B19F}"/>
              </a:ext>
            </a:extLst>
          </p:cNvPr>
          <p:cNvSpPr/>
          <p:nvPr/>
        </p:nvSpPr>
        <p:spPr>
          <a:xfrm>
            <a:off x="3637280" y="2581794"/>
            <a:ext cx="5653024" cy="221615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위험의 제거 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· 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완화 조치</a:t>
            </a:r>
          </a:p>
        </p:txBody>
      </p:sp>
      <p:sp>
        <p:nvSpPr>
          <p:cNvPr id="18" name="직사각형 56">
            <a:extLst>
              <a:ext uri="{FF2B5EF4-FFF2-40B4-BE49-F238E27FC236}">
                <a16:creationId xmlns:a16="http://schemas.microsoft.com/office/drawing/2014/main" id="{7531ADAF-C965-B2AD-C064-D386D14D3638}"/>
              </a:ext>
            </a:extLst>
          </p:cNvPr>
          <p:cNvSpPr/>
          <p:nvPr/>
        </p:nvSpPr>
        <p:spPr>
          <a:xfrm>
            <a:off x="1949748" y="5049036"/>
            <a:ext cx="9565596" cy="221615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위험관리체계의 구축</a:t>
            </a:r>
          </a:p>
        </p:txBody>
      </p:sp>
      <p:sp>
        <p:nvSpPr>
          <p:cNvPr id="19" name="직사각형 56">
            <a:extLst>
              <a:ext uri="{FF2B5EF4-FFF2-40B4-BE49-F238E27FC236}">
                <a16:creationId xmlns:a16="http://schemas.microsoft.com/office/drawing/2014/main" id="{4B9B4457-3EC2-DB7E-2DDE-5127F97E137B}"/>
              </a:ext>
            </a:extLst>
          </p:cNvPr>
          <p:cNvSpPr/>
          <p:nvPr/>
        </p:nvSpPr>
        <p:spPr>
          <a:xfrm>
            <a:off x="9403080" y="2581793"/>
            <a:ext cx="2112264" cy="221615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결과 제출</a:t>
            </a:r>
          </a:p>
        </p:txBody>
      </p:sp>
      <p:sp>
        <p:nvSpPr>
          <p:cNvPr id="20" name="사각형: 둥근 모서리 65">
            <a:extLst>
              <a:ext uri="{FF2B5EF4-FFF2-40B4-BE49-F238E27FC236}">
                <a16:creationId xmlns:a16="http://schemas.microsoft.com/office/drawing/2014/main" id="{0EC02D8D-E245-14BB-F5BB-3FE1F1E374A8}"/>
              </a:ext>
            </a:extLst>
          </p:cNvPr>
          <p:cNvSpPr/>
          <p:nvPr/>
        </p:nvSpPr>
        <p:spPr>
          <a:xfrm>
            <a:off x="3235208" y="2104932"/>
            <a:ext cx="291549" cy="156555"/>
          </a:xfrm>
          <a:prstGeom prst="roundRect">
            <a:avLst>
              <a:gd name="adj" fmla="val 38521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en-US" altLang="ko-KR" sz="1100" b="1" spc="-150">
                <a:solidFill>
                  <a:schemeClr val="bg1"/>
                </a:solidFill>
                <a:latin typeface="+mn-ea"/>
              </a:rPr>
              <a:t>4</a:t>
            </a:r>
            <a:r>
              <a:rPr lang="ko-KR" altLang="en-US" sz="1100" b="1" spc="-150">
                <a:solidFill>
                  <a:schemeClr val="bg1"/>
                </a:solidFill>
                <a:latin typeface="+mn-ea"/>
              </a:rPr>
              <a:t>조 </a:t>
            </a:r>
          </a:p>
        </p:txBody>
      </p:sp>
      <p:sp>
        <p:nvSpPr>
          <p:cNvPr id="21" name="사각형: 둥근 모서리 65">
            <a:extLst>
              <a:ext uri="{FF2B5EF4-FFF2-40B4-BE49-F238E27FC236}">
                <a16:creationId xmlns:a16="http://schemas.microsoft.com/office/drawing/2014/main" id="{7C9ABC2B-D1A6-7BBA-CF49-9AB5C0E8D405}"/>
              </a:ext>
            </a:extLst>
          </p:cNvPr>
          <p:cNvSpPr/>
          <p:nvPr/>
        </p:nvSpPr>
        <p:spPr>
          <a:xfrm>
            <a:off x="3235208" y="2359687"/>
            <a:ext cx="291549" cy="156555"/>
          </a:xfrm>
          <a:prstGeom prst="roundRect">
            <a:avLst>
              <a:gd name="adj" fmla="val 38521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en-US" altLang="ko-KR" sz="1100" b="1" spc="-150">
                <a:solidFill>
                  <a:schemeClr val="bg1"/>
                </a:solidFill>
                <a:latin typeface="+mn-ea"/>
              </a:rPr>
              <a:t>5</a:t>
            </a:r>
            <a:r>
              <a:rPr lang="ko-KR" altLang="en-US" sz="1100" b="1" spc="-150">
                <a:solidFill>
                  <a:schemeClr val="bg1"/>
                </a:solidFill>
                <a:latin typeface="+mn-ea"/>
              </a:rPr>
              <a:t>조 </a:t>
            </a:r>
          </a:p>
        </p:txBody>
      </p:sp>
      <p:sp>
        <p:nvSpPr>
          <p:cNvPr id="22" name="사각형: 둥근 모서리 65">
            <a:extLst>
              <a:ext uri="{FF2B5EF4-FFF2-40B4-BE49-F238E27FC236}">
                <a16:creationId xmlns:a16="http://schemas.microsoft.com/office/drawing/2014/main" id="{0E4E88B4-2CD4-62E5-3617-961D1F6BE294}"/>
              </a:ext>
            </a:extLst>
          </p:cNvPr>
          <p:cNvSpPr/>
          <p:nvPr/>
        </p:nvSpPr>
        <p:spPr>
          <a:xfrm>
            <a:off x="5586011" y="2614322"/>
            <a:ext cx="291549" cy="156555"/>
          </a:xfrm>
          <a:prstGeom prst="roundRect">
            <a:avLst>
              <a:gd name="adj" fmla="val 38521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en-US" altLang="ko-KR" sz="1100" b="1" spc="-150">
                <a:solidFill>
                  <a:schemeClr val="bg1"/>
                </a:solidFill>
                <a:latin typeface="+mn-ea"/>
              </a:rPr>
              <a:t>6</a:t>
            </a:r>
            <a:r>
              <a:rPr lang="ko-KR" altLang="en-US" sz="1100" b="1" spc="-150">
                <a:solidFill>
                  <a:schemeClr val="bg1"/>
                </a:solidFill>
                <a:latin typeface="+mn-ea"/>
              </a:rPr>
              <a:t>조 </a:t>
            </a:r>
          </a:p>
        </p:txBody>
      </p:sp>
      <p:sp>
        <p:nvSpPr>
          <p:cNvPr id="23" name="사각형: 둥근 모서리 65">
            <a:extLst>
              <a:ext uri="{FF2B5EF4-FFF2-40B4-BE49-F238E27FC236}">
                <a16:creationId xmlns:a16="http://schemas.microsoft.com/office/drawing/2014/main" id="{BE80DF2F-13CE-A576-4605-20199CB89784}"/>
              </a:ext>
            </a:extLst>
          </p:cNvPr>
          <p:cNvSpPr/>
          <p:nvPr/>
        </p:nvSpPr>
        <p:spPr>
          <a:xfrm>
            <a:off x="5877560" y="5081565"/>
            <a:ext cx="291549" cy="156555"/>
          </a:xfrm>
          <a:prstGeom prst="roundRect">
            <a:avLst>
              <a:gd name="adj" fmla="val 38521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en-US" altLang="ko-KR" sz="1100" b="1" spc="-150">
                <a:solidFill>
                  <a:schemeClr val="bg1"/>
                </a:solidFill>
                <a:latin typeface="+mn-ea"/>
              </a:rPr>
              <a:t>7</a:t>
            </a:r>
            <a:r>
              <a:rPr lang="ko-KR" altLang="en-US" sz="1100" b="1" spc="-150">
                <a:solidFill>
                  <a:schemeClr val="bg1"/>
                </a:solidFill>
                <a:latin typeface="+mn-ea"/>
              </a:rPr>
              <a:t>조 </a:t>
            </a:r>
          </a:p>
        </p:txBody>
      </p:sp>
      <p:sp>
        <p:nvSpPr>
          <p:cNvPr id="24" name="사각형: 둥근 모서리 65">
            <a:extLst>
              <a:ext uri="{FF2B5EF4-FFF2-40B4-BE49-F238E27FC236}">
                <a16:creationId xmlns:a16="http://schemas.microsoft.com/office/drawing/2014/main" id="{DF079AB3-2484-4981-9316-8BE4CD72E9E9}"/>
              </a:ext>
            </a:extLst>
          </p:cNvPr>
          <p:cNvSpPr/>
          <p:nvPr/>
        </p:nvSpPr>
        <p:spPr>
          <a:xfrm>
            <a:off x="9870708" y="2614322"/>
            <a:ext cx="291549" cy="156555"/>
          </a:xfrm>
          <a:prstGeom prst="roundRect">
            <a:avLst>
              <a:gd name="adj" fmla="val 38521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en-US" altLang="ko-KR" sz="1100" b="1" spc="-150">
                <a:solidFill>
                  <a:schemeClr val="bg1"/>
                </a:solidFill>
                <a:latin typeface="+mn-ea"/>
              </a:rPr>
              <a:t>8</a:t>
            </a:r>
            <a:r>
              <a:rPr lang="ko-KR" altLang="en-US" sz="1100" b="1" spc="-150">
                <a:solidFill>
                  <a:schemeClr val="bg1"/>
                </a:solidFill>
                <a:latin typeface="+mn-ea"/>
              </a:rPr>
              <a:t>조 </a:t>
            </a:r>
          </a:p>
        </p:txBody>
      </p:sp>
    </p:spTree>
    <p:extLst>
      <p:ext uri="{BB962C8B-B14F-4D97-AF65-F5344CB8AC3E}">
        <p14:creationId xmlns:p14="http://schemas.microsoft.com/office/powerpoint/2010/main" val="3391114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1A39A-0978-8890-7A31-BC9A9F1A8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5B93FE-394E-2BDC-D910-5937136CE2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AI </a:t>
            </a:r>
            <a:r>
              <a:rPr lang="ko-KR" altLang="en-US"/>
              <a:t>위험</a:t>
            </a:r>
            <a:r>
              <a:rPr lang="en-US" altLang="ko-KR"/>
              <a:t>/</a:t>
            </a:r>
            <a:r>
              <a:rPr lang="ko-KR" altLang="en-US"/>
              <a:t>영향</a:t>
            </a:r>
            <a:r>
              <a:rPr lang="en-US" altLang="ko-KR"/>
              <a:t>/</a:t>
            </a:r>
            <a:r>
              <a:rPr lang="ko-KR" altLang="en-US"/>
              <a:t>안전성 식별 및 평가 프로세스 상세 </a:t>
            </a:r>
            <a:r>
              <a:rPr lang="en-US" altLang="ko-KR"/>
              <a:t>(4/4) – </a:t>
            </a:r>
            <a:r>
              <a:rPr lang="ko-KR" altLang="en-US"/>
              <a:t>안전성 </a:t>
            </a:r>
            <a:r>
              <a:rPr lang="en-US" altLang="ko-KR"/>
              <a:t>(1/2)</a:t>
            </a:r>
            <a:endParaRPr lang="ko-KR" altLang="en-US"/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00390920-8630-D607-125A-78EF6455C9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963" y="813435"/>
            <a:ext cx="11520000" cy="325410"/>
          </a:xfrm>
        </p:spPr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기본법 하위법령집 內 </a:t>
            </a:r>
            <a:r>
              <a:rPr lang="en-US" altLang="ko-KR" dirty="0"/>
              <a:t>‘</a:t>
            </a:r>
            <a:r>
              <a:rPr lang="ko-KR" altLang="en-US" dirty="0"/>
              <a:t>안전성 확보 고시</a:t>
            </a:r>
            <a:r>
              <a:rPr lang="en-US" altLang="ko-KR" dirty="0"/>
              <a:t>(</a:t>
            </a:r>
            <a:r>
              <a:rPr lang="ko-KR" altLang="en-US" dirty="0"/>
              <a:t>안</a:t>
            </a:r>
            <a:r>
              <a:rPr lang="en-US" altLang="ko-KR" dirty="0"/>
              <a:t>)’</a:t>
            </a:r>
            <a:r>
              <a:rPr lang="ko-KR" altLang="en-US" dirty="0"/>
              <a:t>에 따른 안전성 확보 이행 대상인 </a:t>
            </a:r>
            <a:r>
              <a:rPr lang="en-US" altLang="ko-KR" dirty="0"/>
              <a:t>AI</a:t>
            </a:r>
            <a:r>
              <a:rPr lang="ko-KR" altLang="en-US" dirty="0"/>
              <a:t>시스템 및 </a:t>
            </a:r>
            <a:r>
              <a:rPr lang="en-US" altLang="ko-KR" dirty="0"/>
              <a:t>AI </a:t>
            </a:r>
            <a:r>
              <a:rPr lang="ko-KR" altLang="en-US" dirty="0"/>
              <a:t>사업자가 준수해야 할 책무는 다음과 같음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C0CAFC-129B-7778-CA16-034CA4706F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987777"/>
              </p:ext>
            </p:extLst>
          </p:nvPr>
        </p:nvGraphicFramePr>
        <p:xfrm>
          <a:off x="334963" y="1341438"/>
          <a:ext cx="11557000" cy="49810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1365">
                  <a:extLst>
                    <a:ext uri="{9D8B030D-6E8A-4147-A177-3AD203B41FA5}">
                      <a16:colId xmlns:a16="http://schemas.microsoft.com/office/drawing/2014/main" val="3830681117"/>
                    </a:ext>
                  </a:extLst>
                </a:gridCol>
                <a:gridCol w="10405635">
                  <a:extLst>
                    <a:ext uri="{9D8B030D-6E8A-4147-A177-3AD203B41FA5}">
                      <a16:colId xmlns:a16="http://schemas.microsoft.com/office/drawing/2014/main" val="4219221671"/>
                    </a:ext>
                  </a:extLst>
                </a:gridCol>
              </a:tblGrid>
              <a:tr h="1869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u="none" strike="noStrike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조</a:t>
                      </a:r>
                      <a:endParaRPr lang="ko-KR" altLang="en-US" sz="1100" b="1" i="0" u="none" strike="noStrike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u="none" strike="noStrike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내용</a:t>
                      </a:r>
                      <a:endParaRPr lang="ko-KR" altLang="en-US" sz="1100" b="1" i="0" u="none" strike="noStrike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941885"/>
                  </a:ext>
                </a:extLst>
              </a:tr>
              <a:tr h="10968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적용 대상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…. 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③ 법 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32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항에 따라 이행 결과를 제출하여야 하는 인공지능사업자는 다음 각 호와 같다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인공지능시스템이 개발되어 타인에게 제공되는 시점부터 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항에 따른 인공지능 시스템에 해당하는 경우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해당 인공지능시스템을 개발한 인공지능개발사업자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항에 해당하지 않는 인공지능시스템에 대해 실질적으로 변경을 가하여 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항 해당하게 한 경우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해당 변경을 가한 인공지능사업자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….</a:t>
                      </a: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773462"/>
                  </a:ext>
                </a:extLst>
              </a:tr>
              <a:tr h="10968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위험의 식별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① 인공지능사업자는 이용자 및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영향받는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자의 안전성을 확보하기 위하여 인공지능시스템의 수명주기 전반에 걸쳐 위험을 합리적인 범위 내에서 식별하여야 한다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②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인공지능사업자는 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항에 따른 위험 식별을 위하여 다음 각 호의 사항을 고려하여야 한다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인공지능시스템의 수명주기 및 특수성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인공지능시스템의 기능적 오류 및 데이터 편향 가능성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보안 취약점 등 기술적 특성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인공지능시스템의 오남용 및 악용 가능성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합리적으로 예상할 수 있는 경우에 한한다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③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인공지능사업자는 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항에 따른 위험식별을 체계적으로 수행하기 위해 위험식별 절차 및 방법론을 마련하여야 한다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④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인공지능사업자는 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항에 따른 위험 식별과 관련하여 다음 각 호의 사항을 포함하여 문서화하고 체계적으로 관리하여야 한다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문서의 고유 식별번호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위험 명칭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식별 시점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현존 위험 및 잠재적 위험의 목록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697887"/>
                  </a:ext>
                </a:extLst>
              </a:tr>
              <a:tr h="790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위험의 평가 등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① 인공지능사업자는 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조에 따라 식별된 위험을 체계적으로 관리하고 적절한 대응 방안을 마련하기 위하여 위험의 중대성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관리가능성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위험의 실현가능성 및 그 영향의 심각성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빈도 등을 평가하여야 한다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②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인공지능사업자는 위험을 평가하기 위하여 위험평가조직을 구성하여야 하며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필요한 경우 외부 기관 또는 전문가가 참여하게 할 수 있다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③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인공지능사업자는 객관적인 위험평가를 수행하기 위하여 평가 기준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평가 방법 및 절차를 마련하여야 하며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항에 따른 위험평가조직의 독립성을 최대한 존중하 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여야 한다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④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인공지능사업자는 위험평가 결과의 검증을 위하여 외부 전문가의 도움을 받을 수 있다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⑤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인공지능사업자는 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항에 따른 위험평가와 관련하여 다음 각 호의 사항을 포함하여 문서화하고 체계적으로 관리하여야 한다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고유 식별 번호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평가 시점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평가 방법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평가 결과</a:t>
                      </a: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513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0840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B15DC-A38B-6202-4A05-122A41F4B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2C6468-448C-D2F3-2AE8-C99758F23BF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AI </a:t>
            </a:r>
            <a:r>
              <a:rPr lang="ko-KR" altLang="en-US"/>
              <a:t>위험</a:t>
            </a:r>
            <a:r>
              <a:rPr lang="en-US" altLang="ko-KR"/>
              <a:t>/</a:t>
            </a:r>
            <a:r>
              <a:rPr lang="ko-KR" altLang="en-US"/>
              <a:t>영향</a:t>
            </a:r>
            <a:r>
              <a:rPr lang="en-US" altLang="ko-KR"/>
              <a:t>/</a:t>
            </a:r>
            <a:r>
              <a:rPr lang="ko-KR" altLang="en-US"/>
              <a:t>안전성 식별 및 평가 프로세스 상세 </a:t>
            </a:r>
            <a:r>
              <a:rPr lang="en-US" altLang="ko-KR"/>
              <a:t>(4/4) – </a:t>
            </a:r>
            <a:r>
              <a:rPr lang="ko-KR" altLang="en-US"/>
              <a:t>안전성 </a:t>
            </a:r>
            <a:r>
              <a:rPr lang="en-US" altLang="ko-KR"/>
              <a:t>(2/2)</a:t>
            </a:r>
            <a:endParaRPr lang="ko-KR" altLang="en-US"/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F9FFCE9D-E03D-4909-9962-37089ECA13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963" y="813435"/>
            <a:ext cx="11520000" cy="325410"/>
          </a:xfrm>
        </p:spPr>
        <p:txBody>
          <a:bodyPr/>
          <a:lstStyle/>
          <a:p>
            <a:r>
              <a:rPr lang="en-US" altLang="ko-KR"/>
              <a:t>AI </a:t>
            </a:r>
            <a:r>
              <a:rPr lang="ko-KR" altLang="en-US"/>
              <a:t>기본법 하위법령집 內 </a:t>
            </a:r>
            <a:r>
              <a:rPr lang="en-US" altLang="ko-KR"/>
              <a:t>‘</a:t>
            </a:r>
            <a:r>
              <a:rPr lang="ko-KR" altLang="en-US"/>
              <a:t>안전성 확보 고시</a:t>
            </a:r>
            <a:r>
              <a:rPr lang="en-US" altLang="ko-KR"/>
              <a:t>(</a:t>
            </a:r>
            <a:r>
              <a:rPr lang="ko-KR" altLang="en-US"/>
              <a:t>안</a:t>
            </a:r>
            <a:r>
              <a:rPr lang="en-US" altLang="ko-KR"/>
              <a:t>)’</a:t>
            </a:r>
            <a:r>
              <a:rPr lang="ko-KR" altLang="en-US"/>
              <a:t>에 따른 안전성 확보 이행 대상인 </a:t>
            </a:r>
            <a:r>
              <a:rPr lang="en-US" altLang="ko-KR"/>
              <a:t>AI</a:t>
            </a:r>
            <a:r>
              <a:rPr lang="ko-KR" altLang="en-US"/>
              <a:t>시스템 및 </a:t>
            </a:r>
            <a:r>
              <a:rPr lang="en-US" altLang="ko-KR"/>
              <a:t>AI </a:t>
            </a:r>
            <a:r>
              <a:rPr lang="ko-KR" altLang="en-US"/>
              <a:t>사업자가 준수해야 할 책무는 다음과 같음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C9D84A-2F76-FC1E-9974-92D1AC1ECD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016233"/>
              </p:ext>
            </p:extLst>
          </p:nvPr>
        </p:nvGraphicFramePr>
        <p:xfrm>
          <a:off x="334963" y="1341438"/>
          <a:ext cx="11557000" cy="5397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1365">
                  <a:extLst>
                    <a:ext uri="{9D8B030D-6E8A-4147-A177-3AD203B41FA5}">
                      <a16:colId xmlns:a16="http://schemas.microsoft.com/office/drawing/2014/main" val="3830681117"/>
                    </a:ext>
                  </a:extLst>
                </a:gridCol>
                <a:gridCol w="10405635">
                  <a:extLst>
                    <a:ext uri="{9D8B030D-6E8A-4147-A177-3AD203B41FA5}">
                      <a16:colId xmlns:a16="http://schemas.microsoft.com/office/drawing/2014/main" val="4219221671"/>
                    </a:ext>
                  </a:extLst>
                </a:gridCol>
              </a:tblGrid>
              <a:tr h="1869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u="none" strike="noStrike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조</a:t>
                      </a:r>
                      <a:endParaRPr lang="ko-KR" altLang="en-US" sz="1100" b="1" i="0" u="none" strike="noStrike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u="none" strike="noStrike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내용</a:t>
                      </a:r>
                      <a:endParaRPr lang="ko-KR" altLang="en-US" sz="1100" b="1" i="0" u="none" strike="noStrike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941885"/>
                  </a:ext>
                </a:extLst>
              </a:tr>
              <a:tr h="10968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위험의 제거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완화 조치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① 인공지능사업자는 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조에 따른 위험평가 결과를 바탕으로 위험을 제거하거나 완화하기 위한 조치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이하 “위험 제거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완화 </a:t>
                      </a:r>
                      <a:r>
                        <a:rPr lang="ko-KR" alt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조치”라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한다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를 수립 및 시행하여야 한다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②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인공지능사업자는 위험 제거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완화 조치 수립 시 다음 각 호의 사항을 고려하여야 한다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조에 따른 위험평가 결과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위험 제거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완화 조치의 시급성 및 효과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비용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인력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기술적 한계 등 위험 제거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완화 조치의 실행가능성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조치 시행 이후의 위험 수준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③ 인공지능사업자는 위험 제거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완화 조치 이후 위험이 수용가능한 수준으로 제거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완화되지 않았다고 판단하는 경우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조에 따른 위험평가를 </a:t>
                      </a:r>
                      <a:r>
                        <a:rPr lang="ko-KR" alt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재실시할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수 있다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④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인공지능사업자는 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항에 따른 위험 제거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완화 조치를 시행한 경우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다음 각 호의 사항을 포함하여 문서화하고 기록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관리하여야 한다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고유 식별 번호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위험 제거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완화 조치 시행 시점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위험 제거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완화 조치 방법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위험 제거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완화 조치 결과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위험평가를 </a:t>
                      </a:r>
                      <a:r>
                        <a:rPr lang="ko-KR" alt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재실시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한 경우 그 결과를 포함한다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⑤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인공지능사업자는 위험 제거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완화 조치를 신속히 시행하기 어려운 경우에는 사후적으로 피해를 최소화하기 위한 긴급 대응 계획을 수립하여야 하며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 경우 외부전문가의 도움을 받을 수 있다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697887"/>
                  </a:ext>
                </a:extLst>
              </a:tr>
              <a:tr h="790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위험관리체계의 구축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① 인공지능사업자는 인공지능안전사고를 </a:t>
                      </a:r>
                      <a:r>
                        <a:rPr lang="ko-KR" alt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모니터링하고대응할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수 있는 위험관리체계를 구축하여야 한다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②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항의 위험관리체계에는 다음 각 호의 사항이 포함되어야 한다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인공지능안전사고 발생 시 대응을 위한 조직의 구성 및 구성원의 역할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인공지능안전사고의 유형을 고려한 인공지능시스템의 중단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이용자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영향받는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자에 대한 안내 등 대응 절차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관계기관 신고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사후 조치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피해보상 방안 등 인공지능안전사고 처리 절차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직원 교육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훈련 등 인공지능안전사고 예방을 위한 조치</a:t>
                      </a: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513355"/>
                  </a:ext>
                </a:extLst>
              </a:tr>
              <a:tr h="146075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결과 제출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 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① 인공지능사업자는 본인이 제공하는 인공지능시스템이 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lang="ko-KR" alt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조에따른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적용 대상 인공지능시스템으로 확인된 날로부터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개월 이내에 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조부터 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조까지의 안전성 확보 조치 사항을 문서로 작성하여 과학기술정보통신부장관에게 제출하여야 한다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②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인공지능사업자는 다음 각 호의 사유가 발생한 경우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각 호에서 정하는 기간 내에 해당 사유를 반영하여 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조부터 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조까지의 안전성 확보 조치 사항을 문서로 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작성해 과학기술정보통신부장관에게 제출하여야 한다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다만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인공지능사업자의 부득이한 사정 등에 따라 필요한 경우 과학기술정보통신부장관은 인공지능사업자와 협의하여 제출기간을 연장할 수 있다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인공지능시스템에 대한 실질적 변경에 따라 위험의 증가가 수반되는 경우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실질적 변경이 이뤄진 날부터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개월 이내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새로운 위험이 발생하거나 발생할 것이 예상되는 경우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새로운 위험의 발생 등을 인지한 날부터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개월 이내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대상 인공지능시스템으로 인해 중대한 인공지능안전사고가 발생한 경우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인공지능안전사고가 발생한 날로부터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일 이내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③ 인공지능사업자는 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항에 따라 적용 대상 인공지능시스템으로 확인된 날 또는 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항의 각 호의 사유가 발생한 경우 결과 제출 기간의 기산일이 속하는 해의 다음 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연도부터 적용 대상 인공지능시스템에 대한 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조부터 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조까지의 조치 사항을 문서로 작성하여 과학기술정보통신부장관에게 매년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31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일까지 정기적으로 제출하여야 한다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단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해당 인공지능시스템이 더 이상 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조에 따른 적용 대상 인공지능시스템이 아니게 된 경우에는 그러하지 아니하다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547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1841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12;p27">
            <a:extLst>
              <a:ext uri="{FF2B5EF4-FFF2-40B4-BE49-F238E27FC236}">
                <a16:creationId xmlns:a16="http://schemas.microsoft.com/office/drawing/2014/main" id="{5ADCDE71-882A-415A-A2B9-0068815FA276}"/>
              </a:ext>
            </a:extLst>
          </p:cNvPr>
          <p:cNvSpPr txBox="1"/>
          <p:nvPr/>
        </p:nvSpPr>
        <p:spPr>
          <a:xfrm>
            <a:off x="458561" y="3181627"/>
            <a:ext cx="11274878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Verdana"/>
                <a:sym typeface="Verdana"/>
              </a:rPr>
              <a:t>E.O.D.</a:t>
            </a:r>
            <a:endParaRPr sz="1400" b="0" i="0" u="none" strike="noStrike" cap="none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15493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STOMLAYOUT" val="F"/>
  <p:tag name="EYLAYOUT" val="White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5df02f-3aee-47af-b2f3-c2ea8bcae9a6" xsi:nil="true"/>
    <lcf76f155ced4ddcb4097134ff3c332f xmlns="5192ee0d-e524-4888-b581-1910cadcd21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971F96850C604FA9DD4A6FAA1D7E94" ma:contentTypeVersion="11" ma:contentTypeDescription="Create a new document." ma:contentTypeScope="" ma:versionID="ac4e8b5e424075323024da34dfed7ab7">
  <xsd:schema xmlns:xsd="http://www.w3.org/2001/XMLSchema" xmlns:xs="http://www.w3.org/2001/XMLSchema" xmlns:p="http://schemas.microsoft.com/office/2006/metadata/properties" xmlns:ns2="5192ee0d-e524-4888-b581-1910cadcd210" xmlns:ns3="525df02f-3aee-47af-b2f3-c2ea8bcae9a6" targetNamespace="http://schemas.microsoft.com/office/2006/metadata/properties" ma:root="true" ma:fieldsID="b3acacfc7b8f27a5e50f6f243b1f7b76" ns2:_="" ns3:_="">
    <xsd:import namespace="5192ee0d-e524-4888-b581-1910cadcd210"/>
    <xsd:import namespace="525df02f-3aee-47af-b2f3-c2ea8bcae9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92ee0d-e524-4888-b581-1910cadcd2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3ef62f9-2e07-484b-bd79-00aec90129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5df02f-3aee-47af-b2f3-c2ea8bcae9a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34e75e4-fe8a-42ea-8266-b68b6e213225}" ma:internalName="TaxCatchAll" ma:showField="CatchAllData" ma:web="525df02f-3aee-47af-b2f3-c2ea8bcae9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BAB7E2-13DC-4732-9DFB-383F58CEC96B}">
  <ds:schemaRefs>
    <ds:schemaRef ds:uri="5192ee0d-e524-4888-b581-1910cadcd210"/>
    <ds:schemaRef ds:uri="525df02f-3aee-47af-b2f3-c2ea8bcae9a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E12B1EA-3C89-46A2-890B-9A8BBB0EB0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8B4929-EEAB-462C-9410-541E5B8F71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92ee0d-e524-4888-b581-1910cadcd210"/>
    <ds:schemaRef ds:uri="525df02f-3aee-47af-b2f3-c2ea8bcae9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3966</TotalTime>
  <Words>4603</Words>
  <Application>Microsoft Office PowerPoint</Application>
  <PresentationFormat>Widescreen</PresentationFormat>
  <Paragraphs>1046</Paragraphs>
  <Slides>19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맑은 고딕</vt:lpstr>
      <vt:lpstr>Arial</vt:lpstr>
      <vt:lpstr>Calibri</vt:lpstr>
      <vt:lpstr>Calibri Light</vt:lpstr>
      <vt:lpstr>Wingdings</vt:lpstr>
      <vt:lpstr>Office 테마</vt:lpstr>
      <vt:lpstr>Worksheet</vt:lpstr>
      <vt:lpstr>Microsoft Excel 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ji-eun</dc:creator>
  <cp:lastModifiedBy>Jong-Min La</cp:lastModifiedBy>
  <cp:revision>5</cp:revision>
  <dcterms:created xsi:type="dcterms:W3CDTF">2025-09-15T04:25:44Z</dcterms:created>
  <dcterms:modified xsi:type="dcterms:W3CDTF">2026-02-25T07:55:39Z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0x010100EB971F96850C604FA9DD4A6FAA1D7E94</vt:lpwstr>
  </property>
  <property fmtid="{D5CDD505-2E9C-101B-9397-08002B2CF9AE}" pid="3" name="MediaServiceImageTags">
    <vt:lpwstr/>
  </property>
</Properties>
</file>