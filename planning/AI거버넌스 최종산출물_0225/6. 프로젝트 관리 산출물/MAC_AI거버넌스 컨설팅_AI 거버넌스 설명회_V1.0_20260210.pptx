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31"/>
  </p:notesMasterIdLst>
  <p:handoutMasterIdLst>
    <p:handoutMasterId r:id="rId32"/>
  </p:handoutMasterIdLst>
  <p:sldIdLst>
    <p:sldId id="2147483593" r:id="rId5"/>
    <p:sldId id="273" r:id="rId6"/>
    <p:sldId id="2147483632" r:id="rId7"/>
    <p:sldId id="260" r:id="rId8"/>
    <p:sldId id="2147483633" r:id="rId9"/>
    <p:sldId id="2147483596" r:id="rId10"/>
    <p:sldId id="262" r:id="rId11"/>
    <p:sldId id="263" r:id="rId12"/>
    <p:sldId id="264" r:id="rId13"/>
    <p:sldId id="2147483647" r:id="rId14"/>
    <p:sldId id="2147483637" r:id="rId15"/>
    <p:sldId id="256" r:id="rId16"/>
    <p:sldId id="2147483636" r:id="rId17"/>
    <p:sldId id="2147483617" r:id="rId18"/>
    <p:sldId id="2147483618" r:id="rId19"/>
    <p:sldId id="2147483634" r:id="rId20"/>
    <p:sldId id="259" r:id="rId21"/>
    <p:sldId id="2147483642" r:id="rId22"/>
    <p:sldId id="2147483643" r:id="rId23"/>
    <p:sldId id="2147483644" r:id="rId24"/>
    <p:sldId id="2147483645" r:id="rId25"/>
    <p:sldId id="261" r:id="rId26"/>
    <p:sldId id="2147483646" r:id="rId27"/>
    <p:sldId id="257" r:id="rId28"/>
    <p:sldId id="266" r:id="rId29"/>
    <p:sldId id="274" r:id="rId30"/>
  </p:sldIdLst>
  <p:sldSz cx="12192000" cy="6858000"/>
  <p:notesSz cx="6858000" cy="9144000"/>
  <p:custDataLst>
    <p:tags r:id="rId3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61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9CE"/>
    <a:srgbClr val="043B72"/>
    <a:srgbClr val="ED7D31"/>
    <a:srgbClr val="FBE5D6"/>
    <a:srgbClr val="F4B183"/>
    <a:srgbClr val="7F7F7F"/>
    <a:srgbClr val="595959"/>
    <a:srgbClr val="DAE3F3"/>
    <a:srgbClr val="8FAADC"/>
    <a:srgbClr val="2F55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9A12C3-2AB1-48FA-BC9C-94F6354C00F0}" v="331" dt="2026-02-23T07:39:48.5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874" y="221"/>
      </p:cViewPr>
      <p:guideLst>
        <p:guide orient="horz" pos="166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5/10/relationships/revisionInfo" Target="revisionInfo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gs" Target="tags/tag1.xml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eha Kim" userId="e1faea54-ef93-4bab-b095-bb90b7f37458" providerId="ADAL" clId="{96F3DCFE-9AB8-4F05-888B-14066EC8E9B8}"/>
    <pc:docChg chg="undo custSel modSld">
      <pc:chgData name="Daeha Kim" userId="e1faea54-ef93-4bab-b095-bb90b7f37458" providerId="ADAL" clId="{96F3DCFE-9AB8-4F05-888B-14066EC8E9B8}" dt="2026-02-10T05:52:57.585" v="1260" actId="552"/>
      <pc:docMkLst>
        <pc:docMk/>
      </pc:docMkLst>
      <pc:sldChg chg="modSp mod">
        <pc:chgData name="Daeha Kim" userId="e1faea54-ef93-4bab-b095-bb90b7f37458" providerId="ADAL" clId="{96F3DCFE-9AB8-4F05-888B-14066EC8E9B8}" dt="2026-02-10T05:07:57.456" v="477" actId="20577"/>
        <pc:sldMkLst>
          <pc:docMk/>
          <pc:sldMk cId="3288627818" sldId="260"/>
        </pc:sldMkLst>
        <pc:spChg chg="mod">
          <ac:chgData name="Daeha Kim" userId="e1faea54-ef93-4bab-b095-bb90b7f37458" providerId="ADAL" clId="{96F3DCFE-9AB8-4F05-888B-14066EC8E9B8}" dt="2026-02-10T05:02:52.361" v="217" actId="20577"/>
          <ac:spMkLst>
            <pc:docMk/>
            <pc:sldMk cId="3288627818" sldId="260"/>
            <ac:spMk id="12" creationId="{E54B05DC-518D-C092-1EA7-128C3003005D}"/>
          </ac:spMkLst>
        </pc:spChg>
        <pc:spChg chg="mod">
          <ac:chgData name="Daeha Kim" userId="e1faea54-ef93-4bab-b095-bb90b7f37458" providerId="ADAL" clId="{96F3DCFE-9AB8-4F05-888B-14066EC8E9B8}" dt="2026-02-10T05:06:26.690" v="447" actId="20577"/>
          <ac:spMkLst>
            <pc:docMk/>
            <pc:sldMk cId="3288627818" sldId="260"/>
            <ac:spMk id="14" creationId="{39E38B57-C75F-24D1-95C8-B98A4781A82F}"/>
          </ac:spMkLst>
        </pc:spChg>
        <pc:spChg chg="mod">
          <ac:chgData name="Daeha Kim" userId="e1faea54-ef93-4bab-b095-bb90b7f37458" providerId="ADAL" clId="{96F3DCFE-9AB8-4F05-888B-14066EC8E9B8}" dt="2026-02-10T05:02:36.078" v="216" actId="20577"/>
          <ac:spMkLst>
            <pc:docMk/>
            <pc:sldMk cId="3288627818" sldId="260"/>
            <ac:spMk id="17" creationId="{FBB779AB-8A1C-73F9-807C-C276797C0C04}"/>
          </ac:spMkLst>
        </pc:spChg>
        <pc:spChg chg="mod">
          <ac:chgData name="Daeha Kim" userId="e1faea54-ef93-4bab-b095-bb90b7f37458" providerId="ADAL" clId="{96F3DCFE-9AB8-4F05-888B-14066EC8E9B8}" dt="2026-02-10T05:07:57.456" v="477" actId="20577"/>
          <ac:spMkLst>
            <pc:docMk/>
            <pc:sldMk cId="3288627818" sldId="260"/>
            <ac:spMk id="31" creationId="{AC34A4C8-C541-F306-37F1-C1B583793AB4}"/>
          </ac:spMkLst>
        </pc:spChg>
      </pc:sldChg>
      <pc:sldChg chg="addSp delSp modSp mod">
        <pc:chgData name="Daeha Kim" userId="e1faea54-ef93-4bab-b095-bb90b7f37458" providerId="ADAL" clId="{96F3DCFE-9AB8-4F05-888B-14066EC8E9B8}" dt="2026-02-10T05:50:13.243" v="1164" actId="478"/>
        <pc:sldMkLst>
          <pc:docMk/>
          <pc:sldMk cId="1671694359" sldId="262"/>
        </pc:sldMkLst>
        <pc:spChg chg="mod">
          <ac:chgData name="Daeha Kim" userId="e1faea54-ef93-4bab-b095-bb90b7f37458" providerId="ADAL" clId="{96F3DCFE-9AB8-4F05-888B-14066EC8E9B8}" dt="2026-02-10T05:45:35.539" v="1118" actId="1076"/>
          <ac:spMkLst>
            <pc:docMk/>
            <pc:sldMk cId="1671694359" sldId="262"/>
            <ac:spMk id="10" creationId="{D0C950C8-9293-476F-9D9B-8C36C658A001}"/>
          </ac:spMkLst>
        </pc:spChg>
        <pc:spChg chg="mod">
          <ac:chgData name="Daeha Kim" userId="e1faea54-ef93-4bab-b095-bb90b7f37458" providerId="ADAL" clId="{96F3DCFE-9AB8-4F05-888B-14066EC8E9B8}" dt="2026-02-10T05:45:57.597" v="1128" actId="20577"/>
          <ac:spMkLst>
            <pc:docMk/>
            <pc:sldMk cId="1671694359" sldId="262"/>
            <ac:spMk id="11" creationId="{2D4D64E3-9426-C0D8-980F-180647F76B84}"/>
          </ac:spMkLst>
        </pc:spChg>
        <pc:spChg chg="mod">
          <ac:chgData name="Daeha Kim" userId="e1faea54-ef93-4bab-b095-bb90b7f37458" providerId="ADAL" clId="{96F3DCFE-9AB8-4F05-888B-14066EC8E9B8}" dt="2026-02-10T05:45:51.869" v="1123" actId="20577"/>
          <ac:spMkLst>
            <pc:docMk/>
            <pc:sldMk cId="1671694359" sldId="262"/>
            <ac:spMk id="12" creationId="{D4A2B83E-6692-4466-4DC5-BAACB31929D9}"/>
          </ac:spMkLst>
        </pc:spChg>
        <pc:spChg chg="mod">
          <ac:chgData name="Daeha Kim" userId="e1faea54-ef93-4bab-b095-bb90b7f37458" providerId="ADAL" clId="{96F3DCFE-9AB8-4F05-888B-14066EC8E9B8}" dt="2026-02-10T05:45:35.539" v="1118" actId="1076"/>
          <ac:spMkLst>
            <pc:docMk/>
            <pc:sldMk cId="1671694359" sldId="262"/>
            <ac:spMk id="19" creationId="{1B90283D-F4E4-6DD6-F1EB-2A3F3D99DE4B}"/>
          </ac:spMkLst>
        </pc:spChg>
        <pc:spChg chg="mod">
          <ac:chgData name="Daeha Kim" userId="e1faea54-ef93-4bab-b095-bb90b7f37458" providerId="ADAL" clId="{96F3DCFE-9AB8-4F05-888B-14066EC8E9B8}" dt="2026-02-10T05:42:03.552" v="949"/>
          <ac:spMkLst>
            <pc:docMk/>
            <pc:sldMk cId="1671694359" sldId="262"/>
            <ac:spMk id="67" creationId="{15ECEFBF-88E4-C6B0-99CE-6ED6413DC85F}"/>
          </ac:spMkLst>
        </pc:spChg>
        <pc:spChg chg="mod topLvl">
          <ac:chgData name="Daeha Kim" userId="e1faea54-ef93-4bab-b095-bb90b7f37458" providerId="ADAL" clId="{96F3DCFE-9AB8-4F05-888B-14066EC8E9B8}" dt="2026-02-10T05:44:17.562" v="1101" actId="165"/>
          <ac:spMkLst>
            <pc:docMk/>
            <pc:sldMk cId="1671694359" sldId="262"/>
            <ac:spMk id="69" creationId="{FA30AFC2-78BE-91BF-876C-22311F55F804}"/>
          </ac:spMkLst>
        </pc:spChg>
        <pc:spChg chg="mod">
          <ac:chgData name="Daeha Kim" userId="e1faea54-ef93-4bab-b095-bb90b7f37458" providerId="ADAL" clId="{96F3DCFE-9AB8-4F05-888B-14066EC8E9B8}" dt="2026-02-10T05:42:01.397" v="947" actId="14100"/>
          <ac:spMkLst>
            <pc:docMk/>
            <pc:sldMk cId="1671694359" sldId="262"/>
            <ac:spMk id="73" creationId="{C5DCD09F-26B2-A3CE-B7D6-1FFD38C5892E}"/>
          </ac:spMkLst>
        </pc:spChg>
        <pc:spChg chg="mod">
          <ac:chgData name="Daeha Kim" userId="e1faea54-ef93-4bab-b095-bb90b7f37458" providerId="ADAL" clId="{96F3DCFE-9AB8-4F05-888B-14066EC8E9B8}" dt="2026-02-10T05:42:01.397" v="947" actId="14100"/>
          <ac:spMkLst>
            <pc:docMk/>
            <pc:sldMk cId="1671694359" sldId="262"/>
            <ac:spMk id="74" creationId="{E0FE6134-F8F0-458D-C876-69CECFF1A1F0}"/>
          </ac:spMkLst>
        </pc:spChg>
        <pc:spChg chg="mod">
          <ac:chgData name="Daeha Kim" userId="e1faea54-ef93-4bab-b095-bb90b7f37458" providerId="ADAL" clId="{96F3DCFE-9AB8-4F05-888B-14066EC8E9B8}" dt="2026-02-10T05:38:38.520" v="764" actId="20577"/>
          <ac:spMkLst>
            <pc:docMk/>
            <pc:sldMk cId="1671694359" sldId="262"/>
            <ac:spMk id="75" creationId="{C7A0E844-DC7A-4FBE-E38D-8E80409B13CF}"/>
          </ac:spMkLst>
        </pc:spChg>
        <pc:spChg chg="mod">
          <ac:chgData name="Daeha Kim" userId="e1faea54-ef93-4bab-b095-bb90b7f37458" providerId="ADAL" clId="{96F3DCFE-9AB8-4F05-888B-14066EC8E9B8}" dt="2026-02-10T05:42:39.929" v="958" actId="20577"/>
          <ac:spMkLst>
            <pc:docMk/>
            <pc:sldMk cId="1671694359" sldId="262"/>
            <ac:spMk id="76" creationId="{AEA43C52-4A44-532F-5E03-49FA55CAA348}"/>
          </ac:spMkLst>
        </pc:spChg>
        <pc:spChg chg="mod">
          <ac:chgData name="Daeha Kim" userId="e1faea54-ef93-4bab-b095-bb90b7f37458" providerId="ADAL" clId="{96F3DCFE-9AB8-4F05-888B-14066EC8E9B8}" dt="2026-02-10T05:41:57.323" v="946" actId="14100"/>
          <ac:spMkLst>
            <pc:docMk/>
            <pc:sldMk cId="1671694359" sldId="262"/>
            <ac:spMk id="77" creationId="{9BE30DBC-4379-CDC7-BC1B-5D63123F04CA}"/>
          </ac:spMkLst>
        </pc:spChg>
        <pc:spChg chg="mod">
          <ac:chgData name="Daeha Kim" userId="e1faea54-ef93-4bab-b095-bb90b7f37458" providerId="ADAL" clId="{96F3DCFE-9AB8-4F05-888B-14066EC8E9B8}" dt="2026-02-10T05:41:57.323" v="946" actId="14100"/>
          <ac:spMkLst>
            <pc:docMk/>
            <pc:sldMk cId="1671694359" sldId="262"/>
            <ac:spMk id="78" creationId="{D66C0158-441A-5E1C-804A-FAE16BA768E9}"/>
          </ac:spMkLst>
        </pc:spChg>
        <pc:spChg chg="mod">
          <ac:chgData name="Daeha Kim" userId="e1faea54-ef93-4bab-b095-bb90b7f37458" providerId="ADAL" clId="{96F3DCFE-9AB8-4F05-888B-14066EC8E9B8}" dt="2026-02-10T05:39:26.683" v="880"/>
          <ac:spMkLst>
            <pc:docMk/>
            <pc:sldMk cId="1671694359" sldId="262"/>
            <ac:spMk id="79" creationId="{EC240A2E-A2C6-B3CE-C4F1-BCE7C815B9D0}"/>
          </ac:spMkLst>
        </pc:spChg>
        <pc:spChg chg="mod topLvl">
          <ac:chgData name="Daeha Kim" userId="e1faea54-ef93-4bab-b095-bb90b7f37458" providerId="ADAL" clId="{96F3DCFE-9AB8-4F05-888B-14066EC8E9B8}" dt="2026-02-10T05:44:17.562" v="1101" actId="165"/>
          <ac:spMkLst>
            <pc:docMk/>
            <pc:sldMk cId="1671694359" sldId="262"/>
            <ac:spMk id="80" creationId="{454367AD-7B0D-5913-8083-953E3D4B0898}"/>
          </ac:spMkLst>
        </pc:spChg>
        <pc:spChg chg="mod">
          <ac:chgData name="Daeha Kim" userId="e1faea54-ef93-4bab-b095-bb90b7f37458" providerId="ADAL" clId="{96F3DCFE-9AB8-4F05-888B-14066EC8E9B8}" dt="2026-02-10T05:39:26.684" v="884"/>
          <ac:spMkLst>
            <pc:docMk/>
            <pc:sldMk cId="1671694359" sldId="262"/>
            <ac:spMk id="82" creationId="{27F2DB4C-AFB2-4183-B763-66F6385B832F}"/>
          </ac:spMkLst>
        </pc:spChg>
        <pc:spChg chg="mod topLvl">
          <ac:chgData name="Daeha Kim" userId="e1faea54-ef93-4bab-b095-bb90b7f37458" providerId="ADAL" clId="{96F3DCFE-9AB8-4F05-888B-14066EC8E9B8}" dt="2026-02-10T05:44:17.562" v="1101" actId="165"/>
          <ac:spMkLst>
            <pc:docMk/>
            <pc:sldMk cId="1671694359" sldId="262"/>
            <ac:spMk id="85" creationId="{53C63B03-DBA4-5773-729E-134F24414D46}"/>
          </ac:spMkLst>
        </pc:spChg>
        <pc:spChg chg="mod topLvl">
          <ac:chgData name="Daeha Kim" userId="e1faea54-ef93-4bab-b095-bb90b7f37458" providerId="ADAL" clId="{96F3DCFE-9AB8-4F05-888B-14066EC8E9B8}" dt="2026-02-10T05:44:17.562" v="1101" actId="165"/>
          <ac:spMkLst>
            <pc:docMk/>
            <pc:sldMk cId="1671694359" sldId="262"/>
            <ac:spMk id="86" creationId="{E77A1643-BCDC-A35E-7B86-D23F6B165D64}"/>
          </ac:spMkLst>
        </pc:spChg>
        <pc:spChg chg="mod">
          <ac:chgData name="Daeha Kim" userId="e1faea54-ef93-4bab-b095-bb90b7f37458" providerId="ADAL" clId="{96F3DCFE-9AB8-4F05-888B-14066EC8E9B8}" dt="2026-02-10T05:39:26.686" v="890"/>
          <ac:spMkLst>
            <pc:docMk/>
            <pc:sldMk cId="1671694359" sldId="262"/>
            <ac:spMk id="87" creationId="{056B38B1-9A29-FD27-868C-C1CB78D42E0E}"/>
          </ac:spMkLst>
        </pc:spChg>
        <pc:spChg chg="mod topLvl">
          <ac:chgData name="Daeha Kim" userId="e1faea54-ef93-4bab-b095-bb90b7f37458" providerId="ADAL" clId="{96F3DCFE-9AB8-4F05-888B-14066EC8E9B8}" dt="2026-02-10T05:44:17.562" v="1101" actId="165"/>
          <ac:spMkLst>
            <pc:docMk/>
            <pc:sldMk cId="1671694359" sldId="262"/>
            <ac:spMk id="88" creationId="{A63B8291-DAF7-8567-DD35-7073C51B51DB}"/>
          </ac:spMkLst>
        </pc:spChg>
        <pc:spChg chg="mod topLvl">
          <ac:chgData name="Daeha Kim" userId="e1faea54-ef93-4bab-b095-bb90b7f37458" providerId="ADAL" clId="{96F3DCFE-9AB8-4F05-888B-14066EC8E9B8}" dt="2026-02-10T05:44:17.562" v="1101" actId="165"/>
          <ac:spMkLst>
            <pc:docMk/>
            <pc:sldMk cId="1671694359" sldId="262"/>
            <ac:spMk id="90" creationId="{1C7128E1-E85A-DD1A-C00B-9E120AA98DF0}"/>
          </ac:spMkLst>
        </pc:spChg>
        <pc:spChg chg="mod">
          <ac:chgData name="Daeha Kim" userId="e1faea54-ef93-4bab-b095-bb90b7f37458" providerId="ADAL" clId="{96F3DCFE-9AB8-4F05-888B-14066EC8E9B8}" dt="2026-02-10T05:39:26.689" v="896"/>
          <ac:spMkLst>
            <pc:docMk/>
            <pc:sldMk cId="1671694359" sldId="262"/>
            <ac:spMk id="98" creationId="{225C44DD-F583-F99D-E380-56DF290E12A9}"/>
          </ac:spMkLst>
        </pc:spChg>
        <pc:spChg chg="mod topLvl">
          <ac:chgData name="Daeha Kim" userId="e1faea54-ef93-4bab-b095-bb90b7f37458" providerId="ADAL" clId="{96F3DCFE-9AB8-4F05-888B-14066EC8E9B8}" dt="2026-02-10T05:44:21.887" v="1104"/>
          <ac:spMkLst>
            <pc:docMk/>
            <pc:sldMk cId="1671694359" sldId="262"/>
            <ac:spMk id="99" creationId="{0481742E-8694-7DBF-E039-E869B1A16060}"/>
          </ac:spMkLst>
        </pc:spChg>
        <pc:spChg chg="mod topLvl">
          <ac:chgData name="Daeha Kim" userId="e1faea54-ef93-4bab-b095-bb90b7f37458" providerId="ADAL" clId="{96F3DCFE-9AB8-4F05-888B-14066EC8E9B8}" dt="2026-02-10T05:44:21.887" v="1104"/>
          <ac:spMkLst>
            <pc:docMk/>
            <pc:sldMk cId="1671694359" sldId="262"/>
            <ac:spMk id="107" creationId="{2EDB227F-6BDD-E85E-D8E3-8281F7162098}"/>
          </ac:spMkLst>
        </pc:spChg>
        <pc:spChg chg="mod topLvl">
          <ac:chgData name="Daeha Kim" userId="e1faea54-ef93-4bab-b095-bb90b7f37458" providerId="ADAL" clId="{96F3DCFE-9AB8-4F05-888B-14066EC8E9B8}" dt="2026-02-10T05:44:21.887" v="1104"/>
          <ac:spMkLst>
            <pc:docMk/>
            <pc:sldMk cId="1671694359" sldId="262"/>
            <ac:spMk id="109" creationId="{E9A6E749-E7FF-525B-4327-3E4D1A0E736F}"/>
          </ac:spMkLst>
        </pc:spChg>
        <pc:spChg chg="mod topLvl">
          <ac:chgData name="Daeha Kim" userId="e1faea54-ef93-4bab-b095-bb90b7f37458" providerId="ADAL" clId="{96F3DCFE-9AB8-4F05-888B-14066EC8E9B8}" dt="2026-02-10T05:44:21.887" v="1104"/>
          <ac:spMkLst>
            <pc:docMk/>
            <pc:sldMk cId="1671694359" sldId="262"/>
            <ac:spMk id="112" creationId="{2EA69991-58D3-4727-5873-AE2196653F0A}"/>
          </ac:spMkLst>
        </pc:spChg>
        <pc:spChg chg="mod">
          <ac:chgData name="Daeha Kim" userId="e1faea54-ef93-4bab-b095-bb90b7f37458" providerId="ADAL" clId="{96F3DCFE-9AB8-4F05-888B-14066EC8E9B8}" dt="2026-02-10T05:40:59.299" v="936" actId="1076"/>
          <ac:spMkLst>
            <pc:docMk/>
            <pc:sldMk cId="1671694359" sldId="262"/>
            <ac:spMk id="115" creationId="{0C5DB5CB-B8E2-2B78-09F1-268599A8255F}"/>
          </ac:spMkLst>
        </pc:spChg>
        <pc:spChg chg="mod">
          <ac:chgData name="Daeha Kim" userId="e1faea54-ef93-4bab-b095-bb90b7f37458" providerId="ADAL" clId="{96F3DCFE-9AB8-4F05-888B-14066EC8E9B8}" dt="2026-02-10T05:40:59.299" v="936" actId="1076"/>
          <ac:spMkLst>
            <pc:docMk/>
            <pc:sldMk cId="1671694359" sldId="262"/>
            <ac:spMk id="117" creationId="{C7841237-AB5D-8D0E-826E-D06465A21733}"/>
          </ac:spMkLst>
        </pc:spChg>
        <pc:spChg chg="mod">
          <ac:chgData name="Daeha Kim" userId="e1faea54-ef93-4bab-b095-bb90b7f37458" providerId="ADAL" clId="{96F3DCFE-9AB8-4F05-888B-14066EC8E9B8}" dt="2026-02-10T05:40:59.299" v="936" actId="1076"/>
          <ac:spMkLst>
            <pc:docMk/>
            <pc:sldMk cId="1671694359" sldId="262"/>
            <ac:spMk id="118" creationId="{E93CF13B-B5B2-67E1-28C7-695FEAD8DFA6}"/>
          </ac:spMkLst>
        </pc:spChg>
        <pc:spChg chg="mod">
          <ac:chgData name="Daeha Kim" userId="e1faea54-ef93-4bab-b095-bb90b7f37458" providerId="ADAL" clId="{96F3DCFE-9AB8-4F05-888B-14066EC8E9B8}" dt="2026-02-10T05:40:59.299" v="936" actId="1076"/>
          <ac:spMkLst>
            <pc:docMk/>
            <pc:sldMk cId="1671694359" sldId="262"/>
            <ac:spMk id="119" creationId="{2BD226BC-4CA2-5F8C-CF97-F3E44B31BD1B}"/>
          </ac:spMkLst>
        </pc:spChg>
        <pc:spChg chg="mod">
          <ac:chgData name="Daeha Kim" userId="e1faea54-ef93-4bab-b095-bb90b7f37458" providerId="ADAL" clId="{96F3DCFE-9AB8-4F05-888B-14066EC8E9B8}" dt="2026-02-10T05:40:59.299" v="936" actId="1076"/>
          <ac:spMkLst>
            <pc:docMk/>
            <pc:sldMk cId="1671694359" sldId="262"/>
            <ac:spMk id="120" creationId="{F47FCAEE-643C-5FED-20D2-39358C604000}"/>
          </ac:spMkLst>
        </pc:spChg>
        <pc:spChg chg="mod">
          <ac:chgData name="Daeha Kim" userId="e1faea54-ef93-4bab-b095-bb90b7f37458" providerId="ADAL" clId="{96F3DCFE-9AB8-4F05-888B-14066EC8E9B8}" dt="2026-02-10T05:45:35.539" v="1118" actId="1076"/>
          <ac:spMkLst>
            <pc:docMk/>
            <pc:sldMk cId="1671694359" sldId="262"/>
            <ac:spMk id="123" creationId="{5F257807-3059-AFFB-0D4A-AFB2BD5B442A}"/>
          </ac:spMkLst>
        </pc:spChg>
        <pc:grpChg chg="mod">
          <ac:chgData name="Daeha Kim" userId="e1faea54-ef93-4bab-b095-bb90b7f37458" providerId="ADAL" clId="{96F3DCFE-9AB8-4F05-888B-14066EC8E9B8}" dt="2026-02-10T05:45:24.582" v="1116" actId="1076"/>
          <ac:grpSpMkLst>
            <pc:docMk/>
            <pc:sldMk cId="1671694359" sldId="262"/>
            <ac:grpSpMk id="6" creationId="{848F89F9-51D7-AB67-95BC-B0CF1313C4E8}"/>
          </ac:grpSpMkLst>
        </pc:grpChg>
        <pc:grpChg chg="add mod">
          <ac:chgData name="Daeha Kim" userId="e1faea54-ef93-4bab-b095-bb90b7f37458" providerId="ADAL" clId="{96F3DCFE-9AB8-4F05-888B-14066EC8E9B8}" dt="2026-02-10T05:44:21.887" v="1104"/>
          <ac:grpSpMkLst>
            <pc:docMk/>
            <pc:sldMk cId="1671694359" sldId="262"/>
            <ac:grpSpMk id="20" creationId="{8BE1859A-E6FE-5B9F-42ED-47766EAD107C}"/>
          </ac:grpSpMkLst>
        </pc:grpChg>
      </pc:sldChg>
      <pc:sldChg chg="modSp mod">
        <pc:chgData name="Daeha Kim" userId="e1faea54-ef93-4bab-b095-bb90b7f37458" providerId="ADAL" clId="{96F3DCFE-9AB8-4F05-888B-14066EC8E9B8}" dt="2026-02-10T05:47:48.433" v="1149" actId="14861"/>
        <pc:sldMkLst>
          <pc:docMk/>
          <pc:sldMk cId="3519405133" sldId="263"/>
        </pc:sldMkLst>
        <pc:spChg chg="mod">
          <ac:chgData name="Daeha Kim" userId="e1faea54-ef93-4bab-b095-bb90b7f37458" providerId="ADAL" clId="{96F3DCFE-9AB8-4F05-888B-14066EC8E9B8}" dt="2026-02-10T05:47:48.433" v="1149" actId="14861"/>
          <ac:spMkLst>
            <pc:docMk/>
            <pc:sldMk cId="3519405133" sldId="263"/>
            <ac:spMk id="5" creationId="{7D25EAFE-9C54-1A2F-5096-01AC1DA06BC0}"/>
          </ac:spMkLst>
        </pc:spChg>
        <pc:spChg chg="mod">
          <ac:chgData name="Daeha Kim" userId="e1faea54-ef93-4bab-b095-bb90b7f37458" providerId="ADAL" clId="{96F3DCFE-9AB8-4F05-888B-14066EC8E9B8}" dt="2026-02-10T05:47:48.433" v="1149" actId="14861"/>
          <ac:spMkLst>
            <pc:docMk/>
            <pc:sldMk cId="3519405133" sldId="263"/>
            <ac:spMk id="8" creationId="{C189A215-6D06-71A1-F873-31134B0F72FE}"/>
          </ac:spMkLst>
        </pc:spChg>
        <pc:spChg chg="mod">
          <ac:chgData name="Daeha Kim" userId="e1faea54-ef93-4bab-b095-bb90b7f37458" providerId="ADAL" clId="{96F3DCFE-9AB8-4F05-888B-14066EC8E9B8}" dt="2026-02-10T05:47:48.433" v="1149" actId="14861"/>
          <ac:spMkLst>
            <pc:docMk/>
            <pc:sldMk cId="3519405133" sldId="263"/>
            <ac:spMk id="9" creationId="{4FAC9CC7-F484-3B38-3817-5FCACCCC6259}"/>
          </ac:spMkLst>
        </pc:spChg>
        <pc:spChg chg="mod">
          <ac:chgData name="Daeha Kim" userId="e1faea54-ef93-4bab-b095-bb90b7f37458" providerId="ADAL" clId="{96F3DCFE-9AB8-4F05-888B-14066EC8E9B8}" dt="2026-02-10T05:47:48.433" v="1149" actId="14861"/>
          <ac:spMkLst>
            <pc:docMk/>
            <pc:sldMk cId="3519405133" sldId="263"/>
            <ac:spMk id="10" creationId="{3FFB21B7-9B6A-2337-40FB-01D7C041324A}"/>
          </ac:spMkLst>
        </pc:spChg>
      </pc:sldChg>
      <pc:sldChg chg="addSp modSp mod">
        <pc:chgData name="Daeha Kim" userId="e1faea54-ef93-4bab-b095-bb90b7f37458" providerId="ADAL" clId="{96F3DCFE-9AB8-4F05-888B-14066EC8E9B8}" dt="2026-02-10T05:29:34.706" v="717"/>
        <pc:sldMkLst>
          <pc:docMk/>
          <pc:sldMk cId="2925304379" sldId="2147483632"/>
        </pc:sldMkLst>
        <pc:spChg chg="add mod ord">
          <ac:chgData name="Daeha Kim" userId="e1faea54-ef93-4bab-b095-bb90b7f37458" providerId="ADAL" clId="{96F3DCFE-9AB8-4F05-888B-14066EC8E9B8}" dt="2026-02-10T04:57:09.605" v="109" actId="14100"/>
          <ac:spMkLst>
            <pc:docMk/>
            <pc:sldMk cId="2925304379" sldId="2147483632"/>
            <ac:spMk id="2" creationId="{657301F7-F80E-6623-3A52-0E623F9CCE95}"/>
          </ac:spMkLst>
        </pc:spChg>
        <pc:spChg chg="add mod ord">
          <ac:chgData name="Daeha Kim" userId="e1faea54-ef93-4bab-b095-bb90b7f37458" providerId="ADAL" clId="{96F3DCFE-9AB8-4F05-888B-14066EC8E9B8}" dt="2026-02-10T04:55:57.216" v="34" actId="14100"/>
          <ac:spMkLst>
            <pc:docMk/>
            <pc:sldMk cId="2925304379" sldId="2147483632"/>
            <ac:spMk id="3" creationId="{D13819F8-466E-1337-C57D-19C374E0E113}"/>
          </ac:spMkLst>
        </pc:spChg>
        <pc:spChg chg="add mod">
          <ac:chgData name="Daeha Kim" userId="e1faea54-ef93-4bab-b095-bb90b7f37458" providerId="ADAL" clId="{96F3DCFE-9AB8-4F05-888B-14066EC8E9B8}" dt="2026-02-10T04:57:05.057" v="107" actId="1076"/>
          <ac:spMkLst>
            <pc:docMk/>
            <pc:sldMk cId="2925304379" sldId="2147483632"/>
            <ac:spMk id="4" creationId="{55EACFAC-5A92-3F98-918C-D059A408F4F0}"/>
          </ac:spMkLst>
        </pc:spChg>
        <pc:spChg chg="add mod">
          <ac:chgData name="Daeha Kim" userId="e1faea54-ef93-4bab-b095-bb90b7f37458" providerId="ADAL" clId="{96F3DCFE-9AB8-4F05-888B-14066EC8E9B8}" dt="2026-02-10T04:57:24.890" v="153" actId="1037"/>
          <ac:spMkLst>
            <pc:docMk/>
            <pc:sldMk cId="2925304379" sldId="2147483632"/>
            <ac:spMk id="5" creationId="{9465A0EA-F2AB-B3C6-0229-3B69D32F750A}"/>
          </ac:spMkLst>
        </pc:spChg>
        <pc:spChg chg="mod">
          <ac:chgData name="Daeha Kim" userId="e1faea54-ef93-4bab-b095-bb90b7f37458" providerId="ADAL" clId="{96F3DCFE-9AB8-4F05-888B-14066EC8E9B8}" dt="2026-02-10T04:56:15.751" v="38" actId="242"/>
          <ac:spMkLst>
            <pc:docMk/>
            <pc:sldMk cId="2925304379" sldId="2147483632"/>
            <ac:spMk id="15" creationId="{6B60771B-4C1C-777E-5D96-7164BC927DBB}"/>
          </ac:spMkLst>
        </pc:spChg>
        <pc:spChg chg="mod">
          <ac:chgData name="Daeha Kim" userId="e1faea54-ef93-4bab-b095-bb90b7f37458" providerId="ADAL" clId="{96F3DCFE-9AB8-4F05-888B-14066EC8E9B8}" dt="2026-02-10T04:56:15.751" v="38" actId="242"/>
          <ac:spMkLst>
            <pc:docMk/>
            <pc:sldMk cId="2925304379" sldId="2147483632"/>
            <ac:spMk id="17" creationId="{981DF7E7-81EB-8800-02B6-8FB371DD7F21}"/>
          </ac:spMkLst>
        </pc:spChg>
        <pc:spChg chg="mod">
          <ac:chgData name="Daeha Kim" userId="e1faea54-ef93-4bab-b095-bb90b7f37458" providerId="ADAL" clId="{96F3DCFE-9AB8-4F05-888B-14066EC8E9B8}" dt="2026-02-10T04:56:15.751" v="38" actId="242"/>
          <ac:spMkLst>
            <pc:docMk/>
            <pc:sldMk cId="2925304379" sldId="2147483632"/>
            <ac:spMk id="32" creationId="{CDDBFD56-D451-AA52-1572-7391B3118C3C}"/>
          </ac:spMkLst>
        </pc:spChg>
        <pc:spChg chg="mod">
          <ac:chgData name="Daeha Kim" userId="e1faea54-ef93-4bab-b095-bb90b7f37458" providerId="ADAL" clId="{96F3DCFE-9AB8-4F05-888B-14066EC8E9B8}" dt="2026-02-10T04:56:15.751" v="38" actId="242"/>
          <ac:spMkLst>
            <pc:docMk/>
            <pc:sldMk cId="2925304379" sldId="2147483632"/>
            <ac:spMk id="48" creationId="{FAD283F2-0972-E350-5D3C-39D09F04DAF7}"/>
          </ac:spMkLst>
        </pc:spChg>
        <pc:spChg chg="mod">
          <ac:chgData name="Daeha Kim" userId="e1faea54-ef93-4bab-b095-bb90b7f37458" providerId="ADAL" clId="{96F3DCFE-9AB8-4F05-888B-14066EC8E9B8}" dt="2026-02-10T04:56:15.751" v="38" actId="242"/>
          <ac:spMkLst>
            <pc:docMk/>
            <pc:sldMk cId="2925304379" sldId="2147483632"/>
            <ac:spMk id="82" creationId="{DF53CFE0-20B6-40E8-3D42-87937C23AF69}"/>
          </ac:spMkLst>
        </pc:spChg>
        <pc:spChg chg="mod">
          <ac:chgData name="Daeha Kim" userId="e1faea54-ef93-4bab-b095-bb90b7f37458" providerId="ADAL" clId="{96F3DCFE-9AB8-4F05-888B-14066EC8E9B8}" dt="2026-02-10T04:56:15.751" v="38" actId="242"/>
          <ac:spMkLst>
            <pc:docMk/>
            <pc:sldMk cId="2925304379" sldId="2147483632"/>
            <ac:spMk id="93" creationId="{F73469D7-5FC3-39FD-9032-4264E2C4C7FA}"/>
          </ac:spMkLst>
        </pc:spChg>
        <pc:spChg chg="mod">
          <ac:chgData name="Daeha Kim" userId="e1faea54-ef93-4bab-b095-bb90b7f37458" providerId="ADAL" clId="{96F3DCFE-9AB8-4F05-888B-14066EC8E9B8}" dt="2026-02-10T04:56:14.811" v="37" actId="242"/>
          <ac:spMkLst>
            <pc:docMk/>
            <pc:sldMk cId="2925304379" sldId="2147483632"/>
            <ac:spMk id="99" creationId="{C659A3F5-9272-1D87-23FC-6EFF137DCACC}"/>
          </ac:spMkLst>
        </pc:spChg>
        <pc:spChg chg="mod">
          <ac:chgData name="Daeha Kim" userId="e1faea54-ef93-4bab-b095-bb90b7f37458" providerId="ADAL" clId="{96F3DCFE-9AB8-4F05-888B-14066EC8E9B8}" dt="2026-02-10T04:56:15.751" v="38" actId="242"/>
          <ac:spMkLst>
            <pc:docMk/>
            <pc:sldMk cId="2925304379" sldId="2147483632"/>
            <ac:spMk id="108" creationId="{36C057FF-E807-CB36-2D44-3852F2D79136}"/>
          </ac:spMkLst>
        </pc:spChg>
        <pc:spChg chg="mod">
          <ac:chgData name="Daeha Kim" userId="e1faea54-ef93-4bab-b095-bb90b7f37458" providerId="ADAL" clId="{96F3DCFE-9AB8-4F05-888B-14066EC8E9B8}" dt="2026-02-10T04:56:15.751" v="38" actId="242"/>
          <ac:spMkLst>
            <pc:docMk/>
            <pc:sldMk cId="2925304379" sldId="2147483632"/>
            <ac:spMk id="115" creationId="{3F5642DC-063F-EB36-5571-FA077638E4F1}"/>
          </ac:spMkLst>
        </pc:spChg>
        <pc:spChg chg="mod">
          <ac:chgData name="Daeha Kim" userId="e1faea54-ef93-4bab-b095-bb90b7f37458" providerId="ADAL" clId="{96F3DCFE-9AB8-4F05-888B-14066EC8E9B8}" dt="2026-02-10T05:29:34.706" v="717"/>
          <ac:spMkLst>
            <pc:docMk/>
            <pc:sldMk cId="2925304379" sldId="2147483632"/>
            <ac:spMk id="119" creationId="{B9C25ABD-1189-9A63-8ECB-8BF701F28957}"/>
          </ac:spMkLst>
        </pc:spChg>
        <pc:spChg chg="mod">
          <ac:chgData name="Daeha Kim" userId="e1faea54-ef93-4bab-b095-bb90b7f37458" providerId="ADAL" clId="{96F3DCFE-9AB8-4F05-888B-14066EC8E9B8}" dt="2026-02-10T05:29:34.705" v="715"/>
          <ac:spMkLst>
            <pc:docMk/>
            <pc:sldMk cId="2925304379" sldId="2147483632"/>
            <ac:spMk id="121" creationId="{79883212-6AD6-7BCC-EC28-DBB8FE5F9047}"/>
          </ac:spMkLst>
        </pc:spChg>
        <pc:spChg chg="mod">
          <ac:chgData name="Daeha Kim" userId="e1faea54-ef93-4bab-b095-bb90b7f37458" providerId="ADAL" clId="{96F3DCFE-9AB8-4F05-888B-14066EC8E9B8}" dt="2026-02-10T05:29:34.704" v="713"/>
          <ac:spMkLst>
            <pc:docMk/>
            <pc:sldMk cId="2925304379" sldId="2147483632"/>
            <ac:spMk id="122" creationId="{605AF80E-964D-295E-C13A-9813DD5D591E}"/>
          </ac:spMkLst>
        </pc:spChg>
        <pc:spChg chg="mod">
          <ac:chgData name="Daeha Kim" userId="e1faea54-ef93-4bab-b095-bb90b7f37458" providerId="ADAL" clId="{96F3DCFE-9AB8-4F05-888B-14066EC8E9B8}" dt="2026-02-10T04:49:52.492" v="8" actId="20577"/>
          <ac:spMkLst>
            <pc:docMk/>
            <pc:sldMk cId="2925304379" sldId="2147483632"/>
            <ac:spMk id="128" creationId="{313B2960-A23F-CF02-62CE-913C660A1605}"/>
          </ac:spMkLst>
        </pc:spChg>
        <pc:spChg chg="mod">
          <ac:chgData name="Daeha Kim" userId="e1faea54-ef93-4bab-b095-bb90b7f37458" providerId="ADAL" clId="{96F3DCFE-9AB8-4F05-888B-14066EC8E9B8}" dt="2026-02-10T04:56:15.751" v="38" actId="242"/>
          <ac:spMkLst>
            <pc:docMk/>
            <pc:sldMk cId="2925304379" sldId="2147483632"/>
            <ac:spMk id="130" creationId="{3778E10E-0428-5080-9215-9A59EE17966C}"/>
          </ac:spMkLst>
        </pc:spChg>
      </pc:sldChg>
      <pc:sldChg chg="addSp delSp modSp mod">
        <pc:chgData name="Daeha Kim" userId="e1faea54-ef93-4bab-b095-bb90b7f37458" providerId="ADAL" clId="{96F3DCFE-9AB8-4F05-888B-14066EC8E9B8}" dt="2026-02-10T05:13:36.813" v="706" actId="465"/>
        <pc:sldMkLst>
          <pc:docMk/>
          <pc:sldMk cId="3261935671" sldId="2147483633"/>
        </pc:sldMkLst>
        <pc:spChg chg="mod">
          <ac:chgData name="Daeha Kim" userId="e1faea54-ef93-4bab-b095-bb90b7f37458" providerId="ADAL" clId="{96F3DCFE-9AB8-4F05-888B-14066EC8E9B8}" dt="2026-02-10T05:11:51" v="614" actId="165"/>
          <ac:spMkLst>
            <pc:docMk/>
            <pc:sldMk cId="3261935671" sldId="2147483633"/>
            <ac:spMk id="7" creationId="{1CAC0019-465B-038F-ABE0-340CC7833E3A}"/>
          </ac:spMkLst>
        </pc:spChg>
        <pc:spChg chg="mod">
          <ac:chgData name="Daeha Kim" userId="e1faea54-ef93-4bab-b095-bb90b7f37458" providerId="ADAL" clId="{96F3DCFE-9AB8-4F05-888B-14066EC8E9B8}" dt="2026-02-10T05:11:51" v="614" actId="165"/>
          <ac:spMkLst>
            <pc:docMk/>
            <pc:sldMk cId="3261935671" sldId="2147483633"/>
            <ac:spMk id="9" creationId="{974B5091-E5F5-68C1-84E4-42AA8975DB60}"/>
          </ac:spMkLst>
        </pc:spChg>
        <pc:spChg chg="mod">
          <ac:chgData name="Daeha Kim" userId="e1faea54-ef93-4bab-b095-bb90b7f37458" providerId="ADAL" clId="{96F3DCFE-9AB8-4F05-888B-14066EC8E9B8}" dt="2026-02-10T05:11:51" v="614" actId="165"/>
          <ac:spMkLst>
            <pc:docMk/>
            <pc:sldMk cId="3261935671" sldId="2147483633"/>
            <ac:spMk id="11" creationId="{D91F063D-422D-D2E4-A679-A5F074C85522}"/>
          </ac:spMkLst>
        </pc:spChg>
        <pc:spChg chg="mod">
          <ac:chgData name="Daeha Kim" userId="e1faea54-ef93-4bab-b095-bb90b7f37458" providerId="ADAL" clId="{96F3DCFE-9AB8-4F05-888B-14066EC8E9B8}" dt="2026-02-10T05:11:32.532" v="610" actId="14100"/>
          <ac:spMkLst>
            <pc:docMk/>
            <pc:sldMk cId="3261935671" sldId="2147483633"/>
            <ac:spMk id="19" creationId="{3243861A-3AB1-26AE-13D1-1E2D700F92E0}"/>
          </ac:spMkLst>
        </pc:spChg>
        <pc:spChg chg="mod">
          <ac:chgData name="Daeha Kim" userId="e1faea54-ef93-4bab-b095-bb90b7f37458" providerId="ADAL" clId="{96F3DCFE-9AB8-4F05-888B-14066EC8E9B8}" dt="2026-02-10T05:11:36.591" v="611" actId="14100"/>
          <ac:spMkLst>
            <pc:docMk/>
            <pc:sldMk cId="3261935671" sldId="2147483633"/>
            <ac:spMk id="21" creationId="{5A62FCC7-859A-D094-18EC-1E8C4DAD65CA}"/>
          </ac:spMkLst>
        </pc:spChg>
        <pc:spChg chg="mod">
          <ac:chgData name="Daeha Kim" userId="e1faea54-ef93-4bab-b095-bb90b7f37458" providerId="ADAL" clId="{96F3DCFE-9AB8-4F05-888B-14066EC8E9B8}" dt="2026-02-10T05:11:40.967" v="612" actId="14100"/>
          <ac:spMkLst>
            <pc:docMk/>
            <pc:sldMk cId="3261935671" sldId="2147483633"/>
            <ac:spMk id="22" creationId="{689471FF-CE40-1F57-E384-14B264D821A3}"/>
          </ac:spMkLst>
        </pc:spChg>
        <pc:spChg chg="mod">
          <ac:chgData name="Daeha Kim" userId="e1faea54-ef93-4bab-b095-bb90b7f37458" providerId="ADAL" clId="{96F3DCFE-9AB8-4F05-888B-14066EC8E9B8}" dt="2026-02-10T05:11:43.365" v="613" actId="14100"/>
          <ac:spMkLst>
            <pc:docMk/>
            <pc:sldMk cId="3261935671" sldId="2147483633"/>
            <ac:spMk id="23" creationId="{0BCA4779-1B07-3135-5F26-78B275A97E5E}"/>
          </ac:spMkLst>
        </pc:spChg>
        <pc:spChg chg="mod">
          <ac:chgData name="Daeha Kim" userId="e1faea54-ef93-4bab-b095-bb90b7f37458" providerId="ADAL" clId="{96F3DCFE-9AB8-4F05-888B-14066EC8E9B8}" dt="2026-02-10T05:12:15.672" v="621" actId="555"/>
          <ac:spMkLst>
            <pc:docMk/>
            <pc:sldMk cId="3261935671" sldId="2147483633"/>
            <ac:spMk id="26" creationId="{EDAEB2E0-F184-4751-CD8A-ABA7001FC887}"/>
          </ac:spMkLst>
        </pc:spChg>
        <pc:spChg chg="mod">
          <ac:chgData name="Daeha Kim" userId="e1faea54-ef93-4bab-b095-bb90b7f37458" providerId="ADAL" clId="{96F3DCFE-9AB8-4F05-888B-14066EC8E9B8}" dt="2026-02-10T05:12:15.672" v="621" actId="555"/>
          <ac:spMkLst>
            <pc:docMk/>
            <pc:sldMk cId="3261935671" sldId="2147483633"/>
            <ac:spMk id="29" creationId="{C4316BE3-676C-4DD6-6E05-5A19E92C605A}"/>
          </ac:spMkLst>
        </pc:spChg>
        <pc:spChg chg="mod">
          <ac:chgData name="Daeha Kim" userId="e1faea54-ef93-4bab-b095-bb90b7f37458" providerId="ADAL" clId="{96F3DCFE-9AB8-4F05-888B-14066EC8E9B8}" dt="2026-02-10T05:13:09.444" v="701" actId="554"/>
          <ac:spMkLst>
            <pc:docMk/>
            <pc:sldMk cId="3261935671" sldId="2147483633"/>
            <ac:spMk id="31" creationId="{EF96296C-B9BC-A619-5DFD-CEA1BA46653A}"/>
          </ac:spMkLst>
        </pc:spChg>
        <pc:spChg chg="mod">
          <ac:chgData name="Daeha Kim" userId="e1faea54-ef93-4bab-b095-bb90b7f37458" providerId="ADAL" clId="{96F3DCFE-9AB8-4F05-888B-14066EC8E9B8}" dt="2026-02-10T05:12:15.672" v="621" actId="555"/>
          <ac:spMkLst>
            <pc:docMk/>
            <pc:sldMk cId="3261935671" sldId="2147483633"/>
            <ac:spMk id="32" creationId="{D1BDAF35-AF2D-F26F-5644-E784A0046BF7}"/>
          </ac:spMkLst>
        </pc:spChg>
        <pc:spChg chg="mod">
          <ac:chgData name="Daeha Kim" userId="e1faea54-ef93-4bab-b095-bb90b7f37458" providerId="ADAL" clId="{96F3DCFE-9AB8-4F05-888B-14066EC8E9B8}" dt="2026-02-10T05:12:15.672" v="621" actId="555"/>
          <ac:spMkLst>
            <pc:docMk/>
            <pc:sldMk cId="3261935671" sldId="2147483633"/>
            <ac:spMk id="33" creationId="{AC399833-57EF-CA34-CAA6-832C20CD70BF}"/>
          </ac:spMkLst>
        </pc:spChg>
        <pc:spChg chg="mod">
          <ac:chgData name="Daeha Kim" userId="e1faea54-ef93-4bab-b095-bb90b7f37458" providerId="ADAL" clId="{96F3DCFE-9AB8-4F05-888B-14066EC8E9B8}" dt="2026-02-10T05:13:09.444" v="701" actId="554"/>
          <ac:spMkLst>
            <pc:docMk/>
            <pc:sldMk cId="3261935671" sldId="2147483633"/>
            <ac:spMk id="36" creationId="{20B406CA-4E66-3F08-772A-E0F60BBB2049}"/>
          </ac:spMkLst>
        </pc:spChg>
        <pc:spChg chg="mod">
          <ac:chgData name="Daeha Kim" userId="e1faea54-ef93-4bab-b095-bb90b7f37458" providerId="ADAL" clId="{96F3DCFE-9AB8-4F05-888B-14066EC8E9B8}" dt="2026-02-10T05:12:55.804" v="697" actId="20577"/>
          <ac:spMkLst>
            <pc:docMk/>
            <pc:sldMk cId="3261935671" sldId="2147483633"/>
            <ac:spMk id="37" creationId="{BE9A28A3-9F17-BE2D-37F0-25E63F20E867}"/>
          </ac:spMkLst>
        </pc:spChg>
        <pc:spChg chg="mod">
          <ac:chgData name="Daeha Kim" userId="e1faea54-ef93-4bab-b095-bb90b7f37458" providerId="ADAL" clId="{96F3DCFE-9AB8-4F05-888B-14066EC8E9B8}" dt="2026-02-10T05:13:27.253" v="704" actId="14100"/>
          <ac:spMkLst>
            <pc:docMk/>
            <pc:sldMk cId="3261935671" sldId="2147483633"/>
            <ac:spMk id="39" creationId="{2C410CD5-D27E-F61C-8CBC-894BF174ADF6}"/>
          </ac:spMkLst>
        </pc:spChg>
        <pc:spChg chg="mod">
          <ac:chgData name="Daeha Kim" userId="e1faea54-ef93-4bab-b095-bb90b7f37458" providerId="ADAL" clId="{96F3DCFE-9AB8-4F05-888B-14066EC8E9B8}" dt="2026-02-10T05:10:34.220" v="597" actId="554"/>
          <ac:spMkLst>
            <pc:docMk/>
            <pc:sldMk cId="3261935671" sldId="2147483633"/>
            <ac:spMk id="44" creationId="{529179F6-081B-8EEC-5DA9-272D0288E2D0}"/>
          </ac:spMkLst>
        </pc:spChg>
        <pc:spChg chg="mod">
          <ac:chgData name="Daeha Kim" userId="e1faea54-ef93-4bab-b095-bb90b7f37458" providerId="ADAL" clId="{96F3DCFE-9AB8-4F05-888B-14066EC8E9B8}" dt="2026-02-10T05:11:03.563" v="605" actId="14100"/>
          <ac:spMkLst>
            <pc:docMk/>
            <pc:sldMk cId="3261935671" sldId="2147483633"/>
            <ac:spMk id="45" creationId="{1128B0E7-5D21-422A-EE1A-64A06AF71BE4}"/>
          </ac:spMkLst>
        </pc:spChg>
        <pc:spChg chg="mod">
          <ac:chgData name="Daeha Kim" userId="e1faea54-ef93-4bab-b095-bb90b7f37458" providerId="ADAL" clId="{96F3DCFE-9AB8-4F05-888B-14066EC8E9B8}" dt="2026-02-10T05:09:07.482" v="531" actId="20577"/>
          <ac:spMkLst>
            <pc:docMk/>
            <pc:sldMk cId="3261935671" sldId="2147483633"/>
            <ac:spMk id="62" creationId="{AEEAD836-10DE-E690-6489-F5EA1925A29D}"/>
          </ac:spMkLst>
        </pc:spChg>
        <pc:spChg chg="mod">
          <ac:chgData name="Daeha Kim" userId="e1faea54-ef93-4bab-b095-bb90b7f37458" providerId="ADAL" clId="{96F3DCFE-9AB8-4F05-888B-14066EC8E9B8}" dt="2026-02-10T05:13:36.813" v="706" actId="465"/>
          <ac:spMkLst>
            <pc:docMk/>
            <pc:sldMk cId="3261935671" sldId="2147483633"/>
            <ac:spMk id="63" creationId="{724765A6-461B-E657-0137-C402710BF70F}"/>
          </ac:spMkLst>
        </pc:spChg>
        <pc:spChg chg="mod">
          <ac:chgData name="Daeha Kim" userId="e1faea54-ef93-4bab-b095-bb90b7f37458" providerId="ADAL" clId="{96F3DCFE-9AB8-4F05-888B-14066EC8E9B8}" dt="2026-02-10T05:13:29.645" v="705" actId="1076"/>
          <ac:spMkLst>
            <pc:docMk/>
            <pc:sldMk cId="3261935671" sldId="2147483633"/>
            <ac:spMk id="64" creationId="{408576A0-2650-98C6-275B-1F212E70A064}"/>
          </ac:spMkLst>
        </pc:spChg>
        <pc:spChg chg="mod">
          <ac:chgData name="Daeha Kim" userId="e1faea54-ef93-4bab-b095-bb90b7f37458" providerId="ADAL" clId="{96F3DCFE-9AB8-4F05-888B-14066EC8E9B8}" dt="2026-02-10T05:10:27.733" v="594" actId="164"/>
          <ac:spMkLst>
            <pc:docMk/>
            <pc:sldMk cId="3261935671" sldId="2147483633"/>
            <ac:spMk id="86" creationId="{CE0FA28F-EDB9-F277-6B52-78C84C62C903}"/>
          </ac:spMkLst>
        </pc:spChg>
        <pc:spChg chg="mod">
          <ac:chgData name="Daeha Kim" userId="e1faea54-ef93-4bab-b095-bb90b7f37458" providerId="ADAL" clId="{96F3DCFE-9AB8-4F05-888B-14066EC8E9B8}" dt="2026-02-10T05:10:27.733" v="594" actId="164"/>
          <ac:spMkLst>
            <pc:docMk/>
            <pc:sldMk cId="3261935671" sldId="2147483633"/>
            <ac:spMk id="87" creationId="{835BEF3C-3CC7-2D32-C4F1-35FCE0B66048}"/>
          </ac:spMkLst>
        </pc:spChg>
        <pc:spChg chg="mod">
          <ac:chgData name="Daeha Kim" userId="e1faea54-ef93-4bab-b095-bb90b7f37458" providerId="ADAL" clId="{96F3DCFE-9AB8-4F05-888B-14066EC8E9B8}" dt="2026-02-10T05:10:27.733" v="594" actId="164"/>
          <ac:spMkLst>
            <pc:docMk/>
            <pc:sldMk cId="3261935671" sldId="2147483633"/>
            <ac:spMk id="88" creationId="{0EDE14A1-0A9C-E525-E7E0-7D064D6C28FB}"/>
          </ac:spMkLst>
        </pc:spChg>
        <pc:spChg chg="mod">
          <ac:chgData name="Daeha Kim" userId="e1faea54-ef93-4bab-b095-bb90b7f37458" providerId="ADAL" clId="{96F3DCFE-9AB8-4F05-888B-14066EC8E9B8}" dt="2026-02-10T05:10:57.300" v="603" actId="14100"/>
          <ac:spMkLst>
            <pc:docMk/>
            <pc:sldMk cId="3261935671" sldId="2147483633"/>
            <ac:spMk id="91" creationId="{DDB5F772-4D14-16F7-BB7F-25C5450C060C}"/>
          </ac:spMkLst>
        </pc:spChg>
        <pc:spChg chg="mod">
          <ac:chgData name="Daeha Kim" userId="e1faea54-ef93-4bab-b095-bb90b7f37458" providerId="ADAL" clId="{96F3DCFE-9AB8-4F05-888B-14066EC8E9B8}" dt="2026-02-10T05:11:00.684" v="604" actId="1076"/>
          <ac:spMkLst>
            <pc:docMk/>
            <pc:sldMk cId="3261935671" sldId="2147483633"/>
            <ac:spMk id="92" creationId="{DA6AA5B9-2FDF-740B-9064-D63259CA2D95}"/>
          </ac:spMkLst>
        </pc:spChg>
        <pc:spChg chg="mod">
          <ac:chgData name="Daeha Kim" userId="e1faea54-ef93-4bab-b095-bb90b7f37458" providerId="ADAL" clId="{96F3DCFE-9AB8-4F05-888B-14066EC8E9B8}" dt="2026-02-10T05:11:29.516" v="609" actId="1076"/>
          <ac:spMkLst>
            <pc:docMk/>
            <pc:sldMk cId="3261935671" sldId="2147483633"/>
            <ac:spMk id="94" creationId="{70C170F8-21CF-AD13-E12B-0C2CD2B7ACC1}"/>
          </ac:spMkLst>
        </pc:spChg>
        <pc:grpChg chg="mod topLvl">
          <ac:chgData name="Daeha Kim" userId="e1faea54-ef93-4bab-b095-bb90b7f37458" providerId="ADAL" clId="{96F3DCFE-9AB8-4F05-888B-14066EC8E9B8}" dt="2026-02-10T05:12:06.458" v="619" actId="14100"/>
          <ac:grpSpMkLst>
            <pc:docMk/>
            <pc:sldMk cId="3261935671" sldId="2147483633"/>
            <ac:grpSpMk id="3" creationId="{1AD9DA2E-5D81-F67A-115A-A8299F62B854}"/>
          </ac:grpSpMkLst>
        </pc:grpChg>
        <pc:grpChg chg="mod topLvl">
          <ac:chgData name="Daeha Kim" userId="e1faea54-ef93-4bab-b095-bb90b7f37458" providerId="ADAL" clId="{96F3DCFE-9AB8-4F05-888B-14066EC8E9B8}" dt="2026-02-10T05:12:06.458" v="619" actId="14100"/>
          <ac:grpSpMkLst>
            <pc:docMk/>
            <pc:sldMk cId="3261935671" sldId="2147483633"/>
            <ac:grpSpMk id="4" creationId="{185A73FC-A1AD-0BB7-1F14-56AC4BA6A6E7}"/>
          </ac:grpSpMkLst>
        </pc:grpChg>
        <pc:grpChg chg="mod topLvl">
          <ac:chgData name="Daeha Kim" userId="e1faea54-ef93-4bab-b095-bb90b7f37458" providerId="ADAL" clId="{96F3DCFE-9AB8-4F05-888B-14066EC8E9B8}" dt="2026-02-10T05:12:06.458" v="619" actId="14100"/>
          <ac:grpSpMkLst>
            <pc:docMk/>
            <pc:sldMk cId="3261935671" sldId="2147483633"/>
            <ac:grpSpMk id="5" creationId="{9049C81B-578B-F55B-3590-434AE2503055}"/>
          </ac:grpSpMkLst>
        </pc:grpChg>
        <pc:grpChg chg="add mod">
          <ac:chgData name="Daeha Kim" userId="e1faea54-ef93-4bab-b095-bb90b7f37458" providerId="ADAL" clId="{96F3DCFE-9AB8-4F05-888B-14066EC8E9B8}" dt="2026-02-10T05:11:07.555" v="606" actId="14100"/>
          <ac:grpSpMkLst>
            <pc:docMk/>
            <pc:sldMk cId="3261935671" sldId="2147483633"/>
            <ac:grpSpMk id="20" creationId="{CB3E6B74-A1F9-1EBC-8308-5972AF1518A5}"/>
          </ac:grpSpMkLst>
        </pc:grpChg>
        <pc:picChg chg="mod">
          <ac:chgData name="Daeha Kim" userId="e1faea54-ef93-4bab-b095-bb90b7f37458" providerId="ADAL" clId="{96F3DCFE-9AB8-4F05-888B-14066EC8E9B8}" dt="2026-02-10T05:11:51" v="614" actId="165"/>
          <ac:picMkLst>
            <pc:docMk/>
            <pc:sldMk cId="3261935671" sldId="2147483633"/>
            <ac:picMk id="6" creationId="{866989DB-3144-FFC2-F0F0-54BAC37A5672}"/>
          </ac:picMkLst>
        </pc:picChg>
        <pc:picChg chg="mod">
          <ac:chgData name="Daeha Kim" userId="e1faea54-ef93-4bab-b095-bb90b7f37458" providerId="ADAL" clId="{96F3DCFE-9AB8-4F05-888B-14066EC8E9B8}" dt="2026-02-10T05:11:51" v="614" actId="165"/>
          <ac:picMkLst>
            <pc:docMk/>
            <pc:sldMk cId="3261935671" sldId="2147483633"/>
            <ac:picMk id="8" creationId="{2F424776-4350-5A12-2605-888676F75CB3}"/>
          </ac:picMkLst>
        </pc:picChg>
        <pc:picChg chg="mod">
          <ac:chgData name="Daeha Kim" userId="e1faea54-ef93-4bab-b095-bb90b7f37458" providerId="ADAL" clId="{96F3DCFE-9AB8-4F05-888B-14066EC8E9B8}" dt="2026-02-10T05:11:51" v="614" actId="165"/>
          <ac:picMkLst>
            <pc:docMk/>
            <pc:sldMk cId="3261935671" sldId="2147483633"/>
            <ac:picMk id="10" creationId="{F131B426-454C-0EE4-CFD8-849DFA4F17ED}"/>
          </ac:picMkLst>
        </pc:picChg>
      </pc:sldChg>
      <pc:sldChg chg="delSp modSp mod">
        <pc:chgData name="Daeha Kim" userId="e1faea54-ef93-4bab-b095-bb90b7f37458" providerId="ADAL" clId="{96F3DCFE-9AB8-4F05-888B-14066EC8E9B8}" dt="2026-02-10T05:52:57.585" v="1260" actId="552"/>
        <pc:sldMkLst>
          <pc:docMk/>
          <pc:sldMk cId="721040255" sldId="2147483647"/>
        </pc:sldMkLst>
        <pc:spChg chg="mod">
          <ac:chgData name="Daeha Kim" userId="e1faea54-ef93-4bab-b095-bb90b7f37458" providerId="ADAL" clId="{96F3DCFE-9AB8-4F05-888B-14066EC8E9B8}" dt="2026-02-10T05:50:10.403" v="1162" actId="14100"/>
          <ac:spMkLst>
            <pc:docMk/>
            <pc:sldMk cId="721040255" sldId="2147483647"/>
            <ac:spMk id="5" creationId="{F05AB0F9-6FF7-F6CB-AE5C-60947068E275}"/>
          </ac:spMkLst>
        </pc:spChg>
        <pc:spChg chg="mod">
          <ac:chgData name="Daeha Kim" userId="e1faea54-ef93-4bab-b095-bb90b7f37458" providerId="ADAL" clId="{96F3DCFE-9AB8-4F05-888B-14066EC8E9B8}" dt="2026-02-10T05:50:10.403" v="1162" actId="14100"/>
          <ac:spMkLst>
            <pc:docMk/>
            <pc:sldMk cId="721040255" sldId="2147483647"/>
            <ac:spMk id="6" creationId="{950E652A-E0B0-8660-AE45-51E198442659}"/>
          </ac:spMkLst>
        </pc:spChg>
        <pc:spChg chg="ord">
          <ac:chgData name="Daeha Kim" userId="e1faea54-ef93-4bab-b095-bb90b7f37458" providerId="ADAL" clId="{96F3DCFE-9AB8-4F05-888B-14066EC8E9B8}" dt="2026-02-10T05:51:11.789" v="1179" actId="166"/>
          <ac:spMkLst>
            <pc:docMk/>
            <pc:sldMk cId="721040255" sldId="2147483647"/>
            <ac:spMk id="43" creationId="{B747F992-D4AE-26E5-6DC8-82A345CDE486}"/>
          </ac:spMkLst>
        </pc:spChg>
        <pc:spChg chg="mod">
          <ac:chgData name="Daeha Kim" userId="e1faea54-ef93-4bab-b095-bb90b7f37458" providerId="ADAL" clId="{96F3DCFE-9AB8-4F05-888B-14066EC8E9B8}" dt="2026-02-10T05:52:57.585" v="1260" actId="552"/>
          <ac:spMkLst>
            <pc:docMk/>
            <pc:sldMk cId="721040255" sldId="2147483647"/>
            <ac:spMk id="55" creationId="{048D3122-26EA-26ED-97E3-80C98CB6D10A}"/>
          </ac:spMkLst>
        </pc:spChg>
        <pc:spChg chg="mod">
          <ac:chgData name="Daeha Kim" userId="e1faea54-ef93-4bab-b095-bb90b7f37458" providerId="ADAL" clId="{96F3DCFE-9AB8-4F05-888B-14066EC8E9B8}" dt="2026-02-10T05:51:57.043" v="1244" actId="20577"/>
          <ac:spMkLst>
            <pc:docMk/>
            <pc:sldMk cId="721040255" sldId="2147483647"/>
            <ac:spMk id="76" creationId="{2CC2CB24-E2B0-D2FA-E8AF-C4F2B5D9499F}"/>
          </ac:spMkLst>
        </pc:spChg>
        <pc:spChg chg="mod">
          <ac:chgData name="Daeha Kim" userId="e1faea54-ef93-4bab-b095-bb90b7f37458" providerId="ADAL" clId="{96F3DCFE-9AB8-4F05-888B-14066EC8E9B8}" dt="2026-02-10T05:52:47.215" v="1259" actId="20577"/>
          <ac:spMkLst>
            <pc:docMk/>
            <pc:sldMk cId="721040255" sldId="2147483647"/>
            <ac:spMk id="79" creationId="{1E447878-CE61-8ADE-B146-B0867D529571}"/>
          </ac:spMkLst>
        </pc:spChg>
        <pc:spChg chg="mod">
          <ac:chgData name="Daeha Kim" userId="e1faea54-ef93-4bab-b095-bb90b7f37458" providerId="ADAL" clId="{96F3DCFE-9AB8-4F05-888B-14066EC8E9B8}" dt="2026-02-10T05:52:57.585" v="1260" actId="552"/>
          <ac:spMkLst>
            <pc:docMk/>
            <pc:sldMk cId="721040255" sldId="2147483647"/>
            <ac:spMk id="89" creationId="{C929798E-5EC7-B167-824B-CDB508BB7998}"/>
          </ac:spMkLst>
        </pc:spChg>
        <pc:cxnChg chg="mod">
          <ac:chgData name="Daeha Kim" userId="e1faea54-ef93-4bab-b095-bb90b7f37458" providerId="ADAL" clId="{96F3DCFE-9AB8-4F05-888B-14066EC8E9B8}" dt="2026-02-10T05:51:03.692" v="1178" actId="1038"/>
          <ac:cxnSpMkLst>
            <pc:docMk/>
            <pc:sldMk cId="721040255" sldId="2147483647"/>
            <ac:cxnSpMk id="44" creationId="{E902571B-054D-2FFF-C79D-7C5FFA9266CB}"/>
          </ac:cxnSpMkLst>
        </pc:cxnChg>
      </pc:sldChg>
    </pc:docChg>
  </pc:docChgLst>
  <pc:docChgLst>
    <pc:chgData name="Jong-Min La" userId="730696ea-53a3-4e95-97a6-548a6563044c" providerId="ADAL" clId="{77DB2BBC-17F4-40AB-99E9-3FF5839C5203}"/>
    <pc:docChg chg="undo custSel delSld modSld">
      <pc:chgData name="Jong-Min La" userId="730696ea-53a3-4e95-97a6-548a6563044c" providerId="ADAL" clId="{77DB2BBC-17F4-40AB-99E9-3FF5839C5203}" dt="2026-02-23T07:39:56.162" v="784"/>
      <pc:docMkLst>
        <pc:docMk/>
      </pc:docMkLst>
      <pc:sldChg chg="modSp mod">
        <pc:chgData name="Jong-Min La" userId="730696ea-53a3-4e95-97a6-548a6563044c" providerId="ADAL" clId="{77DB2BBC-17F4-40AB-99E9-3FF5839C5203}" dt="2026-02-10T04:55:56.151" v="624" actId="20577"/>
        <pc:sldMkLst>
          <pc:docMk/>
          <pc:sldMk cId="576843430" sldId="256"/>
        </pc:sldMkLst>
        <pc:spChg chg="mod">
          <ac:chgData name="Jong-Min La" userId="730696ea-53a3-4e95-97a6-548a6563044c" providerId="ADAL" clId="{77DB2BBC-17F4-40AB-99E9-3FF5839C5203}" dt="2026-02-10T04:55:56.151" v="624" actId="20577"/>
          <ac:spMkLst>
            <pc:docMk/>
            <pc:sldMk cId="576843430" sldId="256"/>
            <ac:spMk id="4" creationId="{65B10B4B-1442-FDDB-FEC1-D38489C8D3E2}"/>
          </ac:spMkLst>
        </pc:spChg>
      </pc:sldChg>
      <pc:sldChg chg="modSp mod">
        <pc:chgData name="Jong-Min La" userId="730696ea-53a3-4e95-97a6-548a6563044c" providerId="ADAL" clId="{77DB2BBC-17F4-40AB-99E9-3FF5839C5203}" dt="2026-02-10T04:43:05.706" v="430" actId="20577"/>
        <pc:sldMkLst>
          <pc:docMk/>
          <pc:sldMk cId="3288627818" sldId="260"/>
        </pc:sldMkLst>
        <pc:spChg chg="mod">
          <ac:chgData name="Jong-Min La" userId="730696ea-53a3-4e95-97a6-548a6563044c" providerId="ADAL" clId="{77DB2BBC-17F4-40AB-99E9-3FF5839C5203}" dt="2026-02-10T04:40:58.834" v="398" actId="20577"/>
          <ac:spMkLst>
            <pc:docMk/>
            <pc:sldMk cId="3288627818" sldId="260"/>
            <ac:spMk id="17" creationId="{FBB779AB-8A1C-73F9-807C-C276797C0C04}"/>
          </ac:spMkLst>
        </pc:spChg>
        <pc:spChg chg="mod">
          <ac:chgData name="Jong-Min La" userId="730696ea-53a3-4e95-97a6-548a6563044c" providerId="ADAL" clId="{77DB2BBC-17F4-40AB-99E9-3FF5839C5203}" dt="2026-02-10T04:43:05.706" v="430" actId="20577"/>
          <ac:spMkLst>
            <pc:docMk/>
            <pc:sldMk cId="3288627818" sldId="260"/>
            <ac:spMk id="27" creationId="{89D21E6F-ACE8-5C1C-AD44-AF4BF611683C}"/>
          </ac:spMkLst>
        </pc:spChg>
      </pc:sldChg>
      <pc:sldChg chg="modSp mod">
        <pc:chgData name="Jong-Min La" userId="730696ea-53a3-4e95-97a6-548a6563044c" providerId="ADAL" clId="{77DB2BBC-17F4-40AB-99E9-3FF5839C5203}" dt="2026-02-10T04:49:48.658" v="530" actId="6549"/>
        <pc:sldMkLst>
          <pc:docMk/>
          <pc:sldMk cId="1615369152" sldId="261"/>
        </pc:sldMkLst>
        <pc:spChg chg="mod">
          <ac:chgData name="Jong-Min La" userId="730696ea-53a3-4e95-97a6-548a6563044c" providerId="ADAL" clId="{77DB2BBC-17F4-40AB-99E9-3FF5839C5203}" dt="2026-02-10T04:49:37.827" v="502" actId="20577"/>
          <ac:spMkLst>
            <pc:docMk/>
            <pc:sldMk cId="1615369152" sldId="261"/>
            <ac:spMk id="3" creationId="{57248F67-825F-7F5A-53D5-A0754DE9067C}"/>
          </ac:spMkLst>
        </pc:spChg>
        <pc:spChg chg="mod">
          <ac:chgData name="Jong-Min La" userId="730696ea-53a3-4e95-97a6-548a6563044c" providerId="ADAL" clId="{77DB2BBC-17F4-40AB-99E9-3FF5839C5203}" dt="2026-02-10T04:49:48.658" v="530" actId="6549"/>
          <ac:spMkLst>
            <pc:docMk/>
            <pc:sldMk cId="1615369152" sldId="261"/>
            <ac:spMk id="4" creationId="{373889FC-4C4F-6776-2E53-CA1F564BCEBC}"/>
          </ac:spMkLst>
        </pc:spChg>
      </pc:sldChg>
      <pc:sldChg chg="modSp mod">
        <pc:chgData name="Jong-Min La" userId="730696ea-53a3-4e95-97a6-548a6563044c" providerId="ADAL" clId="{77DB2BBC-17F4-40AB-99E9-3FF5839C5203}" dt="2026-02-10T04:51:51.548" v="582"/>
        <pc:sldMkLst>
          <pc:docMk/>
          <pc:sldMk cId="1671694359" sldId="262"/>
        </pc:sldMkLst>
        <pc:spChg chg="mod">
          <ac:chgData name="Jong-Min La" userId="730696ea-53a3-4e95-97a6-548a6563044c" providerId="ADAL" clId="{77DB2BBC-17F4-40AB-99E9-3FF5839C5203}" dt="2026-02-10T04:51:51.548" v="582"/>
          <ac:spMkLst>
            <pc:docMk/>
            <pc:sldMk cId="1671694359" sldId="262"/>
            <ac:spMk id="16" creationId="{21DC877E-CBB2-E760-80D9-D95421233A71}"/>
          </ac:spMkLst>
        </pc:spChg>
      </pc:sldChg>
      <pc:sldChg chg="addSp delSp modSp mod">
        <pc:chgData name="Jong-Min La" userId="730696ea-53a3-4e95-97a6-548a6563044c" providerId="ADAL" clId="{77DB2BBC-17F4-40AB-99E9-3FF5839C5203}" dt="2026-02-10T05:10:39.049" v="653" actId="242"/>
        <pc:sldMkLst>
          <pc:docMk/>
          <pc:sldMk cId="3519405133" sldId="263"/>
        </pc:sldMkLst>
        <pc:spChg chg="mod topLvl">
          <ac:chgData name="Jong-Min La" userId="730696ea-53a3-4e95-97a6-548a6563044c" providerId="ADAL" clId="{77DB2BBC-17F4-40AB-99E9-3FF5839C5203}" dt="2026-02-10T05:10:34.815" v="652" actId="165"/>
          <ac:spMkLst>
            <pc:docMk/>
            <pc:sldMk cId="3519405133" sldId="263"/>
            <ac:spMk id="5" creationId="{7D25EAFE-9C54-1A2F-5096-01AC1DA06BC0}"/>
          </ac:spMkLst>
        </pc:spChg>
        <pc:spChg chg="mod topLvl">
          <ac:chgData name="Jong-Min La" userId="730696ea-53a3-4e95-97a6-548a6563044c" providerId="ADAL" clId="{77DB2BBC-17F4-40AB-99E9-3FF5839C5203}" dt="2026-02-10T05:10:34.815" v="652" actId="165"/>
          <ac:spMkLst>
            <pc:docMk/>
            <pc:sldMk cId="3519405133" sldId="263"/>
            <ac:spMk id="8" creationId="{C189A215-6D06-71A1-F873-31134B0F72FE}"/>
          </ac:spMkLst>
        </pc:spChg>
        <pc:spChg chg="mod topLvl">
          <ac:chgData name="Jong-Min La" userId="730696ea-53a3-4e95-97a6-548a6563044c" providerId="ADAL" clId="{77DB2BBC-17F4-40AB-99E9-3FF5839C5203}" dt="2026-02-10T05:10:34.815" v="652" actId="165"/>
          <ac:spMkLst>
            <pc:docMk/>
            <pc:sldMk cId="3519405133" sldId="263"/>
            <ac:spMk id="9" creationId="{4FAC9CC7-F484-3B38-3817-5FCACCCC6259}"/>
          </ac:spMkLst>
        </pc:spChg>
        <pc:spChg chg="mod topLvl">
          <ac:chgData name="Jong-Min La" userId="730696ea-53a3-4e95-97a6-548a6563044c" providerId="ADAL" clId="{77DB2BBC-17F4-40AB-99E9-3FF5839C5203}" dt="2026-02-10T05:10:34.815" v="652" actId="165"/>
          <ac:spMkLst>
            <pc:docMk/>
            <pc:sldMk cId="3519405133" sldId="263"/>
            <ac:spMk id="10" creationId="{3FFB21B7-9B6A-2337-40FB-01D7C041324A}"/>
          </ac:spMkLst>
        </pc:spChg>
        <pc:spChg chg="mod topLvl">
          <ac:chgData name="Jong-Min La" userId="730696ea-53a3-4e95-97a6-548a6563044c" providerId="ADAL" clId="{77DB2BBC-17F4-40AB-99E9-3FF5839C5203}" dt="2026-02-10T05:10:39.049" v="653" actId="242"/>
          <ac:spMkLst>
            <pc:docMk/>
            <pc:sldMk cId="3519405133" sldId="263"/>
            <ac:spMk id="12" creationId="{FFA904FC-2354-90CB-7089-241546672688}"/>
          </ac:spMkLst>
        </pc:spChg>
        <pc:spChg chg="mod topLvl">
          <ac:chgData name="Jong-Min La" userId="730696ea-53a3-4e95-97a6-548a6563044c" providerId="ADAL" clId="{77DB2BBC-17F4-40AB-99E9-3FF5839C5203}" dt="2026-02-10T05:10:39.049" v="653" actId="242"/>
          <ac:spMkLst>
            <pc:docMk/>
            <pc:sldMk cId="3519405133" sldId="263"/>
            <ac:spMk id="13" creationId="{AAB7B68B-6FCA-F918-DD65-DD9ACB52EFA7}"/>
          </ac:spMkLst>
        </pc:spChg>
        <pc:spChg chg="mod topLvl">
          <ac:chgData name="Jong-Min La" userId="730696ea-53a3-4e95-97a6-548a6563044c" providerId="ADAL" clId="{77DB2BBC-17F4-40AB-99E9-3FF5839C5203}" dt="2026-02-10T05:10:39.049" v="653" actId="242"/>
          <ac:spMkLst>
            <pc:docMk/>
            <pc:sldMk cId="3519405133" sldId="263"/>
            <ac:spMk id="14" creationId="{86AB4355-A025-9E92-4155-1E1470394C8D}"/>
          </ac:spMkLst>
        </pc:spChg>
        <pc:spChg chg="mod topLvl">
          <ac:chgData name="Jong-Min La" userId="730696ea-53a3-4e95-97a6-548a6563044c" providerId="ADAL" clId="{77DB2BBC-17F4-40AB-99E9-3FF5839C5203}" dt="2026-02-10T05:10:39.049" v="653" actId="242"/>
          <ac:spMkLst>
            <pc:docMk/>
            <pc:sldMk cId="3519405133" sldId="263"/>
            <ac:spMk id="15" creationId="{871334D5-9F7C-5401-D594-9C4D1B1C8641}"/>
          </ac:spMkLst>
        </pc:spChg>
      </pc:sldChg>
      <pc:sldChg chg="addSp delSp modSp mod">
        <pc:chgData name="Jong-Min La" userId="730696ea-53a3-4e95-97a6-548a6563044c" providerId="ADAL" clId="{77DB2BBC-17F4-40AB-99E9-3FF5839C5203}" dt="2026-02-10T07:46:32.911" v="776" actId="14100"/>
        <pc:sldMkLst>
          <pc:docMk/>
          <pc:sldMk cId="1157935331" sldId="264"/>
        </pc:sldMkLst>
        <pc:spChg chg="add mod">
          <ac:chgData name="Jong-Min La" userId="730696ea-53a3-4e95-97a6-548a6563044c" providerId="ADAL" clId="{77DB2BBC-17F4-40AB-99E9-3FF5839C5203}" dt="2026-02-10T07:46:31.379" v="775" actId="164"/>
          <ac:spMkLst>
            <pc:docMk/>
            <pc:sldMk cId="1157935331" sldId="264"/>
            <ac:spMk id="3" creationId="{47BF64C4-02E4-2423-B105-A55B07DE5401}"/>
          </ac:spMkLst>
        </pc:spChg>
        <pc:spChg chg="mod">
          <ac:chgData name="Jong-Min La" userId="730696ea-53a3-4e95-97a6-548a6563044c" providerId="ADAL" clId="{77DB2BBC-17F4-40AB-99E9-3FF5839C5203}" dt="2026-02-10T05:15:26.605" v="679" actId="20577"/>
          <ac:spMkLst>
            <pc:docMk/>
            <pc:sldMk cId="1157935331" sldId="264"/>
            <ac:spMk id="16" creationId="{2608C734-9A48-6C6B-C284-66C46F8FE027}"/>
          </ac:spMkLst>
        </pc:spChg>
        <pc:spChg chg="mod">
          <ac:chgData name="Jong-Min La" userId="730696ea-53a3-4e95-97a6-548a6563044c" providerId="ADAL" clId="{77DB2BBC-17F4-40AB-99E9-3FF5839C5203}" dt="2026-02-10T05:15:50.261" v="697" actId="20577"/>
          <ac:spMkLst>
            <pc:docMk/>
            <pc:sldMk cId="1157935331" sldId="264"/>
            <ac:spMk id="31" creationId="{87377168-BAB5-86BF-8A2D-443855E53806}"/>
          </ac:spMkLst>
        </pc:spChg>
        <pc:spChg chg="mod topLvl">
          <ac:chgData name="Jong-Min La" userId="730696ea-53a3-4e95-97a6-548a6563044c" providerId="ADAL" clId="{77DB2BBC-17F4-40AB-99E9-3FF5839C5203}" dt="2026-02-10T07:46:31.379" v="775" actId="164"/>
          <ac:spMkLst>
            <pc:docMk/>
            <pc:sldMk cId="1157935331" sldId="264"/>
            <ac:spMk id="38" creationId="{A545AA2A-EE5D-4B5A-A964-EB7BD138C5CA}"/>
          </ac:spMkLst>
        </pc:spChg>
        <pc:spChg chg="mod topLvl">
          <ac:chgData name="Jong-Min La" userId="730696ea-53a3-4e95-97a6-548a6563044c" providerId="ADAL" clId="{77DB2BBC-17F4-40AB-99E9-3FF5839C5203}" dt="2026-02-10T07:46:31.379" v="775" actId="164"/>
          <ac:spMkLst>
            <pc:docMk/>
            <pc:sldMk cId="1157935331" sldId="264"/>
            <ac:spMk id="40" creationId="{936BE087-13A7-B3A7-0372-DEEC51516682}"/>
          </ac:spMkLst>
        </pc:spChg>
        <pc:spChg chg="mod topLvl">
          <ac:chgData name="Jong-Min La" userId="730696ea-53a3-4e95-97a6-548a6563044c" providerId="ADAL" clId="{77DB2BBC-17F4-40AB-99E9-3FF5839C5203}" dt="2026-02-10T07:46:31.379" v="775" actId="164"/>
          <ac:spMkLst>
            <pc:docMk/>
            <pc:sldMk cId="1157935331" sldId="264"/>
            <ac:spMk id="41" creationId="{1C1AA844-5DC0-3826-ED7E-ABD736A325FE}"/>
          </ac:spMkLst>
        </pc:spChg>
        <pc:spChg chg="mod topLvl">
          <ac:chgData name="Jong-Min La" userId="730696ea-53a3-4e95-97a6-548a6563044c" providerId="ADAL" clId="{77DB2BBC-17F4-40AB-99E9-3FF5839C5203}" dt="2026-02-10T07:46:31.379" v="775" actId="164"/>
          <ac:spMkLst>
            <pc:docMk/>
            <pc:sldMk cId="1157935331" sldId="264"/>
            <ac:spMk id="42" creationId="{6681E825-B59B-3E44-5FDA-58C0D00A2EF1}"/>
          </ac:spMkLst>
        </pc:spChg>
        <pc:spChg chg="mod topLvl">
          <ac:chgData name="Jong-Min La" userId="730696ea-53a3-4e95-97a6-548a6563044c" providerId="ADAL" clId="{77DB2BBC-17F4-40AB-99E9-3FF5839C5203}" dt="2026-02-10T07:46:31.379" v="775" actId="164"/>
          <ac:spMkLst>
            <pc:docMk/>
            <pc:sldMk cId="1157935331" sldId="264"/>
            <ac:spMk id="44" creationId="{805CDA16-7988-5FDF-2CEE-7A433599D89D}"/>
          </ac:spMkLst>
        </pc:spChg>
        <pc:spChg chg="mod topLvl">
          <ac:chgData name="Jong-Min La" userId="730696ea-53a3-4e95-97a6-548a6563044c" providerId="ADAL" clId="{77DB2BBC-17F4-40AB-99E9-3FF5839C5203}" dt="2026-02-10T07:46:31.379" v="775" actId="164"/>
          <ac:spMkLst>
            <pc:docMk/>
            <pc:sldMk cId="1157935331" sldId="264"/>
            <ac:spMk id="45" creationId="{E5A1BFF5-2F61-DADB-FA1E-24B807E64265}"/>
          </ac:spMkLst>
        </pc:spChg>
        <pc:spChg chg="mod topLvl">
          <ac:chgData name="Jong-Min La" userId="730696ea-53a3-4e95-97a6-548a6563044c" providerId="ADAL" clId="{77DB2BBC-17F4-40AB-99E9-3FF5839C5203}" dt="2026-02-10T07:46:31.379" v="775" actId="164"/>
          <ac:spMkLst>
            <pc:docMk/>
            <pc:sldMk cId="1157935331" sldId="264"/>
            <ac:spMk id="64" creationId="{3CFC5DAE-C291-D8F2-ED36-04D2519A87C7}"/>
          </ac:spMkLst>
        </pc:spChg>
        <pc:spChg chg="mod">
          <ac:chgData name="Jong-Min La" userId="730696ea-53a3-4e95-97a6-548a6563044c" providerId="ADAL" clId="{77DB2BBC-17F4-40AB-99E9-3FF5839C5203}" dt="2026-02-10T05:14:29.571" v="669" actId="20577"/>
          <ac:spMkLst>
            <pc:docMk/>
            <pc:sldMk cId="1157935331" sldId="264"/>
            <ac:spMk id="115" creationId="{E215C36A-4460-278C-C323-480CA75E98F4}"/>
          </ac:spMkLst>
        </pc:spChg>
        <pc:grpChg chg="add mod">
          <ac:chgData name="Jong-Min La" userId="730696ea-53a3-4e95-97a6-548a6563044c" providerId="ADAL" clId="{77DB2BBC-17F4-40AB-99E9-3FF5839C5203}" dt="2026-02-10T07:46:32.911" v="776" actId="14100"/>
          <ac:grpSpMkLst>
            <pc:docMk/>
            <pc:sldMk cId="1157935331" sldId="264"/>
            <ac:grpSpMk id="4" creationId="{CA18D2FA-53E3-2706-3AA6-C055494E6F87}"/>
          </ac:grpSpMkLst>
        </pc:grpChg>
      </pc:sldChg>
      <pc:sldChg chg="modSp mod">
        <pc:chgData name="Jong-Min La" userId="730696ea-53a3-4e95-97a6-548a6563044c" providerId="ADAL" clId="{77DB2BBC-17F4-40AB-99E9-3FF5839C5203}" dt="2026-02-10T04:50:27.755" v="567" actId="20577"/>
        <pc:sldMkLst>
          <pc:docMk/>
          <pc:sldMk cId="3196885454" sldId="273"/>
        </pc:sldMkLst>
        <pc:spChg chg="mod">
          <ac:chgData name="Jong-Min La" userId="730696ea-53a3-4e95-97a6-548a6563044c" providerId="ADAL" clId="{77DB2BBC-17F4-40AB-99E9-3FF5839C5203}" dt="2026-02-10T04:50:27.755" v="567" actId="20577"/>
          <ac:spMkLst>
            <pc:docMk/>
            <pc:sldMk cId="3196885454" sldId="273"/>
            <ac:spMk id="24" creationId="{E5EE81F0-CD3E-4FC5-B80A-D1B1413B9FE7}"/>
          </ac:spMkLst>
        </pc:spChg>
      </pc:sldChg>
      <pc:sldChg chg="modSp mod">
        <pc:chgData name="Jong-Min La" userId="730696ea-53a3-4e95-97a6-548a6563044c" providerId="ADAL" clId="{77DB2BBC-17F4-40AB-99E9-3FF5839C5203}" dt="2026-02-10T04:46:33.524" v="487" actId="20577"/>
        <pc:sldMkLst>
          <pc:docMk/>
          <pc:sldMk cId="2807991707" sldId="2147483596"/>
        </pc:sldMkLst>
        <pc:spChg chg="mod">
          <ac:chgData name="Jong-Min La" userId="730696ea-53a3-4e95-97a6-548a6563044c" providerId="ADAL" clId="{77DB2BBC-17F4-40AB-99E9-3FF5839C5203}" dt="2026-02-10T04:46:26.308" v="484" actId="20577"/>
          <ac:spMkLst>
            <pc:docMk/>
            <pc:sldMk cId="2807991707" sldId="2147483596"/>
            <ac:spMk id="25" creationId="{B1512CC1-CF6B-2BA4-8ACF-E389DF38877F}"/>
          </ac:spMkLst>
        </pc:spChg>
        <pc:spChg chg="mod">
          <ac:chgData name="Jong-Min La" userId="730696ea-53a3-4e95-97a6-548a6563044c" providerId="ADAL" clId="{77DB2BBC-17F4-40AB-99E9-3FF5839C5203}" dt="2026-02-10T04:46:33.524" v="487" actId="20577"/>
          <ac:spMkLst>
            <pc:docMk/>
            <pc:sldMk cId="2807991707" sldId="2147483596"/>
            <ac:spMk id="26" creationId="{8257C580-4999-853F-FB84-249E319033D1}"/>
          </ac:spMkLst>
        </pc:spChg>
      </pc:sldChg>
      <pc:sldChg chg="modSp mod">
        <pc:chgData name="Jong-Min La" userId="730696ea-53a3-4e95-97a6-548a6563044c" providerId="ADAL" clId="{77DB2BBC-17F4-40AB-99E9-3FF5839C5203}" dt="2026-02-10T04:38:16.563" v="370" actId="20577"/>
        <pc:sldMkLst>
          <pc:docMk/>
          <pc:sldMk cId="2925304379" sldId="2147483632"/>
        </pc:sldMkLst>
        <pc:spChg chg="mod">
          <ac:chgData name="Jong-Min La" userId="730696ea-53a3-4e95-97a6-548a6563044c" providerId="ADAL" clId="{77DB2BBC-17F4-40AB-99E9-3FF5839C5203}" dt="2026-02-10T04:38:16.563" v="370" actId="20577"/>
          <ac:spMkLst>
            <pc:docMk/>
            <pc:sldMk cId="2925304379" sldId="2147483632"/>
            <ac:spMk id="16" creationId="{20BBA173-7F7F-BC02-AFF0-D9D5ED2F7687}"/>
          </ac:spMkLst>
        </pc:spChg>
      </pc:sldChg>
      <pc:sldChg chg="modSp mod">
        <pc:chgData name="Jong-Min La" userId="730696ea-53a3-4e95-97a6-548a6563044c" providerId="ADAL" clId="{77DB2BBC-17F4-40AB-99E9-3FF5839C5203}" dt="2026-02-10T04:44:02.428" v="434"/>
        <pc:sldMkLst>
          <pc:docMk/>
          <pc:sldMk cId="3261935671" sldId="2147483633"/>
        </pc:sldMkLst>
        <pc:spChg chg="mod">
          <ac:chgData name="Jong-Min La" userId="730696ea-53a3-4e95-97a6-548a6563044c" providerId="ADAL" clId="{77DB2BBC-17F4-40AB-99E9-3FF5839C5203}" dt="2026-02-10T04:44:02.428" v="434"/>
          <ac:spMkLst>
            <pc:docMk/>
            <pc:sldMk cId="3261935671" sldId="2147483633"/>
            <ac:spMk id="63" creationId="{724765A6-461B-E657-0137-C402710BF70F}"/>
          </ac:spMkLst>
        </pc:spChg>
        <pc:spChg chg="mod">
          <ac:chgData name="Jong-Min La" userId="730696ea-53a3-4e95-97a6-548a6563044c" providerId="ADAL" clId="{77DB2BBC-17F4-40AB-99E9-3FF5839C5203}" dt="2026-02-10T04:44:01.307" v="432"/>
          <ac:spMkLst>
            <pc:docMk/>
            <pc:sldMk cId="3261935671" sldId="2147483633"/>
            <ac:spMk id="64" creationId="{408576A0-2650-98C6-275B-1F212E70A064}"/>
          </ac:spMkLst>
        </pc:spChg>
      </pc:sldChg>
      <pc:sldChg chg="modSp mod">
        <pc:chgData name="Jong-Min La" userId="730696ea-53a3-4e95-97a6-548a6563044c" providerId="ADAL" clId="{77DB2BBC-17F4-40AB-99E9-3FF5839C5203}" dt="2026-02-10T05:41:28.825" v="742"/>
        <pc:sldMkLst>
          <pc:docMk/>
          <pc:sldMk cId="1591244872" sldId="2147483634"/>
        </pc:sldMkLst>
        <pc:spChg chg="mod">
          <ac:chgData name="Jong-Min La" userId="730696ea-53a3-4e95-97a6-548a6563044c" providerId="ADAL" clId="{77DB2BBC-17F4-40AB-99E9-3FF5839C5203}" dt="2026-02-10T05:41:24.026" v="741" actId="20577"/>
          <ac:spMkLst>
            <pc:docMk/>
            <pc:sldMk cId="1591244872" sldId="2147483634"/>
            <ac:spMk id="91" creationId="{FF28AFBD-4DA4-20E2-EFFD-28F92DD44458}"/>
          </ac:spMkLst>
        </pc:spChg>
        <pc:spChg chg="mod">
          <ac:chgData name="Jong-Min La" userId="730696ea-53a3-4e95-97a6-548a6563044c" providerId="ADAL" clId="{77DB2BBC-17F4-40AB-99E9-3FF5839C5203}" dt="2026-02-10T05:41:28.825" v="742"/>
          <ac:spMkLst>
            <pc:docMk/>
            <pc:sldMk cId="1591244872" sldId="2147483634"/>
            <ac:spMk id="92" creationId="{813BA070-84FC-BC3D-A589-9590F7A8EEB5}"/>
          </ac:spMkLst>
        </pc:spChg>
      </pc:sldChg>
      <pc:sldChg chg="addSp delSp modSp mod">
        <pc:chgData name="Jong-Min La" userId="730696ea-53a3-4e95-97a6-548a6563044c" providerId="ADAL" clId="{77DB2BBC-17F4-40AB-99E9-3FF5839C5203}" dt="2026-02-10T05:39:34.696" v="707" actId="14100"/>
        <pc:sldMkLst>
          <pc:docMk/>
          <pc:sldMk cId="1263043736" sldId="2147483642"/>
        </pc:sldMkLst>
        <pc:spChg chg="mod">
          <ac:chgData name="Jong-Min La" userId="730696ea-53a3-4e95-97a6-548a6563044c" providerId="ADAL" clId="{77DB2BBC-17F4-40AB-99E9-3FF5839C5203}" dt="2026-02-10T04:21:17.394" v="289" actId="14100"/>
          <ac:spMkLst>
            <pc:docMk/>
            <pc:sldMk cId="1263043736" sldId="2147483642"/>
            <ac:spMk id="14" creationId="{18163DE3-2295-7047-10F5-D56C501B6F6B}"/>
          </ac:spMkLst>
        </pc:spChg>
        <pc:spChg chg="mod">
          <ac:chgData name="Jong-Min La" userId="730696ea-53a3-4e95-97a6-548a6563044c" providerId="ADAL" clId="{77DB2BBC-17F4-40AB-99E9-3FF5839C5203}" dt="2026-02-10T04:17:10.468" v="138" actId="14100"/>
          <ac:spMkLst>
            <pc:docMk/>
            <pc:sldMk cId="1263043736" sldId="2147483642"/>
            <ac:spMk id="21" creationId="{7F2FAA9A-3339-D49B-E3FF-AB60E3CF5FB9}"/>
          </ac:spMkLst>
        </pc:spChg>
        <pc:spChg chg="mod">
          <ac:chgData name="Jong-Min La" userId="730696ea-53a3-4e95-97a6-548a6563044c" providerId="ADAL" clId="{77DB2BBC-17F4-40AB-99E9-3FF5839C5203}" dt="2026-02-10T04:20:28.720" v="259" actId="555"/>
          <ac:spMkLst>
            <pc:docMk/>
            <pc:sldMk cId="1263043736" sldId="2147483642"/>
            <ac:spMk id="24" creationId="{D71E32BC-2687-2629-3561-02B1FCAC832C}"/>
          </ac:spMkLst>
        </pc:spChg>
        <pc:spChg chg="mod">
          <ac:chgData name="Jong-Min La" userId="730696ea-53a3-4e95-97a6-548a6563044c" providerId="ADAL" clId="{77DB2BBC-17F4-40AB-99E9-3FF5839C5203}" dt="2026-02-10T04:17:08.151" v="137" actId="14100"/>
          <ac:spMkLst>
            <pc:docMk/>
            <pc:sldMk cId="1263043736" sldId="2147483642"/>
            <ac:spMk id="38" creationId="{E0A86124-B092-4C41-A50B-FA6F7646D119}"/>
          </ac:spMkLst>
        </pc:spChg>
        <pc:spChg chg="add del mod">
          <ac:chgData name="Jong-Min La" userId="730696ea-53a3-4e95-97a6-548a6563044c" providerId="ADAL" clId="{77DB2BBC-17F4-40AB-99E9-3FF5839C5203}" dt="2026-02-10T04:15:17.610" v="102" actId="1076"/>
          <ac:spMkLst>
            <pc:docMk/>
            <pc:sldMk cId="1263043736" sldId="2147483642"/>
            <ac:spMk id="50" creationId="{B91610B3-6772-B24D-2127-4ADDF79BC4E4}"/>
          </ac:spMkLst>
        </pc:spChg>
        <pc:spChg chg="add del mod">
          <ac:chgData name="Jong-Min La" userId="730696ea-53a3-4e95-97a6-548a6563044c" providerId="ADAL" clId="{77DB2BBC-17F4-40AB-99E9-3FF5839C5203}" dt="2026-02-10T04:15:17.610" v="102" actId="1076"/>
          <ac:spMkLst>
            <pc:docMk/>
            <pc:sldMk cId="1263043736" sldId="2147483642"/>
            <ac:spMk id="51" creationId="{FE3A2291-D6A6-CB61-6377-C2280181F5D1}"/>
          </ac:spMkLst>
        </pc:spChg>
        <pc:spChg chg="mod">
          <ac:chgData name="Jong-Min La" userId="730696ea-53a3-4e95-97a6-548a6563044c" providerId="ADAL" clId="{77DB2BBC-17F4-40AB-99E9-3FF5839C5203}" dt="2026-02-10T04:15:14.426" v="101" actId="1076"/>
          <ac:spMkLst>
            <pc:docMk/>
            <pc:sldMk cId="1263043736" sldId="2147483642"/>
            <ac:spMk id="52" creationId="{C756F064-1127-38A2-76DA-BF51F6F254EA}"/>
          </ac:spMkLst>
        </pc:spChg>
        <pc:spChg chg="mod">
          <ac:chgData name="Jong-Min La" userId="730696ea-53a3-4e95-97a6-548a6563044c" providerId="ADAL" clId="{77DB2BBC-17F4-40AB-99E9-3FF5839C5203}" dt="2026-02-10T04:19:06.253" v="219" actId="1076"/>
          <ac:spMkLst>
            <pc:docMk/>
            <pc:sldMk cId="1263043736" sldId="2147483642"/>
            <ac:spMk id="69" creationId="{A141D953-D28D-7579-0785-03B4C96E53E4}"/>
          </ac:spMkLst>
        </pc:spChg>
        <pc:spChg chg="mod">
          <ac:chgData name="Jong-Min La" userId="730696ea-53a3-4e95-97a6-548a6563044c" providerId="ADAL" clId="{77DB2BBC-17F4-40AB-99E9-3FF5839C5203}" dt="2026-02-10T04:19:30.907" v="235" actId="242"/>
          <ac:spMkLst>
            <pc:docMk/>
            <pc:sldMk cId="1263043736" sldId="2147483642"/>
            <ac:spMk id="449" creationId="{7041C33A-DC5C-4171-D16C-5853D2AE81F6}"/>
          </ac:spMkLst>
        </pc:spChg>
        <pc:spChg chg="mod">
          <ac:chgData name="Jong-Min La" userId="730696ea-53a3-4e95-97a6-548a6563044c" providerId="ADAL" clId="{77DB2BBC-17F4-40AB-99E9-3FF5839C5203}" dt="2026-02-10T04:15:14.426" v="101" actId="1076"/>
          <ac:spMkLst>
            <pc:docMk/>
            <pc:sldMk cId="1263043736" sldId="2147483642"/>
            <ac:spMk id="451" creationId="{EB5AA943-92CC-72DD-2BCE-F9C8F2ADEFEF}"/>
          </ac:spMkLst>
        </pc:spChg>
        <pc:spChg chg="add mod ord">
          <ac:chgData name="Jong-Min La" userId="730696ea-53a3-4e95-97a6-548a6563044c" providerId="ADAL" clId="{77DB2BBC-17F4-40AB-99E9-3FF5839C5203}" dt="2026-02-10T04:20:06.545" v="254" actId="1035"/>
          <ac:spMkLst>
            <pc:docMk/>
            <pc:sldMk cId="1263043736" sldId="2147483642"/>
            <ac:spMk id="458" creationId="{80497368-D4F8-6277-D996-77535B6A5B5C}"/>
          </ac:spMkLst>
        </pc:spChg>
        <pc:spChg chg="add mod">
          <ac:chgData name="Jong-Min La" userId="730696ea-53a3-4e95-97a6-548a6563044c" providerId="ADAL" clId="{77DB2BBC-17F4-40AB-99E9-3FF5839C5203}" dt="2026-02-10T04:21:12.915" v="288" actId="207"/>
          <ac:spMkLst>
            <pc:docMk/>
            <pc:sldMk cId="1263043736" sldId="2147483642"/>
            <ac:spMk id="460" creationId="{76B797F6-0DF5-63E1-006D-CCF6D021B14B}"/>
          </ac:spMkLst>
        </pc:spChg>
        <pc:spChg chg="add mod">
          <ac:chgData name="Jong-Min La" userId="730696ea-53a3-4e95-97a6-548a6563044c" providerId="ADAL" clId="{77DB2BBC-17F4-40AB-99E9-3FF5839C5203}" dt="2026-02-10T04:20:39.345" v="261" actId="571"/>
          <ac:spMkLst>
            <pc:docMk/>
            <pc:sldMk cId="1263043736" sldId="2147483642"/>
            <ac:spMk id="472" creationId="{ED19424C-704D-7634-6516-DBDFE33DEB30}"/>
          </ac:spMkLst>
        </pc:spChg>
        <pc:spChg chg="add mod">
          <ac:chgData name="Jong-Min La" userId="730696ea-53a3-4e95-97a6-548a6563044c" providerId="ADAL" clId="{77DB2BBC-17F4-40AB-99E9-3FF5839C5203}" dt="2026-02-10T04:21:10.055" v="287" actId="207"/>
          <ac:spMkLst>
            <pc:docMk/>
            <pc:sldMk cId="1263043736" sldId="2147483642"/>
            <ac:spMk id="474" creationId="{A3C59B25-EABA-5F22-8462-A8074C35FEA2}"/>
          </ac:spMkLst>
        </pc:spChg>
        <pc:spChg chg="add mod">
          <ac:chgData name="Jong-Min La" userId="730696ea-53a3-4e95-97a6-548a6563044c" providerId="ADAL" clId="{77DB2BBC-17F4-40AB-99E9-3FF5839C5203}" dt="2026-02-10T04:25:55.352" v="301" actId="207"/>
          <ac:spMkLst>
            <pc:docMk/>
            <pc:sldMk cId="1263043736" sldId="2147483642"/>
            <ac:spMk id="479" creationId="{120478D7-5251-409C-3FE1-A71A91303A01}"/>
          </ac:spMkLst>
        </pc:spChg>
        <pc:spChg chg="add mod">
          <ac:chgData name="Jong-Min La" userId="730696ea-53a3-4e95-97a6-548a6563044c" providerId="ADAL" clId="{77DB2BBC-17F4-40AB-99E9-3FF5839C5203}" dt="2026-02-10T05:39:34.696" v="707" actId="14100"/>
          <ac:spMkLst>
            <pc:docMk/>
            <pc:sldMk cId="1263043736" sldId="2147483642"/>
            <ac:spMk id="480" creationId="{998D410C-8B1E-20B1-C960-56EBD4742F03}"/>
          </ac:spMkLst>
        </pc:spChg>
        <pc:spChg chg="mod">
          <ac:chgData name="Jong-Min La" userId="730696ea-53a3-4e95-97a6-548a6563044c" providerId="ADAL" clId="{77DB2BBC-17F4-40AB-99E9-3FF5839C5203}" dt="2026-02-10T04:17:48.068" v="144" actId="1076"/>
          <ac:spMkLst>
            <pc:docMk/>
            <pc:sldMk cId="1263043736" sldId="2147483642"/>
            <ac:spMk id="485" creationId="{7A7299BF-39E7-5AEF-A72F-7E07344201E6}"/>
          </ac:spMkLst>
        </pc:spChg>
        <pc:grpChg chg="mod">
          <ac:chgData name="Jong-Min La" userId="730696ea-53a3-4e95-97a6-548a6563044c" providerId="ADAL" clId="{77DB2BBC-17F4-40AB-99E9-3FF5839C5203}" dt="2026-02-10T04:16:40.174" v="118" actId="1076"/>
          <ac:grpSpMkLst>
            <pc:docMk/>
            <pc:sldMk cId="1263043736" sldId="2147483642"/>
            <ac:grpSpMk id="20" creationId="{CF43198C-68C1-8616-F902-A99619E81C4F}"/>
          </ac:grpSpMkLst>
        </pc:grpChg>
        <pc:grpChg chg="add del">
          <ac:chgData name="Jong-Min La" userId="730696ea-53a3-4e95-97a6-548a6563044c" providerId="ADAL" clId="{77DB2BBC-17F4-40AB-99E9-3FF5839C5203}" dt="2026-02-10T04:14:23.701" v="74" actId="478"/>
          <ac:grpSpMkLst>
            <pc:docMk/>
            <pc:sldMk cId="1263043736" sldId="2147483642"/>
            <ac:grpSpMk id="37" creationId="{5427AB95-E1D0-EE42-CECC-774B8D2D5257}"/>
          </ac:grpSpMkLst>
        </pc:grpChg>
        <pc:cxnChg chg="mod">
          <ac:chgData name="Jong-Min La" userId="730696ea-53a3-4e95-97a6-548a6563044c" providerId="ADAL" clId="{77DB2BBC-17F4-40AB-99E9-3FF5839C5203}" dt="2026-02-10T04:20:28.720" v="259" actId="555"/>
          <ac:cxnSpMkLst>
            <pc:docMk/>
            <pc:sldMk cId="1263043736" sldId="2147483642"/>
            <ac:cxnSpMk id="25" creationId="{BFA6BCF6-C5B0-AAF7-5308-5B63FA3FCCC8}"/>
          </ac:cxnSpMkLst>
        </pc:cxnChg>
        <pc:cxnChg chg="mod">
          <ac:chgData name="Jong-Min La" userId="730696ea-53a3-4e95-97a6-548a6563044c" providerId="ADAL" clId="{77DB2BBC-17F4-40AB-99E9-3FF5839C5203}" dt="2026-02-10T04:20:28.720" v="259" actId="555"/>
          <ac:cxnSpMkLst>
            <pc:docMk/>
            <pc:sldMk cId="1263043736" sldId="2147483642"/>
            <ac:cxnSpMk id="46" creationId="{E17F41F6-F9EF-1571-5CA8-F9E34CB45E26}"/>
          </ac:cxnSpMkLst>
        </pc:cxnChg>
        <pc:cxnChg chg="mod">
          <ac:chgData name="Jong-Min La" userId="730696ea-53a3-4e95-97a6-548a6563044c" providerId="ADAL" clId="{77DB2BBC-17F4-40AB-99E9-3FF5839C5203}" dt="2026-02-10T04:21:25.363" v="291" actId="14100"/>
          <ac:cxnSpMkLst>
            <pc:docMk/>
            <pc:sldMk cId="1263043736" sldId="2147483642"/>
            <ac:cxnSpMk id="48" creationId="{0EFF7DE3-61F5-7F8B-4BBE-4F4B6B5F85EF}"/>
          </ac:cxnSpMkLst>
        </pc:cxnChg>
        <pc:cxnChg chg="mod">
          <ac:chgData name="Jong-Min La" userId="730696ea-53a3-4e95-97a6-548a6563044c" providerId="ADAL" clId="{77DB2BBC-17F4-40AB-99E9-3FF5839C5203}" dt="2026-02-10T04:19:18.416" v="232" actId="1076"/>
          <ac:cxnSpMkLst>
            <pc:docMk/>
            <pc:sldMk cId="1263043736" sldId="2147483642"/>
            <ac:cxnSpMk id="452" creationId="{8177712B-2BAB-6519-2B97-4E72D58301B4}"/>
          </ac:cxnSpMkLst>
        </pc:cxnChg>
        <pc:cxnChg chg="mod">
          <ac:chgData name="Jong-Min La" userId="730696ea-53a3-4e95-97a6-548a6563044c" providerId="ADAL" clId="{77DB2BBC-17F4-40AB-99E9-3FF5839C5203}" dt="2026-02-10T04:19:26.315" v="234" actId="14100"/>
          <ac:cxnSpMkLst>
            <pc:docMk/>
            <pc:sldMk cId="1263043736" sldId="2147483642"/>
            <ac:cxnSpMk id="455" creationId="{690CA130-C855-5D6B-A347-7F869942E61B}"/>
          </ac:cxnSpMkLst>
        </pc:cxnChg>
        <pc:cxnChg chg="mod">
          <ac:chgData name="Jong-Min La" userId="730696ea-53a3-4e95-97a6-548a6563044c" providerId="ADAL" clId="{77DB2BBC-17F4-40AB-99E9-3FF5839C5203}" dt="2026-02-10T04:19:23.542" v="233" actId="14100"/>
          <ac:cxnSpMkLst>
            <pc:docMk/>
            <pc:sldMk cId="1263043736" sldId="2147483642"/>
            <ac:cxnSpMk id="456" creationId="{E2E41A27-9C22-BAF0-DED1-BAACC31D3A06}"/>
          </ac:cxnSpMkLst>
        </pc:cxnChg>
        <pc:cxnChg chg="mod">
          <ac:chgData name="Jong-Min La" userId="730696ea-53a3-4e95-97a6-548a6563044c" providerId="ADAL" clId="{77DB2BBC-17F4-40AB-99E9-3FF5839C5203}" dt="2026-02-10T04:19:23.542" v="233" actId="14100"/>
          <ac:cxnSpMkLst>
            <pc:docMk/>
            <pc:sldMk cId="1263043736" sldId="2147483642"/>
            <ac:cxnSpMk id="473" creationId="{4A63ED68-F8D3-2102-D1C9-8D59DD0940E1}"/>
          </ac:cxnSpMkLst>
        </pc:cxnChg>
        <pc:cxnChg chg="add mod">
          <ac:chgData name="Jong-Min La" userId="730696ea-53a3-4e95-97a6-548a6563044c" providerId="ADAL" clId="{77DB2BBC-17F4-40AB-99E9-3FF5839C5203}" dt="2026-02-10T05:39:32.779" v="706" actId="1076"/>
          <ac:cxnSpMkLst>
            <pc:docMk/>
            <pc:sldMk cId="1263043736" sldId="2147483642"/>
            <ac:cxnSpMk id="486" creationId="{63432D45-60C3-15F2-F240-EDBB1B9E150A}"/>
          </ac:cxnSpMkLst>
        </pc:cxnChg>
        <pc:cxnChg chg="mod">
          <ac:chgData name="Jong-Min La" userId="730696ea-53a3-4e95-97a6-548a6563044c" providerId="ADAL" clId="{77DB2BBC-17F4-40AB-99E9-3FF5839C5203}" dt="2026-02-10T04:19:18.416" v="232" actId="1076"/>
          <ac:cxnSpMkLst>
            <pc:docMk/>
            <pc:sldMk cId="1263043736" sldId="2147483642"/>
            <ac:cxnSpMk id="497" creationId="{DCBB580C-817A-C495-639D-3DDB700508E7}"/>
          </ac:cxnSpMkLst>
        </pc:cxnChg>
      </pc:sldChg>
      <pc:sldChg chg="addSp delSp modSp mod">
        <pc:chgData name="Jong-Min La" userId="730696ea-53a3-4e95-97a6-548a6563044c" providerId="ADAL" clId="{77DB2BBC-17F4-40AB-99E9-3FF5839C5203}" dt="2026-02-10T05:39:40.969" v="709"/>
        <pc:sldMkLst>
          <pc:docMk/>
          <pc:sldMk cId="2032030479" sldId="2147483643"/>
        </pc:sldMkLst>
        <pc:spChg chg="add mod">
          <ac:chgData name="Jong-Min La" userId="730696ea-53a3-4e95-97a6-548a6563044c" providerId="ADAL" clId="{77DB2BBC-17F4-40AB-99E9-3FF5839C5203}" dt="2026-02-10T04:28:29.780" v="359"/>
          <ac:spMkLst>
            <pc:docMk/>
            <pc:sldMk cId="2032030479" sldId="2147483643"/>
            <ac:spMk id="13" creationId="{A3E7582E-4F89-2A10-2692-0E320223A541}"/>
          </ac:spMkLst>
        </pc:spChg>
        <pc:spChg chg="add mod">
          <ac:chgData name="Jong-Min La" userId="730696ea-53a3-4e95-97a6-548a6563044c" providerId="ADAL" clId="{77DB2BBC-17F4-40AB-99E9-3FF5839C5203}" dt="2026-02-10T04:28:29.780" v="359"/>
          <ac:spMkLst>
            <pc:docMk/>
            <pc:sldMk cId="2032030479" sldId="2147483643"/>
            <ac:spMk id="14" creationId="{895AC25A-041A-5B10-22A1-72F5B095F69D}"/>
          </ac:spMkLst>
        </pc:spChg>
        <pc:spChg chg="add mod">
          <ac:chgData name="Jong-Min La" userId="730696ea-53a3-4e95-97a6-548a6563044c" providerId="ADAL" clId="{77DB2BBC-17F4-40AB-99E9-3FF5839C5203}" dt="2026-02-10T04:28:29.780" v="359"/>
          <ac:spMkLst>
            <pc:docMk/>
            <pc:sldMk cId="2032030479" sldId="2147483643"/>
            <ac:spMk id="17" creationId="{7DBA67FC-4598-870A-E5FC-998836E5D398}"/>
          </ac:spMkLst>
        </pc:spChg>
        <pc:spChg chg="add mod">
          <ac:chgData name="Jong-Min La" userId="730696ea-53a3-4e95-97a6-548a6563044c" providerId="ADAL" clId="{77DB2BBC-17F4-40AB-99E9-3FF5839C5203}" dt="2026-02-10T05:39:40.969" v="709"/>
          <ac:spMkLst>
            <pc:docMk/>
            <pc:sldMk cId="2032030479" sldId="2147483643"/>
            <ac:spMk id="20" creationId="{310DB898-C7E5-9872-ABA9-9C0CAA9C7F81}"/>
          </ac:spMkLst>
        </pc:spChg>
        <pc:spChg chg="add mod">
          <ac:chgData name="Jong-Min La" userId="730696ea-53a3-4e95-97a6-548a6563044c" providerId="ADAL" clId="{77DB2BBC-17F4-40AB-99E9-3FF5839C5203}" dt="2026-02-10T04:28:29.780" v="359"/>
          <ac:spMkLst>
            <pc:docMk/>
            <pc:sldMk cId="2032030479" sldId="2147483643"/>
            <ac:spMk id="32" creationId="{D3E8540F-2A63-7B2C-FC70-14045ED9FA4E}"/>
          </ac:spMkLst>
        </pc:spChg>
        <pc:spChg chg="add mod">
          <ac:chgData name="Jong-Min La" userId="730696ea-53a3-4e95-97a6-548a6563044c" providerId="ADAL" clId="{77DB2BBC-17F4-40AB-99E9-3FF5839C5203}" dt="2026-02-10T04:28:29.780" v="359"/>
          <ac:spMkLst>
            <pc:docMk/>
            <pc:sldMk cId="2032030479" sldId="2147483643"/>
            <ac:spMk id="33" creationId="{1B56F31A-0E0A-506C-41D1-8367F1505A12}"/>
          </ac:spMkLst>
        </pc:spChg>
        <pc:spChg chg="add mod">
          <ac:chgData name="Jong-Min La" userId="730696ea-53a3-4e95-97a6-548a6563044c" providerId="ADAL" clId="{77DB2BBC-17F4-40AB-99E9-3FF5839C5203}" dt="2026-02-10T04:28:29.780" v="359"/>
          <ac:spMkLst>
            <pc:docMk/>
            <pc:sldMk cId="2032030479" sldId="2147483643"/>
            <ac:spMk id="35" creationId="{D24ED958-0373-C2EA-4BB9-B6B2FC1039F6}"/>
          </ac:spMkLst>
        </pc:spChg>
        <pc:spChg chg="add mod">
          <ac:chgData name="Jong-Min La" userId="730696ea-53a3-4e95-97a6-548a6563044c" providerId="ADAL" clId="{77DB2BBC-17F4-40AB-99E9-3FF5839C5203}" dt="2026-02-10T04:28:29.780" v="359"/>
          <ac:spMkLst>
            <pc:docMk/>
            <pc:sldMk cId="2032030479" sldId="2147483643"/>
            <ac:spMk id="452" creationId="{58780958-75F2-D84E-D16A-5F6E540D7450}"/>
          </ac:spMkLst>
        </pc:spChg>
        <pc:spChg chg="add mod">
          <ac:chgData name="Jong-Min La" userId="730696ea-53a3-4e95-97a6-548a6563044c" providerId="ADAL" clId="{77DB2BBC-17F4-40AB-99E9-3FF5839C5203}" dt="2026-02-10T04:28:29.780" v="359"/>
          <ac:spMkLst>
            <pc:docMk/>
            <pc:sldMk cId="2032030479" sldId="2147483643"/>
            <ac:spMk id="453" creationId="{037FE072-1DB4-6E6D-A856-345AFFD64602}"/>
          </ac:spMkLst>
        </pc:spChg>
        <pc:spChg chg="add mod">
          <ac:chgData name="Jong-Min La" userId="730696ea-53a3-4e95-97a6-548a6563044c" providerId="ADAL" clId="{77DB2BBC-17F4-40AB-99E9-3FF5839C5203}" dt="2026-02-10T04:28:29.780" v="359"/>
          <ac:spMkLst>
            <pc:docMk/>
            <pc:sldMk cId="2032030479" sldId="2147483643"/>
            <ac:spMk id="454" creationId="{CBFADDF6-6DC3-B0FA-B4DA-270A0A093B52}"/>
          </ac:spMkLst>
        </pc:spChg>
        <pc:spChg chg="add mod">
          <ac:chgData name="Jong-Min La" userId="730696ea-53a3-4e95-97a6-548a6563044c" providerId="ADAL" clId="{77DB2BBC-17F4-40AB-99E9-3FF5839C5203}" dt="2026-02-10T04:28:29.780" v="359"/>
          <ac:spMkLst>
            <pc:docMk/>
            <pc:sldMk cId="2032030479" sldId="2147483643"/>
            <ac:spMk id="455" creationId="{39C6E8DB-DB57-B113-D42E-3A24589CB876}"/>
          </ac:spMkLst>
        </pc:spChg>
        <pc:spChg chg="add mod">
          <ac:chgData name="Jong-Min La" userId="730696ea-53a3-4e95-97a6-548a6563044c" providerId="ADAL" clId="{77DB2BBC-17F4-40AB-99E9-3FF5839C5203}" dt="2026-02-10T04:28:57.313" v="364"/>
          <ac:spMkLst>
            <pc:docMk/>
            <pc:sldMk cId="2032030479" sldId="2147483643"/>
            <ac:spMk id="456" creationId="{08651302-5FC2-A1AF-6E1B-3BE2B9CBACA3}"/>
          </ac:spMkLst>
        </pc:spChg>
        <pc:spChg chg="mod">
          <ac:chgData name="Jong-Min La" userId="730696ea-53a3-4e95-97a6-548a6563044c" providerId="ADAL" clId="{77DB2BBC-17F4-40AB-99E9-3FF5839C5203}" dt="2026-02-10T04:29:08.115" v="367"/>
          <ac:spMkLst>
            <pc:docMk/>
            <pc:sldMk cId="2032030479" sldId="2147483643"/>
            <ac:spMk id="460" creationId="{42F234A2-8F08-7431-955A-F7F8A15ACF10}"/>
          </ac:spMkLst>
        </pc:spChg>
        <pc:spChg chg="mod">
          <ac:chgData name="Jong-Min La" userId="730696ea-53a3-4e95-97a6-548a6563044c" providerId="ADAL" clId="{77DB2BBC-17F4-40AB-99E9-3FF5839C5203}" dt="2026-02-10T04:29:08.115" v="367"/>
          <ac:spMkLst>
            <pc:docMk/>
            <pc:sldMk cId="2032030479" sldId="2147483643"/>
            <ac:spMk id="463" creationId="{2181A882-5442-03B5-07DC-D71B9E0F8DBF}"/>
          </ac:spMkLst>
        </pc:spChg>
        <pc:spChg chg="mod">
          <ac:chgData name="Jong-Min La" userId="730696ea-53a3-4e95-97a6-548a6563044c" providerId="ADAL" clId="{77DB2BBC-17F4-40AB-99E9-3FF5839C5203}" dt="2026-02-10T04:29:08.115" v="367"/>
          <ac:spMkLst>
            <pc:docMk/>
            <pc:sldMk cId="2032030479" sldId="2147483643"/>
            <ac:spMk id="464" creationId="{A298FA2D-1324-A166-7C03-8159691A8D8E}"/>
          </ac:spMkLst>
        </pc:spChg>
        <pc:spChg chg="mod">
          <ac:chgData name="Jong-Min La" userId="730696ea-53a3-4e95-97a6-548a6563044c" providerId="ADAL" clId="{77DB2BBC-17F4-40AB-99E9-3FF5839C5203}" dt="2026-02-10T04:29:08.115" v="367"/>
          <ac:spMkLst>
            <pc:docMk/>
            <pc:sldMk cId="2032030479" sldId="2147483643"/>
            <ac:spMk id="465" creationId="{B1FE2328-D3CF-0431-1860-97C8D204FB74}"/>
          </ac:spMkLst>
        </pc:spChg>
        <pc:spChg chg="mod">
          <ac:chgData name="Jong-Min La" userId="730696ea-53a3-4e95-97a6-548a6563044c" providerId="ADAL" clId="{77DB2BBC-17F4-40AB-99E9-3FF5839C5203}" dt="2026-02-10T04:29:08.115" v="367"/>
          <ac:spMkLst>
            <pc:docMk/>
            <pc:sldMk cId="2032030479" sldId="2147483643"/>
            <ac:spMk id="466" creationId="{767B0785-F0AC-EB53-5DEB-23BF594EE17F}"/>
          </ac:spMkLst>
        </pc:spChg>
        <pc:spChg chg="mod">
          <ac:chgData name="Jong-Min La" userId="730696ea-53a3-4e95-97a6-548a6563044c" providerId="ADAL" clId="{77DB2BBC-17F4-40AB-99E9-3FF5839C5203}" dt="2026-02-10T04:29:08.115" v="367"/>
          <ac:spMkLst>
            <pc:docMk/>
            <pc:sldMk cId="2032030479" sldId="2147483643"/>
            <ac:spMk id="467" creationId="{836C2B3E-692B-AD66-984F-092B2D866428}"/>
          </ac:spMkLst>
        </pc:spChg>
        <pc:grpChg chg="add mod">
          <ac:chgData name="Jong-Min La" userId="730696ea-53a3-4e95-97a6-548a6563044c" providerId="ADAL" clId="{77DB2BBC-17F4-40AB-99E9-3FF5839C5203}" dt="2026-02-10T04:29:08.115" v="367"/>
          <ac:grpSpMkLst>
            <pc:docMk/>
            <pc:sldMk cId="2032030479" sldId="2147483643"/>
            <ac:grpSpMk id="459" creationId="{91E418DB-4348-5965-42CA-F9992E344294}"/>
          </ac:grpSpMkLst>
        </pc:grpChg>
        <pc:grpChg chg="mod">
          <ac:chgData name="Jong-Min La" userId="730696ea-53a3-4e95-97a6-548a6563044c" providerId="ADAL" clId="{77DB2BBC-17F4-40AB-99E9-3FF5839C5203}" dt="2026-02-10T04:29:08.115" v="367"/>
          <ac:grpSpMkLst>
            <pc:docMk/>
            <pc:sldMk cId="2032030479" sldId="2147483643"/>
            <ac:grpSpMk id="461" creationId="{BA6FE02B-BEC9-4913-11C9-B7958E16BE8B}"/>
          </ac:grpSpMkLst>
        </pc:grpChg>
        <pc:grpChg chg="mod">
          <ac:chgData name="Jong-Min La" userId="730696ea-53a3-4e95-97a6-548a6563044c" providerId="ADAL" clId="{77DB2BBC-17F4-40AB-99E9-3FF5839C5203}" dt="2026-02-10T04:29:08.115" v="367"/>
          <ac:grpSpMkLst>
            <pc:docMk/>
            <pc:sldMk cId="2032030479" sldId="2147483643"/>
            <ac:grpSpMk id="462" creationId="{2F15B19E-0931-1108-B612-1E6E82D7F37B}"/>
          </ac:grpSpMkLst>
        </pc:grpChg>
        <pc:cxnChg chg="add mod">
          <ac:chgData name="Jong-Min La" userId="730696ea-53a3-4e95-97a6-548a6563044c" providerId="ADAL" clId="{77DB2BBC-17F4-40AB-99E9-3FF5839C5203}" dt="2026-02-10T05:39:40.969" v="709"/>
          <ac:cxnSpMkLst>
            <pc:docMk/>
            <pc:sldMk cId="2032030479" sldId="2147483643"/>
            <ac:cxnSpMk id="21" creationId="{3CCF0314-9F5D-0BEE-B362-4D62062F8857}"/>
          </ac:cxnSpMkLst>
        </pc:cxnChg>
      </pc:sldChg>
      <pc:sldChg chg="addSp delSp modSp mod">
        <pc:chgData name="Jong-Min La" userId="730696ea-53a3-4e95-97a6-548a6563044c" providerId="ADAL" clId="{77DB2BBC-17F4-40AB-99E9-3FF5839C5203}" dt="2026-02-10T05:39:43.831" v="711"/>
        <pc:sldMkLst>
          <pc:docMk/>
          <pc:sldMk cId="1887186937" sldId="2147483644"/>
        </pc:sldMkLst>
        <pc:spChg chg="add mod">
          <ac:chgData name="Jong-Min La" userId="730696ea-53a3-4e95-97a6-548a6563044c" providerId="ADAL" clId="{77DB2BBC-17F4-40AB-99E9-3FF5839C5203}" dt="2026-02-10T04:28:35.066" v="361"/>
          <ac:spMkLst>
            <pc:docMk/>
            <pc:sldMk cId="1887186937" sldId="2147483644"/>
            <ac:spMk id="13" creationId="{B79951C7-7907-8025-BB77-659A68BCA9C8}"/>
          </ac:spMkLst>
        </pc:spChg>
        <pc:spChg chg="add mod">
          <ac:chgData name="Jong-Min La" userId="730696ea-53a3-4e95-97a6-548a6563044c" providerId="ADAL" clId="{77DB2BBC-17F4-40AB-99E9-3FF5839C5203}" dt="2026-02-10T04:28:35.066" v="361"/>
          <ac:spMkLst>
            <pc:docMk/>
            <pc:sldMk cId="1887186937" sldId="2147483644"/>
            <ac:spMk id="14" creationId="{AE11B053-2FA6-26E0-4FC9-BA49186261A7}"/>
          </ac:spMkLst>
        </pc:spChg>
        <pc:spChg chg="add mod">
          <ac:chgData name="Jong-Min La" userId="730696ea-53a3-4e95-97a6-548a6563044c" providerId="ADAL" clId="{77DB2BBC-17F4-40AB-99E9-3FF5839C5203}" dt="2026-02-10T05:39:43.831" v="711"/>
          <ac:spMkLst>
            <pc:docMk/>
            <pc:sldMk cId="1887186937" sldId="2147483644"/>
            <ac:spMk id="20" creationId="{77F67838-E323-ED3A-8621-7825F98818B3}"/>
          </ac:spMkLst>
        </pc:spChg>
        <pc:spChg chg="add mod">
          <ac:chgData name="Jong-Min La" userId="730696ea-53a3-4e95-97a6-548a6563044c" providerId="ADAL" clId="{77DB2BBC-17F4-40AB-99E9-3FF5839C5203}" dt="2026-02-10T04:28:35.066" v="361"/>
          <ac:spMkLst>
            <pc:docMk/>
            <pc:sldMk cId="1887186937" sldId="2147483644"/>
            <ac:spMk id="24" creationId="{CA456EAA-5153-FA3A-7878-4AB2CC753F30}"/>
          </ac:spMkLst>
        </pc:spChg>
        <pc:spChg chg="add mod">
          <ac:chgData name="Jong-Min La" userId="730696ea-53a3-4e95-97a6-548a6563044c" providerId="ADAL" clId="{77DB2BBC-17F4-40AB-99E9-3FF5839C5203}" dt="2026-02-10T04:28:35.066" v="361"/>
          <ac:spMkLst>
            <pc:docMk/>
            <pc:sldMk cId="1887186937" sldId="2147483644"/>
            <ac:spMk id="42" creationId="{93B7DFE2-4508-4D22-E981-EC1296EBA874}"/>
          </ac:spMkLst>
        </pc:spChg>
        <pc:spChg chg="add mod">
          <ac:chgData name="Jong-Min La" userId="730696ea-53a3-4e95-97a6-548a6563044c" providerId="ADAL" clId="{77DB2BBC-17F4-40AB-99E9-3FF5839C5203}" dt="2026-02-10T04:28:35.066" v="361"/>
          <ac:spMkLst>
            <pc:docMk/>
            <pc:sldMk cId="1887186937" sldId="2147483644"/>
            <ac:spMk id="45" creationId="{F51F36C1-67C8-B7E2-B3D0-D319347C389F}"/>
          </ac:spMkLst>
        </pc:spChg>
        <pc:spChg chg="add mod">
          <ac:chgData name="Jong-Min La" userId="730696ea-53a3-4e95-97a6-548a6563044c" providerId="ADAL" clId="{77DB2BBC-17F4-40AB-99E9-3FF5839C5203}" dt="2026-02-10T04:28:35.066" v="361"/>
          <ac:spMkLst>
            <pc:docMk/>
            <pc:sldMk cId="1887186937" sldId="2147483644"/>
            <ac:spMk id="48" creationId="{32ACAE49-9F8C-F19C-54A6-79967CAFC793}"/>
          </ac:spMkLst>
        </pc:spChg>
        <pc:spChg chg="add mod">
          <ac:chgData name="Jong-Min La" userId="730696ea-53a3-4e95-97a6-548a6563044c" providerId="ADAL" clId="{77DB2BBC-17F4-40AB-99E9-3FF5839C5203}" dt="2026-02-10T04:28:35.066" v="361"/>
          <ac:spMkLst>
            <pc:docMk/>
            <pc:sldMk cId="1887186937" sldId="2147483644"/>
            <ac:spMk id="456" creationId="{06514A20-8CF1-C7E1-B7A7-91DFA2506B8A}"/>
          </ac:spMkLst>
        </pc:spChg>
        <pc:spChg chg="add mod">
          <ac:chgData name="Jong-Min La" userId="730696ea-53a3-4e95-97a6-548a6563044c" providerId="ADAL" clId="{77DB2BBC-17F4-40AB-99E9-3FF5839C5203}" dt="2026-02-10T04:28:35.066" v="361"/>
          <ac:spMkLst>
            <pc:docMk/>
            <pc:sldMk cId="1887186937" sldId="2147483644"/>
            <ac:spMk id="457" creationId="{EC3C29E7-D920-2145-B46E-C105DDC572F0}"/>
          </ac:spMkLst>
        </pc:spChg>
        <pc:spChg chg="add mod">
          <ac:chgData name="Jong-Min La" userId="730696ea-53a3-4e95-97a6-548a6563044c" providerId="ADAL" clId="{77DB2BBC-17F4-40AB-99E9-3FF5839C5203}" dt="2026-02-10T04:28:35.066" v="361"/>
          <ac:spMkLst>
            <pc:docMk/>
            <pc:sldMk cId="1887186937" sldId="2147483644"/>
            <ac:spMk id="458" creationId="{4967C536-7F3F-DC2F-81FC-DAA645C5190F}"/>
          </ac:spMkLst>
        </pc:spChg>
        <pc:spChg chg="add mod">
          <ac:chgData name="Jong-Min La" userId="730696ea-53a3-4e95-97a6-548a6563044c" providerId="ADAL" clId="{77DB2BBC-17F4-40AB-99E9-3FF5839C5203}" dt="2026-02-10T04:28:35.066" v="361"/>
          <ac:spMkLst>
            <pc:docMk/>
            <pc:sldMk cId="1887186937" sldId="2147483644"/>
            <ac:spMk id="459" creationId="{4A97CB2E-1308-62C7-354B-7D1FD9695050}"/>
          </ac:spMkLst>
        </pc:spChg>
        <pc:spChg chg="add mod">
          <ac:chgData name="Jong-Min La" userId="730696ea-53a3-4e95-97a6-548a6563044c" providerId="ADAL" clId="{77DB2BBC-17F4-40AB-99E9-3FF5839C5203}" dt="2026-02-10T04:28:58.424" v="365"/>
          <ac:spMkLst>
            <pc:docMk/>
            <pc:sldMk cId="1887186937" sldId="2147483644"/>
            <ac:spMk id="461" creationId="{6BD2BDD4-A1A8-451A-97AB-E08900C2DD45}"/>
          </ac:spMkLst>
        </pc:spChg>
        <pc:spChg chg="mod">
          <ac:chgData name="Jong-Min La" userId="730696ea-53a3-4e95-97a6-548a6563044c" providerId="ADAL" clId="{77DB2BBC-17F4-40AB-99E9-3FF5839C5203}" dt="2026-02-10T04:29:09.093" v="368"/>
          <ac:spMkLst>
            <pc:docMk/>
            <pc:sldMk cId="1887186937" sldId="2147483644"/>
            <ac:spMk id="465" creationId="{721179B7-895B-2972-573D-8D6976084FB8}"/>
          </ac:spMkLst>
        </pc:spChg>
        <pc:spChg chg="mod">
          <ac:chgData name="Jong-Min La" userId="730696ea-53a3-4e95-97a6-548a6563044c" providerId="ADAL" clId="{77DB2BBC-17F4-40AB-99E9-3FF5839C5203}" dt="2026-02-10T04:29:09.093" v="368"/>
          <ac:spMkLst>
            <pc:docMk/>
            <pc:sldMk cId="1887186937" sldId="2147483644"/>
            <ac:spMk id="468" creationId="{C12F7751-556D-1213-EF7E-5BE5AE2273E8}"/>
          </ac:spMkLst>
        </pc:spChg>
        <pc:spChg chg="mod">
          <ac:chgData name="Jong-Min La" userId="730696ea-53a3-4e95-97a6-548a6563044c" providerId="ADAL" clId="{77DB2BBC-17F4-40AB-99E9-3FF5839C5203}" dt="2026-02-10T04:29:09.093" v="368"/>
          <ac:spMkLst>
            <pc:docMk/>
            <pc:sldMk cId="1887186937" sldId="2147483644"/>
            <ac:spMk id="469" creationId="{0909271C-62EB-B622-099E-36C8D3CECCD4}"/>
          </ac:spMkLst>
        </pc:spChg>
        <pc:spChg chg="mod">
          <ac:chgData name="Jong-Min La" userId="730696ea-53a3-4e95-97a6-548a6563044c" providerId="ADAL" clId="{77DB2BBC-17F4-40AB-99E9-3FF5839C5203}" dt="2026-02-10T04:29:09.093" v="368"/>
          <ac:spMkLst>
            <pc:docMk/>
            <pc:sldMk cId="1887186937" sldId="2147483644"/>
            <ac:spMk id="470" creationId="{77A0D778-3961-49C7-4ECC-C8301BCB1428}"/>
          </ac:spMkLst>
        </pc:spChg>
        <pc:spChg chg="mod">
          <ac:chgData name="Jong-Min La" userId="730696ea-53a3-4e95-97a6-548a6563044c" providerId="ADAL" clId="{77DB2BBC-17F4-40AB-99E9-3FF5839C5203}" dt="2026-02-10T04:29:09.093" v="368"/>
          <ac:spMkLst>
            <pc:docMk/>
            <pc:sldMk cId="1887186937" sldId="2147483644"/>
            <ac:spMk id="471" creationId="{2CC9F429-428D-5AE7-C6A4-A0678381A273}"/>
          </ac:spMkLst>
        </pc:spChg>
        <pc:spChg chg="mod">
          <ac:chgData name="Jong-Min La" userId="730696ea-53a3-4e95-97a6-548a6563044c" providerId="ADAL" clId="{77DB2BBC-17F4-40AB-99E9-3FF5839C5203}" dt="2026-02-10T04:29:09.093" v="368"/>
          <ac:spMkLst>
            <pc:docMk/>
            <pc:sldMk cId="1887186937" sldId="2147483644"/>
            <ac:spMk id="472" creationId="{0A8070AF-1FBE-DF4A-C7BE-657F275B5B6C}"/>
          </ac:spMkLst>
        </pc:spChg>
        <pc:grpChg chg="add mod">
          <ac:chgData name="Jong-Min La" userId="730696ea-53a3-4e95-97a6-548a6563044c" providerId="ADAL" clId="{77DB2BBC-17F4-40AB-99E9-3FF5839C5203}" dt="2026-02-10T04:29:09.093" v="368"/>
          <ac:grpSpMkLst>
            <pc:docMk/>
            <pc:sldMk cId="1887186937" sldId="2147483644"/>
            <ac:grpSpMk id="464" creationId="{7770C1B8-ADBF-838C-4D16-35260FCFB5EF}"/>
          </ac:grpSpMkLst>
        </pc:grpChg>
        <pc:grpChg chg="mod">
          <ac:chgData name="Jong-Min La" userId="730696ea-53a3-4e95-97a6-548a6563044c" providerId="ADAL" clId="{77DB2BBC-17F4-40AB-99E9-3FF5839C5203}" dt="2026-02-10T04:29:09.093" v="368"/>
          <ac:grpSpMkLst>
            <pc:docMk/>
            <pc:sldMk cId="1887186937" sldId="2147483644"/>
            <ac:grpSpMk id="466" creationId="{38654FF3-5EED-3315-3911-4753AF9B69B2}"/>
          </ac:grpSpMkLst>
        </pc:grpChg>
        <pc:grpChg chg="mod">
          <ac:chgData name="Jong-Min La" userId="730696ea-53a3-4e95-97a6-548a6563044c" providerId="ADAL" clId="{77DB2BBC-17F4-40AB-99E9-3FF5839C5203}" dt="2026-02-10T04:29:09.093" v="368"/>
          <ac:grpSpMkLst>
            <pc:docMk/>
            <pc:sldMk cId="1887186937" sldId="2147483644"/>
            <ac:grpSpMk id="467" creationId="{611A9A3A-2E87-77BF-A6B7-E43E5EFDDCD7}"/>
          </ac:grpSpMkLst>
        </pc:grpChg>
        <pc:cxnChg chg="add mod">
          <ac:chgData name="Jong-Min La" userId="730696ea-53a3-4e95-97a6-548a6563044c" providerId="ADAL" clId="{77DB2BBC-17F4-40AB-99E9-3FF5839C5203}" dt="2026-02-10T05:39:43.831" v="711"/>
          <ac:cxnSpMkLst>
            <pc:docMk/>
            <pc:sldMk cId="1887186937" sldId="2147483644"/>
            <ac:cxnSpMk id="21" creationId="{F1FA4E1B-662F-CC4C-DD5C-61BD1AE1DA01}"/>
          </ac:cxnSpMkLst>
        </pc:cxnChg>
      </pc:sldChg>
      <pc:sldChg chg="addSp delSp modSp mod">
        <pc:chgData name="Jong-Min La" userId="730696ea-53a3-4e95-97a6-548a6563044c" providerId="ADAL" clId="{77DB2BBC-17F4-40AB-99E9-3FF5839C5203}" dt="2026-02-10T05:39:46.462" v="713"/>
        <pc:sldMkLst>
          <pc:docMk/>
          <pc:sldMk cId="350398621" sldId="2147483645"/>
        </pc:sldMkLst>
        <pc:spChg chg="add mod">
          <ac:chgData name="Jong-Min La" userId="730696ea-53a3-4e95-97a6-548a6563044c" providerId="ADAL" clId="{77DB2BBC-17F4-40AB-99E9-3FF5839C5203}" dt="2026-02-10T05:39:46.462" v="713"/>
          <ac:spMkLst>
            <pc:docMk/>
            <pc:sldMk cId="350398621" sldId="2147483645"/>
            <ac:spMk id="13" creationId="{57E17DEF-8930-B355-2DC3-9FD48F4FCE5F}"/>
          </ac:spMkLst>
        </pc:spChg>
        <pc:spChg chg="add mod">
          <ac:chgData name="Jong-Min La" userId="730696ea-53a3-4e95-97a6-548a6563044c" providerId="ADAL" clId="{77DB2BBC-17F4-40AB-99E9-3FF5839C5203}" dt="2026-02-10T04:28:39.499" v="363"/>
          <ac:spMkLst>
            <pc:docMk/>
            <pc:sldMk cId="350398621" sldId="2147483645"/>
            <ac:spMk id="40" creationId="{BB2A9287-2F4C-5E8E-4639-9E07F9B3A109}"/>
          </ac:spMkLst>
        </pc:spChg>
        <pc:spChg chg="add mod">
          <ac:chgData name="Jong-Min La" userId="730696ea-53a3-4e95-97a6-548a6563044c" providerId="ADAL" clId="{77DB2BBC-17F4-40AB-99E9-3FF5839C5203}" dt="2026-02-10T04:28:39.499" v="363"/>
          <ac:spMkLst>
            <pc:docMk/>
            <pc:sldMk cId="350398621" sldId="2147483645"/>
            <ac:spMk id="46" creationId="{AAE3BF5F-4479-7FE4-EA12-3E853D4B6F90}"/>
          </ac:spMkLst>
        </pc:spChg>
        <pc:spChg chg="add mod">
          <ac:chgData name="Jong-Min La" userId="730696ea-53a3-4e95-97a6-548a6563044c" providerId="ADAL" clId="{77DB2BBC-17F4-40AB-99E9-3FF5839C5203}" dt="2026-02-10T04:28:39.499" v="363"/>
          <ac:spMkLst>
            <pc:docMk/>
            <pc:sldMk cId="350398621" sldId="2147483645"/>
            <ac:spMk id="51" creationId="{8C913D9D-0829-B663-E838-3CAD92EC3BA3}"/>
          </ac:spMkLst>
        </pc:spChg>
        <pc:spChg chg="add mod">
          <ac:chgData name="Jong-Min La" userId="730696ea-53a3-4e95-97a6-548a6563044c" providerId="ADAL" clId="{77DB2BBC-17F4-40AB-99E9-3FF5839C5203}" dt="2026-02-10T04:28:39.499" v="363"/>
          <ac:spMkLst>
            <pc:docMk/>
            <pc:sldMk cId="350398621" sldId="2147483645"/>
            <ac:spMk id="52" creationId="{6611CF81-A343-0D06-D783-8785E9329591}"/>
          </ac:spMkLst>
        </pc:spChg>
        <pc:spChg chg="add mod">
          <ac:chgData name="Jong-Min La" userId="730696ea-53a3-4e95-97a6-548a6563044c" providerId="ADAL" clId="{77DB2BBC-17F4-40AB-99E9-3FF5839C5203}" dt="2026-02-10T04:28:39.499" v="363"/>
          <ac:spMkLst>
            <pc:docMk/>
            <pc:sldMk cId="350398621" sldId="2147483645"/>
            <ac:spMk id="450" creationId="{1DAE87E1-1741-A6DA-E013-F96315F7D493}"/>
          </ac:spMkLst>
        </pc:spChg>
        <pc:spChg chg="add mod">
          <ac:chgData name="Jong-Min La" userId="730696ea-53a3-4e95-97a6-548a6563044c" providerId="ADAL" clId="{77DB2BBC-17F4-40AB-99E9-3FF5839C5203}" dt="2026-02-10T04:28:39.499" v="363"/>
          <ac:spMkLst>
            <pc:docMk/>
            <pc:sldMk cId="350398621" sldId="2147483645"/>
            <ac:spMk id="455" creationId="{BF8C1BE5-6392-50DE-607C-042857ADB1F5}"/>
          </ac:spMkLst>
        </pc:spChg>
        <pc:spChg chg="add mod">
          <ac:chgData name="Jong-Min La" userId="730696ea-53a3-4e95-97a6-548a6563044c" providerId="ADAL" clId="{77DB2BBC-17F4-40AB-99E9-3FF5839C5203}" dt="2026-02-10T04:28:39.499" v="363"/>
          <ac:spMkLst>
            <pc:docMk/>
            <pc:sldMk cId="350398621" sldId="2147483645"/>
            <ac:spMk id="456" creationId="{3D1B3BC4-619F-B58D-3BD9-DE99946A96CB}"/>
          </ac:spMkLst>
        </pc:spChg>
        <pc:spChg chg="add mod">
          <ac:chgData name="Jong-Min La" userId="730696ea-53a3-4e95-97a6-548a6563044c" providerId="ADAL" clId="{77DB2BBC-17F4-40AB-99E9-3FF5839C5203}" dt="2026-02-10T04:28:39.499" v="363"/>
          <ac:spMkLst>
            <pc:docMk/>
            <pc:sldMk cId="350398621" sldId="2147483645"/>
            <ac:spMk id="457" creationId="{6E32EC0C-0D35-7DED-86E8-0F8EC449AC06}"/>
          </ac:spMkLst>
        </pc:spChg>
        <pc:spChg chg="add mod">
          <ac:chgData name="Jong-Min La" userId="730696ea-53a3-4e95-97a6-548a6563044c" providerId="ADAL" clId="{77DB2BBC-17F4-40AB-99E9-3FF5839C5203}" dt="2026-02-10T04:28:39.499" v="363"/>
          <ac:spMkLst>
            <pc:docMk/>
            <pc:sldMk cId="350398621" sldId="2147483645"/>
            <ac:spMk id="458" creationId="{4B28503D-47CD-987A-7D2E-620C6925D694}"/>
          </ac:spMkLst>
        </pc:spChg>
        <pc:spChg chg="add mod">
          <ac:chgData name="Jong-Min La" userId="730696ea-53a3-4e95-97a6-548a6563044c" providerId="ADAL" clId="{77DB2BBC-17F4-40AB-99E9-3FF5839C5203}" dt="2026-02-10T04:28:39.499" v="363"/>
          <ac:spMkLst>
            <pc:docMk/>
            <pc:sldMk cId="350398621" sldId="2147483645"/>
            <ac:spMk id="459" creationId="{81FB19E2-330B-923A-A65D-2C19868D1111}"/>
          </ac:spMkLst>
        </pc:spChg>
        <pc:spChg chg="add mod">
          <ac:chgData name="Jong-Min La" userId="730696ea-53a3-4e95-97a6-548a6563044c" providerId="ADAL" clId="{77DB2BBC-17F4-40AB-99E9-3FF5839C5203}" dt="2026-02-10T04:28:59.399" v="366"/>
          <ac:spMkLst>
            <pc:docMk/>
            <pc:sldMk cId="350398621" sldId="2147483645"/>
            <ac:spMk id="460" creationId="{02DF7C60-5B80-C024-293A-2D55F8F9E5B6}"/>
          </ac:spMkLst>
        </pc:spChg>
        <pc:spChg chg="mod">
          <ac:chgData name="Jong-Min La" userId="730696ea-53a3-4e95-97a6-548a6563044c" providerId="ADAL" clId="{77DB2BBC-17F4-40AB-99E9-3FF5839C5203}" dt="2026-02-10T04:29:10.051" v="369"/>
          <ac:spMkLst>
            <pc:docMk/>
            <pc:sldMk cId="350398621" sldId="2147483645"/>
            <ac:spMk id="464" creationId="{FB8E3668-9965-C373-BD6C-015DA6E97B97}"/>
          </ac:spMkLst>
        </pc:spChg>
        <pc:spChg chg="mod">
          <ac:chgData name="Jong-Min La" userId="730696ea-53a3-4e95-97a6-548a6563044c" providerId="ADAL" clId="{77DB2BBC-17F4-40AB-99E9-3FF5839C5203}" dt="2026-02-10T04:29:10.051" v="369"/>
          <ac:spMkLst>
            <pc:docMk/>
            <pc:sldMk cId="350398621" sldId="2147483645"/>
            <ac:spMk id="470" creationId="{0F2F53D5-F505-344E-AD5D-12C6F5D73AAA}"/>
          </ac:spMkLst>
        </pc:spChg>
        <pc:spChg chg="mod">
          <ac:chgData name="Jong-Min La" userId="730696ea-53a3-4e95-97a6-548a6563044c" providerId="ADAL" clId="{77DB2BBC-17F4-40AB-99E9-3FF5839C5203}" dt="2026-02-10T04:29:10.051" v="369"/>
          <ac:spMkLst>
            <pc:docMk/>
            <pc:sldMk cId="350398621" sldId="2147483645"/>
            <ac:spMk id="471" creationId="{CCB926A8-5F45-E8E2-A171-DD17390E7ADC}"/>
          </ac:spMkLst>
        </pc:spChg>
        <pc:spChg chg="mod">
          <ac:chgData name="Jong-Min La" userId="730696ea-53a3-4e95-97a6-548a6563044c" providerId="ADAL" clId="{77DB2BBC-17F4-40AB-99E9-3FF5839C5203}" dt="2026-02-10T04:29:10.051" v="369"/>
          <ac:spMkLst>
            <pc:docMk/>
            <pc:sldMk cId="350398621" sldId="2147483645"/>
            <ac:spMk id="472" creationId="{79B66B80-505B-2D1C-E446-BED4D0D1DD18}"/>
          </ac:spMkLst>
        </pc:spChg>
        <pc:spChg chg="mod">
          <ac:chgData name="Jong-Min La" userId="730696ea-53a3-4e95-97a6-548a6563044c" providerId="ADAL" clId="{77DB2BBC-17F4-40AB-99E9-3FF5839C5203}" dt="2026-02-10T04:29:10.051" v="369"/>
          <ac:spMkLst>
            <pc:docMk/>
            <pc:sldMk cId="350398621" sldId="2147483645"/>
            <ac:spMk id="473" creationId="{267E618F-B57A-20A5-461D-E826C6AC0B1C}"/>
          </ac:spMkLst>
        </pc:spChg>
        <pc:spChg chg="mod">
          <ac:chgData name="Jong-Min La" userId="730696ea-53a3-4e95-97a6-548a6563044c" providerId="ADAL" clId="{77DB2BBC-17F4-40AB-99E9-3FF5839C5203}" dt="2026-02-10T04:29:10.051" v="369"/>
          <ac:spMkLst>
            <pc:docMk/>
            <pc:sldMk cId="350398621" sldId="2147483645"/>
            <ac:spMk id="474" creationId="{D5EC88A8-2DE7-E7EC-DE85-6FB6A5FE0CE0}"/>
          </ac:spMkLst>
        </pc:spChg>
        <pc:grpChg chg="add mod">
          <ac:chgData name="Jong-Min La" userId="730696ea-53a3-4e95-97a6-548a6563044c" providerId="ADAL" clId="{77DB2BBC-17F4-40AB-99E9-3FF5839C5203}" dt="2026-02-10T04:29:10.051" v="369"/>
          <ac:grpSpMkLst>
            <pc:docMk/>
            <pc:sldMk cId="350398621" sldId="2147483645"/>
            <ac:grpSpMk id="463" creationId="{7FC302AB-4D39-C623-6C40-54B12F754C6E}"/>
          </ac:grpSpMkLst>
        </pc:grpChg>
        <pc:grpChg chg="mod">
          <ac:chgData name="Jong-Min La" userId="730696ea-53a3-4e95-97a6-548a6563044c" providerId="ADAL" clId="{77DB2BBC-17F4-40AB-99E9-3FF5839C5203}" dt="2026-02-10T04:29:10.051" v="369"/>
          <ac:grpSpMkLst>
            <pc:docMk/>
            <pc:sldMk cId="350398621" sldId="2147483645"/>
            <ac:grpSpMk id="465" creationId="{480295F8-8501-FF6D-D92B-4A2EDEE75AE1}"/>
          </ac:grpSpMkLst>
        </pc:grpChg>
        <pc:grpChg chg="mod">
          <ac:chgData name="Jong-Min La" userId="730696ea-53a3-4e95-97a6-548a6563044c" providerId="ADAL" clId="{77DB2BBC-17F4-40AB-99E9-3FF5839C5203}" dt="2026-02-10T04:29:10.051" v="369"/>
          <ac:grpSpMkLst>
            <pc:docMk/>
            <pc:sldMk cId="350398621" sldId="2147483645"/>
            <ac:grpSpMk id="467" creationId="{DDFEEFCD-D8F4-22CE-6222-95A96ABAB7F1}"/>
          </ac:grpSpMkLst>
        </pc:grpChg>
        <pc:cxnChg chg="add mod">
          <ac:chgData name="Jong-Min La" userId="730696ea-53a3-4e95-97a6-548a6563044c" providerId="ADAL" clId="{77DB2BBC-17F4-40AB-99E9-3FF5839C5203}" dt="2026-02-10T05:39:46.462" v="713"/>
          <ac:cxnSpMkLst>
            <pc:docMk/>
            <pc:sldMk cId="350398621" sldId="2147483645"/>
            <ac:cxnSpMk id="14" creationId="{25261C25-79EE-2DB7-592A-B98B69E75104}"/>
          </ac:cxnSpMkLst>
        </pc:cxnChg>
      </pc:sldChg>
      <pc:sldChg chg="addSp delSp modSp mod">
        <pc:chgData name="Jong-Min La" userId="730696ea-53a3-4e95-97a6-548a6563044c" providerId="ADAL" clId="{77DB2BBC-17F4-40AB-99E9-3FF5839C5203}" dt="2026-02-23T07:39:56.162" v="784"/>
        <pc:sldMkLst>
          <pc:docMk/>
          <pc:sldMk cId="721040255" sldId="2147483647"/>
        </pc:sldMkLst>
        <pc:spChg chg="add mod">
          <ac:chgData name="Jong-Min La" userId="730696ea-53a3-4e95-97a6-548a6563044c" providerId="ADAL" clId="{77DB2BBC-17F4-40AB-99E9-3FF5839C5203}" dt="2026-02-23T07:39:56.162" v="784"/>
          <ac:spMkLst>
            <pc:docMk/>
            <pc:sldMk cId="721040255" sldId="2147483647"/>
            <ac:spMk id="8" creationId="{F0D52772-7D4A-D743-7BF5-46A4D483BD86}"/>
          </ac:spMkLst>
        </pc:spChg>
        <pc:spChg chg="mod">
          <ac:chgData name="Jong-Min La" userId="730696ea-53a3-4e95-97a6-548a6563044c" providerId="ADAL" clId="{77DB2BBC-17F4-40AB-99E9-3FF5839C5203}" dt="2026-02-10T04:56:39.670" v="631"/>
          <ac:spMkLst>
            <pc:docMk/>
            <pc:sldMk cId="721040255" sldId="2147483647"/>
            <ac:spMk id="11" creationId="{C78DCCDE-0657-3ED8-348F-BF9C0528626B}"/>
          </ac:spMkLst>
        </pc:spChg>
        <pc:spChg chg="mod">
          <ac:chgData name="Jong-Min La" userId="730696ea-53a3-4e95-97a6-548a6563044c" providerId="ADAL" clId="{77DB2BBC-17F4-40AB-99E9-3FF5839C5203}" dt="2026-02-23T07:39:41.372" v="781" actId="1076"/>
          <ac:spMkLst>
            <pc:docMk/>
            <pc:sldMk cId="721040255" sldId="2147483647"/>
            <ac:spMk id="43" creationId="{B747F992-D4AE-26E5-6DC8-82A345CDE486}"/>
          </ac:spMkLst>
        </pc:spChg>
        <pc:spChg chg="mod">
          <ac:chgData name="Jong-Min La" userId="730696ea-53a3-4e95-97a6-548a6563044c" providerId="ADAL" clId="{77DB2BBC-17F4-40AB-99E9-3FF5839C5203}" dt="2026-02-23T07:39:41.372" v="781" actId="1076"/>
          <ac:spMkLst>
            <pc:docMk/>
            <pc:sldMk cId="721040255" sldId="2147483647"/>
            <ac:spMk id="45" creationId="{6CE2B13D-C25E-A9E2-3DD1-EE6C85BE62F5}"/>
          </ac:spMkLst>
        </pc:spChg>
        <pc:spChg chg="mod">
          <ac:chgData name="Jong-Min La" userId="730696ea-53a3-4e95-97a6-548a6563044c" providerId="ADAL" clId="{77DB2BBC-17F4-40AB-99E9-3FF5839C5203}" dt="2026-02-23T07:39:32.085" v="779" actId="20577"/>
          <ac:spMkLst>
            <pc:docMk/>
            <pc:sldMk cId="721040255" sldId="2147483647"/>
            <ac:spMk id="55" creationId="{048D3122-26EA-26ED-97E3-80C98CB6D10A}"/>
          </ac:spMkLst>
        </pc:spChg>
        <pc:spChg chg="mod">
          <ac:chgData name="Jong-Min La" userId="730696ea-53a3-4e95-97a6-548a6563044c" providerId="ADAL" clId="{77DB2BBC-17F4-40AB-99E9-3FF5839C5203}" dt="2026-02-23T07:39:41.372" v="781" actId="1076"/>
          <ac:spMkLst>
            <pc:docMk/>
            <pc:sldMk cId="721040255" sldId="2147483647"/>
            <ac:spMk id="79" creationId="{1E447878-CE61-8ADE-B146-B0867D529571}"/>
          </ac:spMkLst>
        </pc:spChg>
        <pc:spChg chg="mod">
          <ac:chgData name="Jong-Min La" userId="730696ea-53a3-4e95-97a6-548a6563044c" providerId="ADAL" clId="{77DB2BBC-17F4-40AB-99E9-3FF5839C5203}" dt="2026-02-23T07:39:41.372" v="781" actId="1076"/>
          <ac:spMkLst>
            <pc:docMk/>
            <pc:sldMk cId="721040255" sldId="2147483647"/>
            <ac:spMk id="80" creationId="{A0D47DF7-7E5F-C733-72FE-E85050B8875D}"/>
          </ac:spMkLst>
        </pc:spChg>
        <pc:spChg chg="mod">
          <ac:chgData name="Jong-Min La" userId="730696ea-53a3-4e95-97a6-548a6563044c" providerId="ADAL" clId="{77DB2BBC-17F4-40AB-99E9-3FF5839C5203}" dt="2026-02-23T07:39:41.372" v="781" actId="1076"/>
          <ac:spMkLst>
            <pc:docMk/>
            <pc:sldMk cId="721040255" sldId="2147483647"/>
            <ac:spMk id="81" creationId="{6568969F-D0CA-21F5-A13D-745571F29E2E}"/>
          </ac:spMkLst>
        </pc:spChg>
        <pc:spChg chg="mod">
          <ac:chgData name="Jong-Min La" userId="730696ea-53a3-4e95-97a6-548a6563044c" providerId="ADAL" clId="{77DB2BBC-17F4-40AB-99E9-3FF5839C5203}" dt="2026-02-23T07:39:41.372" v="781" actId="1076"/>
          <ac:spMkLst>
            <pc:docMk/>
            <pc:sldMk cId="721040255" sldId="2147483647"/>
            <ac:spMk id="82" creationId="{AC008F56-34E9-7470-1F87-BF8120CF5095}"/>
          </ac:spMkLst>
        </pc:spChg>
        <pc:spChg chg="mod">
          <ac:chgData name="Jong-Min La" userId="730696ea-53a3-4e95-97a6-548a6563044c" providerId="ADAL" clId="{77DB2BBC-17F4-40AB-99E9-3FF5839C5203}" dt="2026-02-23T07:39:41.372" v="781" actId="1076"/>
          <ac:spMkLst>
            <pc:docMk/>
            <pc:sldMk cId="721040255" sldId="2147483647"/>
            <ac:spMk id="83" creationId="{1EA5CCD7-D9FF-FBA0-26F2-65C49729D27F}"/>
          </ac:spMkLst>
        </pc:spChg>
        <pc:spChg chg="mod">
          <ac:chgData name="Jong-Min La" userId="730696ea-53a3-4e95-97a6-548a6563044c" providerId="ADAL" clId="{77DB2BBC-17F4-40AB-99E9-3FF5839C5203}" dt="2026-02-23T07:39:41.372" v="781" actId="1076"/>
          <ac:spMkLst>
            <pc:docMk/>
            <pc:sldMk cId="721040255" sldId="2147483647"/>
            <ac:spMk id="84" creationId="{5C78DD97-2923-FCED-1A61-5966FF7B7CC3}"/>
          </ac:spMkLst>
        </pc:spChg>
        <pc:spChg chg="mod">
          <ac:chgData name="Jong-Min La" userId="730696ea-53a3-4e95-97a6-548a6563044c" providerId="ADAL" clId="{77DB2BBC-17F4-40AB-99E9-3FF5839C5203}" dt="2026-02-23T07:39:41.372" v="781" actId="1076"/>
          <ac:spMkLst>
            <pc:docMk/>
            <pc:sldMk cId="721040255" sldId="2147483647"/>
            <ac:spMk id="85" creationId="{6607A20E-21B8-FF9F-B7D7-AD71137FD051}"/>
          </ac:spMkLst>
        </pc:spChg>
        <pc:spChg chg="mod">
          <ac:chgData name="Jong-Min La" userId="730696ea-53a3-4e95-97a6-548a6563044c" providerId="ADAL" clId="{77DB2BBC-17F4-40AB-99E9-3FF5839C5203}" dt="2026-02-23T07:39:45.055" v="782" actId="14100"/>
          <ac:spMkLst>
            <pc:docMk/>
            <pc:sldMk cId="721040255" sldId="2147483647"/>
            <ac:spMk id="87" creationId="{B3ED8A40-A29B-2E45-5997-4E5A1241D1AC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8666024D-E06C-4587-8F9E-A8DBD365BCE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8118E92-D709-43F1-BED1-85F9CC36F0B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1C63BC-B9FD-4171-9A84-8F41AA64779F}" type="datetimeFigureOut">
              <a:rPr lang="ko-KR" altLang="en-US" smtClean="0"/>
              <a:t>2026-02-23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987501-8DA3-4367-A249-2AA9064C648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987059D-DBEF-4A7F-9E46-2BA29BA223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3E6ECA-35AF-4EF6-9E0A-33C35721C6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493039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118373-4A83-4326-B966-907D19D2860B}" type="datetimeFigureOut">
              <a:rPr lang="ko-KR" altLang="en-US" smtClean="0"/>
              <a:t>2026-02-23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8E3303-2CD4-4F2B-8A39-595BB38D56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319642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4231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873DCFE6-8B2E-48FD-8313-F2F22D0A97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3776" y="6308401"/>
            <a:ext cx="1220341" cy="324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5BEE59A-EDB6-4989-A4F1-D7DB63A17EC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7025" y="226106"/>
            <a:ext cx="1775135" cy="6120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A5B8807-B0BE-4696-943F-9270BD2D000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2710" t="12953" r="1544" b="19017"/>
          <a:stretch/>
        </p:blipFill>
        <p:spPr>
          <a:xfrm>
            <a:off x="982493" y="1461156"/>
            <a:ext cx="4293321" cy="486000"/>
          </a:xfrm>
          <a:prstGeom prst="rect">
            <a:avLst/>
          </a:prstGeom>
        </p:spPr>
      </p:pic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4A7B77C-1F00-4BA8-92A0-E298209695ED}"/>
              </a:ext>
            </a:extLst>
          </p:cNvPr>
          <p:cNvCxnSpPr>
            <a:cxnSpLocks/>
          </p:cNvCxnSpPr>
          <p:nvPr userDrawn="1"/>
        </p:nvCxnSpPr>
        <p:spPr>
          <a:xfrm>
            <a:off x="1092200" y="3681924"/>
            <a:ext cx="1174926" cy="0"/>
          </a:xfrm>
          <a:prstGeom prst="line">
            <a:avLst/>
          </a:prstGeom>
          <a:ln w="19050">
            <a:solidFill>
              <a:srgbClr val="F582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17529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_목차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873DCFE6-8B2E-48FD-8313-F2F22D0A97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3776" y="6308401"/>
            <a:ext cx="1220341" cy="324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5BEE59A-EDB6-4989-A4F1-D7DB63A17EC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7025" y="226106"/>
            <a:ext cx="1775135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4796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_목차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07C1949-9E60-4B08-B753-961037F1E9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2813" y="6484382"/>
            <a:ext cx="972000" cy="258065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E15948A1-C8CA-4079-9F9D-63192466011C}"/>
              </a:ext>
            </a:extLst>
          </p:cNvPr>
          <p:cNvSpPr/>
          <p:nvPr userDrawn="1"/>
        </p:nvSpPr>
        <p:spPr>
          <a:xfrm flipV="1">
            <a:off x="0" y="-68101"/>
            <a:ext cx="12192000" cy="195172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B4A74E2-8E37-4AB7-84AB-C851CCE9593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343" y="741502"/>
            <a:ext cx="2422865" cy="835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4458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N_목차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07C1949-9E60-4B08-B753-961037F1E9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2813" y="6484382"/>
            <a:ext cx="972000" cy="258065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E15948A1-C8CA-4079-9F9D-63192466011C}"/>
              </a:ext>
            </a:extLst>
          </p:cNvPr>
          <p:cNvSpPr/>
          <p:nvPr userDrawn="1"/>
        </p:nvSpPr>
        <p:spPr>
          <a:xfrm flipV="1">
            <a:off x="0" y="-68101"/>
            <a:ext cx="12192000" cy="195172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B4A74E2-8E37-4AB7-84AB-C851CCE9593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343" y="741502"/>
            <a:ext cx="2422865" cy="835313"/>
          </a:xfrm>
          <a:prstGeom prst="rect">
            <a:avLst/>
          </a:prstGeom>
        </p:spPr>
      </p:pic>
      <p:sp>
        <p:nvSpPr>
          <p:cNvPr id="6" name="텍스트 개체 틀 8">
            <a:extLst>
              <a:ext uri="{FF2B5EF4-FFF2-40B4-BE49-F238E27FC236}">
                <a16:creationId xmlns:a16="http://schemas.microsoft.com/office/drawing/2014/main" id="{562DAD1B-4EC6-4665-A103-39A2B4EDA37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78781" y="2739618"/>
            <a:ext cx="4441825" cy="377825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500">
                <a:solidFill>
                  <a:srgbClr val="8C8C8C"/>
                </a:solidFill>
              </a:defRPr>
            </a:lvl1pPr>
          </a:lstStyle>
          <a:p>
            <a:pPr lvl="0"/>
            <a:r>
              <a:rPr lang="ko-KR" altLang="en-US"/>
              <a:t>세부 타이틀 있을 시 작성</a:t>
            </a:r>
          </a:p>
        </p:txBody>
      </p:sp>
    </p:spTree>
    <p:extLst>
      <p:ext uri="{BB962C8B-B14F-4D97-AF65-F5344CB8AC3E}">
        <p14:creationId xmlns:p14="http://schemas.microsoft.com/office/powerpoint/2010/main" val="14250584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N_목차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07C1949-9E60-4B08-B753-961037F1E9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2813" y="6484382"/>
            <a:ext cx="972000" cy="25806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B4A74E2-8E37-4AB7-84AB-C851CCE9593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343" y="741502"/>
            <a:ext cx="2422865" cy="835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605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거버닝+소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D9BD257-8E77-4D19-9A75-D94233435A30}"/>
              </a:ext>
            </a:extLst>
          </p:cNvPr>
          <p:cNvCxnSpPr>
            <a:cxnSpLocks/>
          </p:cNvCxnSpPr>
          <p:nvPr userDrawn="1"/>
        </p:nvCxnSpPr>
        <p:spPr>
          <a:xfrm>
            <a:off x="79131" y="720475"/>
            <a:ext cx="12045461" cy="0"/>
          </a:xfrm>
          <a:prstGeom prst="lin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그룹 6">
            <a:extLst>
              <a:ext uri="{FF2B5EF4-FFF2-40B4-BE49-F238E27FC236}">
                <a16:creationId xmlns:a16="http://schemas.microsoft.com/office/drawing/2014/main" id="{672422D5-649D-332C-8500-2AD29DC9E8C8}"/>
              </a:ext>
            </a:extLst>
          </p:cNvPr>
          <p:cNvGrpSpPr/>
          <p:nvPr/>
        </p:nvGrpSpPr>
        <p:grpSpPr>
          <a:xfrm>
            <a:off x="332576" y="1414459"/>
            <a:ext cx="174672" cy="152885"/>
            <a:chOff x="-3359106" y="1473505"/>
            <a:chExt cx="174672" cy="152885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6CD14DCB-0F53-B220-FBAE-1879A9D799FB}"/>
                </a:ext>
              </a:extLst>
            </p:cNvPr>
            <p:cNvSpPr/>
            <p:nvPr/>
          </p:nvSpPr>
          <p:spPr bwMode="auto">
            <a:xfrm rot="5400000">
              <a:off x="-3359950" y="1474349"/>
              <a:ext cx="152885" cy="151198"/>
            </a:xfrm>
            <a:prstGeom prst="ellipse">
              <a:avLst/>
            </a:prstGeom>
            <a:solidFill>
              <a:srgbClr val="F37321"/>
            </a:solidFill>
            <a:ln w="28575">
              <a:solidFill>
                <a:schemeClr val="bg1"/>
              </a:solidFill>
            </a:ln>
            <a:effectLst/>
          </p:spPr>
          <p:txBody>
            <a:bodyPr lIns="72000" tIns="36000" rIns="72000" bIns="36000" rtlCol="0" anchor="ctr"/>
            <a:lstStyle/>
            <a:p>
              <a:pPr marL="88902" indent="-88902" defTabSz="936648" fontAlgn="base">
                <a:spcBef>
                  <a:spcPts val="300"/>
                </a:spcBef>
                <a:spcAft>
                  <a:spcPct val="0"/>
                </a:spcAft>
                <a:buClr>
                  <a:prstClr val="black">
                    <a:lumMod val="75000"/>
                    <a:lumOff val="25000"/>
                  </a:prstClr>
                </a:buClr>
                <a:buFont typeface="Wingdings" pitchFamily="2" charset="2"/>
                <a:buChar char="§"/>
                <a:defRPr/>
              </a:pPr>
              <a:endParaRPr kumimoji="1" lang="ko-KR" altLang="en-US" sz="1200" kern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+mn-ea"/>
                <a:cs typeface="Arial"/>
                <a:sym typeface="Arial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B08717B8-C278-FDDE-2783-3B75013CE59B}"/>
                </a:ext>
              </a:extLst>
            </p:cNvPr>
            <p:cNvSpPr/>
            <p:nvPr/>
          </p:nvSpPr>
          <p:spPr>
            <a:xfrm>
              <a:off x="-3271722" y="1506296"/>
              <a:ext cx="87288" cy="87289"/>
            </a:xfrm>
            <a:prstGeom prst="ellipse">
              <a:avLst/>
            </a:prstGeom>
            <a:solidFill>
              <a:srgbClr val="F9A5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23">
                <a:buClr>
                  <a:srgbClr val="000000"/>
                </a:buClr>
                <a:defRPr/>
              </a:pPr>
              <a:endParaRPr lang="ko-KR" altLang="en-US" sz="2800" kern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  <a:sym typeface="Arial"/>
              </a:endParaRPr>
            </a:p>
          </p:txBody>
        </p:sp>
      </p:grpSp>
      <p:sp>
        <p:nvSpPr>
          <p:cNvPr id="17" name="텍스트 개체 틀 15">
            <a:extLst>
              <a:ext uri="{FF2B5EF4-FFF2-40B4-BE49-F238E27FC236}">
                <a16:creationId xmlns:a16="http://schemas.microsoft.com/office/drawing/2014/main" id="{89AA95D4-D37D-5F52-1163-9EE1EE43B5D0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9899990" y="448978"/>
            <a:ext cx="1991973" cy="276999"/>
          </a:xfrm>
          <a:noFill/>
        </p:spPr>
        <p:txBody>
          <a:bodyPr wrap="none" rtlCol="0" anchor="ctr">
            <a:noAutofit/>
          </a:bodyPr>
          <a:lstStyle>
            <a:lvl1pPr marL="0" indent="0" algn="r">
              <a:buNone/>
              <a:defRPr lang="ko-KR" altLang="en-US" sz="1050" b="0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Pretendard SemiBold" panose="02000703000000020004" pitchFamily="50" charset="-127"/>
              </a:defRPr>
            </a:lvl1pPr>
          </a:lstStyle>
          <a:p>
            <a:pPr marL="0" lvl="0" algn="r" defTabSz="457200" latinLnBrk="0"/>
            <a:r>
              <a:rPr lang="ko-KR" altLang="en-US"/>
              <a:t>네비게이션</a:t>
            </a:r>
          </a:p>
        </p:txBody>
      </p:sp>
      <p:sp>
        <p:nvSpPr>
          <p:cNvPr id="20" name="텍스트 개체 틀 18">
            <a:extLst>
              <a:ext uri="{FF2B5EF4-FFF2-40B4-BE49-F238E27FC236}">
                <a16:creationId xmlns:a16="http://schemas.microsoft.com/office/drawing/2014/main" id="{8F8D21EA-D8AC-A6F8-D6C2-3E38ABD08B4C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371963" y="813435"/>
            <a:ext cx="11520000" cy="325410"/>
          </a:xfrm>
          <a:noFill/>
        </p:spPr>
        <p:txBody>
          <a:bodyPr wrap="square" rtlCol="0" anchor="ctr">
            <a:noAutofit/>
          </a:bodyPr>
          <a:lstStyle>
            <a:lvl1pPr marL="0" indent="0">
              <a:buNone/>
              <a:defRPr lang="ko-KR" altLang="en-US" sz="1400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defRPr>
            </a:lvl1pPr>
          </a:lstStyle>
          <a:p>
            <a:pPr marL="0" lvl="0" defTabSz="457200" latinLnBrk="0">
              <a:lnSpc>
                <a:spcPct val="120000"/>
              </a:lnSpc>
            </a:pPr>
            <a:r>
              <a:rPr lang="ko-KR" altLang="en-US" err="1"/>
              <a:t>거버닝</a:t>
            </a:r>
            <a:endParaRPr lang="ko-KR" altLang="en-US"/>
          </a:p>
        </p:txBody>
      </p:sp>
      <p:sp>
        <p:nvSpPr>
          <p:cNvPr id="25" name="텍스트 개체 틀 18">
            <a:extLst>
              <a:ext uri="{FF2B5EF4-FFF2-40B4-BE49-F238E27FC236}">
                <a16:creationId xmlns:a16="http://schemas.microsoft.com/office/drawing/2014/main" id="{93D26E56-1775-814E-18C1-5F0504962B31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371963" y="202784"/>
            <a:ext cx="9469437" cy="424732"/>
          </a:xfrm>
          <a:noFill/>
        </p:spPr>
        <p:txBody>
          <a:bodyPr wrap="none" rtlCol="0" anchor="ctr">
            <a:noAutofit/>
          </a:bodyPr>
          <a:lstStyle>
            <a:lvl1pPr marL="0" indent="0">
              <a:buNone/>
              <a:defRPr lang="ko-KR" altLang="en-US" sz="2400" b="0" spc="-20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rgbClr val="F58220"/>
                </a:solidFill>
                <a:latin typeface="+mn-ea"/>
                <a:cs typeface="Pretendard SemiBold" panose="02000703000000020004" pitchFamily="50" charset="-127"/>
              </a:defRPr>
            </a:lvl1pPr>
          </a:lstStyle>
          <a:p>
            <a:pPr marL="0" lvl="0" defTabSz="457200" latinLnBrk="0"/>
            <a:r>
              <a:rPr lang="ko-KR" altLang="en-US"/>
              <a:t>제목</a:t>
            </a:r>
          </a:p>
        </p:txBody>
      </p:sp>
      <p:sp>
        <p:nvSpPr>
          <p:cNvPr id="27" name="텍스트 개체 틀 18">
            <a:extLst>
              <a:ext uri="{FF2B5EF4-FFF2-40B4-BE49-F238E27FC236}">
                <a16:creationId xmlns:a16="http://schemas.microsoft.com/office/drawing/2014/main" id="{636F0F6E-8571-5027-5F97-593DD595ECB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1298" y="1364818"/>
            <a:ext cx="6232971" cy="258532"/>
          </a:xfrm>
          <a:noFill/>
        </p:spPr>
        <p:txBody>
          <a:bodyPr wrap="square" lIns="0" rtlCol="0" anchor="ctr" anchorCtr="0">
            <a:spAutoFit/>
          </a:bodyPr>
          <a:lstStyle>
            <a:lvl1pPr marL="0" indent="0">
              <a:buNone/>
              <a:defRPr lang="ko-KR" altLang="en-US" sz="1200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defRPr>
            </a:lvl1pPr>
          </a:lstStyle>
          <a:p>
            <a:pPr marL="0" lvl="0" defTabSz="914423" latinLnBrk="0">
              <a:buClr>
                <a:srgbClr val="000000"/>
              </a:buClr>
            </a:pPr>
            <a:r>
              <a:rPr lang="ko-KR" altLang="en-US"/>
              <a:t>소제목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21A66204-F651-48C4-ACBB-87D58CC1F229}"/>
              </a:ext>
            </a:extLst>
          </p:cNvPr>
          <p:cNvSpPr txBox="1">
            <a:spLocks/>
          </p:cNvSpPr>
          <p:nvPr userDrawn="1"/>
        </p:nvSpPr>
        <p:spPr>
          <a:xfrm>
            <a:off x="4724400" y="6584712"/>
            <a:ext cx="2743200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AC8061B-A5E9-4EDC-B014-78837A492BBB}" type="slidenum">
              <a:rPr lang="ko-KR" altLang="en-US" sz="900" smtClean="0">
                <a:solidFill>
                  <a:schemeClr val="bg1">
                    <a:lumMod val="65000"/>
                  </a:schemeClr>
                </a:solidFill>
              </a:rPr>
              <a:pPr algn="ctr"/>
              <a:t>‹#›</a:t>
            </a:fld>
            <a:endParaRPr lang="ko-KR" altLang="en-US" sz="90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029BDD12-8F10-49C5-A76D-FC24F5D7EB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6406" y="6655152"/>
            <a:ext cx="610170" cy="162000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DB80EDA8-41A9-4E92-9D6A-D7F724B025A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179" y="6600711"/>
            <a:ext cx="626518" cy="216000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88601E4C-9FEC-4149-9630-CBFFCFCEF02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7701" y="6629698"/>
            <a:ext cx="975416" cy="21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4859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1" userDrawn="1">
          <p15:clr>
            <a:srgbClr val="FBAE40"/>
          </p15:clr>
        </p15:guide>
        <p15:guide id="3" pos="7491" userDrawn="1">
          <p15:clr>
            <a:srgbClr val="FBAE40"/>
          </p15:clr>
        </p15:guide>
        <p15:guide id="4" orient="horz" pos="504" userDrawn="1">
          <p15:clr>
            <a:srgbClr val="FBAE40"/>
          </p15:clr>
        </p15:guide>
        <p15:guide id="5" orient="horz" pos="4110" userDrawn="1">
          <p15:clr>
            <a:srgbClr val="FBAE40"/>
          </p15:clr>
        </p15:guide>
        <p15:guide id="6" orient="horz" pos="1094" userDrawn="1">
          <p15:clr>
            <a:srgbClr val="FBAE40"/>
          </p15:clr>
        </p15:guide>
        <p15:guide id="7" orient="horz" pos="777" userDrawn="1">
          <p15:clr>
            <a:srgbClr val="FBAE40"/>
          </p15:clr>
        </p15:guide>
        <p15:guide id="8" orient="horz" pos="845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거버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D9BD257-8E77-4D19-9A75-D94233435A30}"/>
              </a:ext>
            </a:extLst>
          </p:cNvPr>
          <p:cNvCxnSpPr>
            <a:cxnSpLocks/>
          </p:cNvCxnSpPr>
          <p:nvPr userDrawn="1"/>
        </p:nvCxnSpPr>
        <p:spPr>
          <a:xfrm>
            <a:off x="79131" y="720475"/>
            <a:ext cx="12045461" cy="0"/>
          </a:xfrm>
          <a:prstGeom prst="lin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텍스트 개체 틀 15">
            <a:extLst>
              <a:ext uri="{FF2B5EF4-FFF2-40B4-BE49-F238E27FC236}">
                <a16:creationId xmlns:a16="http://schemas.microsoft.com/office/drawing/2014/main" id="{7EE65606-8550-D0BB-6AEA-DD57671C963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99990" y="448978"/>
            <a:ext cx="1991973" cy="276999"/>
          </a:xfrm>
          <a:noFill/>
        </p:spPr>
        <p:txBody>
          <a:bodyPr wrap="none" rtlCol="0" anchor="ctr">
            <a:noAutofit/>
          </a:bodyPr>
          <a:lstStyle>
            <a:lvl1pPr marL="0" indent="0" algn="r">
              <a:buNone/>
              <a:defRPr lang="ko-KR" altLang="en-US" sz="1050" b="0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Pretendard SemiBold" panose="02000703000000020004" pitchFamily="50" charset="-127"/>
              </a:defRPr>
            </a:lvl1pPr>
          </a:lstStyle>
          <a:p>
            <a:pPr marL="0" lvl="0" algn="r" defTabSz="457200" latinLnBrk="0"/>
            <a:r>
              <a:rPr lang="ko-KR" altLang="en-US"/>
              <a:t>네비게이션</a:t>
            </a:r>
          </a:p>
        </p:txBody>
      </p:sp>
      <p:sp>
        <p:nvSpPr>
          <p:cNvPr id="4" name="텍스트 개체 틀 18">
            <a:extLst>
              <a:ext uri="{FF2B5EF4-FFF2-40B4-BE49-F238E27FC236}">
                <a16:creationId xmlns:a16="http://schemas.microsoft.com/office/drawing/2014/main" id="{669BE1C5-9F6B-E8AB-3EBC-A61FC68B52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1963" y="202784"/>
            <a:ext cx="9469437" cy="424732"/>
          </a:xfrm>
          <a:noFill/>
        </p:spPr>
        <p:txBody>
          <a:bodyPr wrap="none" rtlCol="0" anchor="ctr">
            <a:noAutofit/>
          </a:bodyPr>
          <a:lstStyle>
            <a:lvl1pPr marL="0" indent="0">
              <a:buNone/>
              <a:defRPr lang="ko-KR" altLang="en-US" sz="2400" b="0" spc="-20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rgbClr val="F58220"/>
                </a:solidFill>
                <a:latin typeface="+mn-ea"/>
                <a:cs typeface="Pretendard SemiBold" panose="02000703000000020004" pitchFamily="50" charset="-127"/>
              </a:defRPr>
            </a:lvl1pPr>
          </a:lstStyle>
          <a:p>
            <a:pPr marL="0" lvl="0" defTabSz="457200" latinLnBrk="0"/>
            <a:r>
              <a:rPr lang="ko-KR" altLang="en-US"/>
              <a:t>제목</a:t>
            </a:r>
          </a:p>
        </p:txBody>
      </p:sp>
      <p:sp>
        <p:nvSpPr>
          <p:cNvPr id="5" name="텍스트 개체 틀 18">
            <a:extLst>
              <a:ext uri="{FF2B5EF4-FFF2-40B4-BE49-F238E27FC236}">
                <a16:creationId xmlns:a16="http://schemas.microsoft.com/office/drawing/2014/main" id="{98CC108B-E784-5309-2693-94D964162F1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1963" y="813435"/>
            <a:ext cx="11520000" cy="325410"/>
          </a:xfrm>
          <a:noFill/>
        </p:spPr>
        <p:txBody>
          <a:bodyPr wrap="square" rtlCol="0" anchor="ctr">
            <a:noAutofit/>
          </a:bodyPr>
          <a:lstStyle>
            <a:lvl1pPr marL="0" indent="0">
              <a:buNone/>
              <a:defRPr lang="ko-KR" altLang="en-US" sz="1400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defRPr>
            </a:lvl1pPr>
          </a:lstStyle>
          <a:p>
            <a:pPr marL="0" lvl="0" defTabSz="457200" latinLnBrk="0">
              <a:lnSpc>
                <a:spcPct val="120000"/>
              </a:lnSpc>
            </a:pPr>
            <a:r>
              <a:rPr lang="ko-KR" altLang="en-US" err="1"/>
              <a:t>거버닝</a:t>
            </a:r>
            <a:endParaRPr lang="ko-KR" alt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CFA76C4-269B-43FE-8F09-A9C44FD63DAD}"/>
              </a:ext>
            </a:extLst>
          </p:cNvPr>
          <p:cNvSpPr txBox="1">
            <a:spLocks/>
          </p:cNvSpPr>
          <p:nvPr userDrawn="1"/>
        </p:nvSpPr>
        <p:spPr>
          <a:xfrm>
            <a:off x="4724400" y="6584712"/>
            <a:ext cx="2743200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AC8061B-A5E9-4EDC-B014-78837A492BBB}" type="slidenum">
              <a:rPr lang="ko-KR" altLang="en-US" sz="900" smtClean="0">
                <a:solidFill>
                  <a:schemeClr val="bg1">
                    <a:lumMod val="65000"/>
                  </a:schemeClr>
                </a:solidFill>
              </a:rPr>
              <a:pPr algn="ctr"/>
              <a:t>‹#›</a:t>
            </a:fld>
            <a:endParaRPr lang="ko-KR" altLang="en-US" sz="90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97EFEECD-0DCA-4212-8B3B-C08D6F4BF3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6406" y="6655152"/>
            <a:ext cx="610170" cy="1620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1C8A9BA-272A-40C9-B64C-2702A515073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179" y="6600711"/>
            <a:ext cx="626518" cy="2160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4678CFBB-3FD8-452D-BF8F-1FC7D364AB5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7701" y="6629698"/>
            <a:ext cx="975416" cy="21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9311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1">
          <p15:clr>
            <a:srgbClr val="FBAE40"/>
          </p15:clr>
        </p15:guide>
        <p15:guide id="3" pos="7491">
          <p15:clr>
            <a:srgbClr val="FBAE40"/>
          </p15:clr>
        </p15:guide>
        <p15:guide id="4" orient="horz" pos="504">
          <p15:clr>
            <a:srgbClr val="FBAE40"/>
          </p15:clr>
        </p15:guide>
        <p15:guide id="5" orient="horz" pos="4110">
          <p15:clr>
            <a:srgbClr val="FBAE40"/>
          </p15:clr>
        </p15:guide>
        <p15:guide id="6" orient="horz" pos="1094">
          <p15:clr>
            <a:srgbClr val="FBAE40"/>
          </p15:clr>
        </p15:guide>
        <p15:guide id="7" orient="horz" pos="777">
          <p15:clr>
            <a:srgbClr val="FBAE40"/>
          </p15:clr>
        </p15:guide>
        <p15:guide id="8" orient="horz" pos="845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소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D9BD257-8E77-4D19-9A75-D94233435A30}"/>
              </a:ext>
            </a:extLst>
          </p:cNvPr>
          <p:cNvCxnSpPr>
            <a:cxnSpLocks/>
          </p:cNvCxnSpPr>
          <p:nvPr userDrawn="1"/>
        </p:nvCxnSpPr>
        <p:spPr>
          <a:xfrm>
            <a:off x="79131" y="720475"/>
            <a:ext cx="12045461" cy="0"/>
          </a:xfrm>
          <a:prstGeom prst="lin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1">
            <a:extLst>
              <a:ext uri="{FF2B5EF4-FFF2-40B4-BE49-F238E27FC236}">
                <a16:creationId xmlns:a16="http://schemas.microsoft.com/office/drawing/2014/main" id="{672422D5-649D-332C-8500-2AD29DC9E8C8}"/>
              </a:ext>
            </a:extLst>
          </p:cNvPr>
          <p:cNvGrpSpPr/>
          <p:nvPr userDrawn="1"/>
        </p:nvGrpSpPr>
        <p:grpSpPr>
          <a:xfrm>
            <a:off x="332576" y="882445"/>
            <a:ext cx="174672" cy="152885"/>
            <a:chOff x="-3359106" y="1473505"/>
            <a:chExt cx="174672" cy="152885"/>
          </a:xfrm>
        </p:grpSpPr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6CD14DCB-0F53-B220-FBAE-1879A9D799FB}"/>
                </a:ext>
              </a:extLst>
            </p:cNvPr>
            <p:cNvSpPr/>
            <p:nvPr/>
          </p:nvSpPr>
          <p:spPr bwMode="auto">
            <a:xfrm rot="5400000">
              <a:off x="-3359950" y="1474349"/>
              <a:ext cx="152885" cy="151198"/>
            </a:xfrm>
            <a:prstGeom prst="ellipse">
              <a:avLst/>
            </a:prstGeom>
            <a:solidFill>
              <a:srgbClr val="F37321"/>
            </a:solidFill>
            <a:ln w="28575">
              <a:solidFill>
                <a:schemeClr val="bg1"/>
              </a:solidFill>
            </a:ln>
            <a:effectLst/>
          </p:spPr>
          <p:txBody>
            <a:bodyPr lIns="72000" tIns="36000" rIns="72000" bIns="36000" rtlCol="0" anchor="ctr"/>
            <a:lstStyle/>
            <a:p>
              <a:pPr marL="88902" indent="-88902" defTabSz="936648" fontAlgn="base">
                <a:spcBef>
                  <a:spcPts val="300"/>
                </a:spcBef>
                <a:spcAft>
                  <a:spcPct val="0"/>
                </a:spcAft>
                <a:buClr>
                  <a:prstClr val="black">
                    <a:lumMod val="75000"/>
                    <a:lumOff val="25000"/>
                  </a:prstClr>
                </a:buClr>
                <a:buFont typeface="Wingdings" pitchFamily="2" charset="2"/>
                <a:buChar char="§"/>
                <a:defRPr/>
              </a:pPr>
              <a:endParaRPr kumimoji="1" lang="ko-KR" altLang="en-US" sz="1200" kern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+mn-ea"/>
                <a:cs typeface="Arial"/>
                <a:sym typeface="Arial"/>
              </a:endParaRPr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B08717B8-C278-FDDE-2783-3B75013CE59B}"/>
                </a:ext>
              </a:extLst>
            </p:cNvPr>
            <p:cNvSpPr/>
            <p:nvPr/>
          </p:nvSpPr>
          <p:spPr>
            <a:xfrm>
              <a:off x="-3271722" y="1506296"/>
              <a:ext cx="87288" cy="87289"/>
            </a:xfrm>
            <a:prstGeom prst="ellipse">
              <a:avLst/>
            </a:prstGeom>
            <a:solidFill>
              <a:srgbClr val="F9A5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23">
                <a:buClr>
                  <a:srgbClr val="000000"/>
                </a:buClr>
                <a:defRPr/>
              </a:pPr>
              <a:endParaRPr lang="ko-KR" altLang="en-US" sz="2800" kern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  <a:sym typeface="Arial"/>
              </a:endParaRPr>
            </a:p>
          </p:txBody>
        </p:sp>
      </p:grpSp>
      <p:sp>
        <p:nvSpPr>
          <p:cNvPr id="5" name="텍스트 개체 틀 18">
            <a:extLst>
              <a:ext uri="{FF2B5EF4-FFF2-40B4-BE49-F238E27FC236}">
                <a16:creationId xmlns:a16="http://schemas.microsoft.com/office/drawing/2014/main" id="{636F0F6E-8571-5027-5F97-593DD595ECB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1298" y="832804"/>
            <a:ext cx="6232971" cy="258532"/>
          </a:xfrm>
          <a:noFill/>
        </p:spPr>
        <p:txBody>
          <a:bodyPr wrap="square" lIns="0" rtlCol="0" anchor="ctr" anchorCtr="0">
            <a:spAutoFit/>
          </a:bodyPr>
          <a:lstStyle>
            <a:lvl1pPr marL="0" indent="0">
              <a:buNone/>
              <a:defRPr lang="ko-KR" altLang="en-US" sz="1200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defRPr>
            </a:lvl1pPr>
          </a:lstStyle>
          <a:p>
            <a:pPr marL="0" lvl="0" defTabSz="914423" latinLnBrk="0">
              <a:buClr>
                <a:srgbClr val="000000"/>
              </a:buClr>
            </a:pPr>
            <a:r>
              <a:rPr lang="ko-KR" altLang="en-US"/>
              <a:t>소제목</a:t>
            </a:r>
          </a:p>
        </p:txBody>
      </p:sp>
      <p:sp>
        <p:nvSpPr>
          <p:cNvPr id="6" name="텍스트 개체 틀 15">
            <a:extLst>
              <a:ext uri="{FF2B5EF4-FFF2-40B4-BE49-F238E27FC236}">
                <a16:creationId xmlns:a16="http://schemas.microsoft.com/office/drawing/2014/main" id="{C6CC0EC0-E23A-3244-A9CF-38C91CA4B9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99990" y="448978"/>
            <a:ext cx="1991973" cy="276999"/>
          </a:xfrm>
          <a:noFill/>
        </p:spPr>
        <p:txBody>
          <a:bodyPr wrap="none" rtlCol="0" anchor="ctr">
            <a:noAutofit/>
          </a:bodyPr>
          <a:lstStyle>
            <a:lvl1pPr marL="0" indent="0" algn="r">
              <a:buNone/>
              <a:defRPr lang="ko-KR" altLang="en-US" sz="1050" b="0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Pretendard SemiBold" panose="02000703000000020004" pitchFamily="50" charset="-127"/>
              </a:defRPr>
            </a:lvl1pPr>
          </a:lstStyle>
          <a:p>
            <a:pPr marL="0" lvl="0" algn="r" defTabSz="457200" latinLnBrk="0"/>
            <a:r>
              <a:rPr lang="ko-KR" altLang="en-US"/>
              <a:t>네비게이션</a:t>
            </a:r>
          </a:p>
        </p:txBody>
      </p:sp>
      <p:sp>
        <p:nvSpPr>
          <p:cNvPr id="8" name="텍스트 개체 틀 18">
            <a:extLst>
              <a:ext uri="{FF2B5EF4-FFF2-40B4-BE49-F238E27FC236}">
                <a16:creationId xmlns:a16="http://schemas.microsoft.com/office/drawing/2014/main" id="{B4ACC28E-DA1B-B2F7-07B7-7327683DAD4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1963" y="202784"/>
            <a:ext cx="9469437" cy="424732"/>
          </a:xfrm>
          <a:noFill/>
        </p:spPr>
        <p:txBody>
          <a:bodyPr wrap="none" rtlCol="0" anchor="ctr">
            <a:noAutofit/>
          </a:bodyPr>
          <a:lstStyle>
            <a:lvl1pPr marL="0" indent="0">
              <a:buNone/>
              <a:defRPr lang="ko-KR" altLang="en-US" sz="2400" b="0" spc="-20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rgbClr val="F58220"/>
                </a:solidFill>
                <a:latin typeface="+mn-ea"/>
                <a:cs typeface="Pretendard SemiBold" panose="02000703000000020004" pitchFamily="50" charset="-127"/>
              </a:defRPr>
            </a:lvl1pPr>
          </a:lstStyle>
          <a:p>
            <a:pPr marL="0" lvl="0" defTabSz="457200" latinLnBrk="0"/>
            <a:r>
              <a:rPr lang="ko-KR" altLang="en-US"/>
              <a:t>제목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F611C160-ABD1-4953-A9D5-1E028F874F16}"/>
              </a:ext>
            </a:extLst>
          </p:cNvPr>
          <p:cNvSpPr txBox="1">
            <a:spLocks/>
          </p:cNvSpPr>
          <p:nvPr userDrawn="1"/>
        </p:nvSpPr>
        <p:spPr>
          <a:xfrm>
            <a:off x="4724400" y="6584712"/>
            <a:ext cx="2743200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AC8061B-A5E9-4EDC-B014-78837A492BBB}" type="slidenum">
              <a:rPr lang="ko-KR" altLang="en-US" sz="900" smtClean="0">
                <a:solidFill>
                  <a:schemeClr val="bg1">
                    <a:lumMod val="65000"/>
                  </a:schemeClr>
                </a:solidFill>
              </a:rPr>
              <a:pPr algn="ctr"/>
              <a:t>‹#›</a:t>
            </a:fld>
            <a:endParaRPr lang="ko-KR" altLang="en-US" sz="90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549A1FA3-0FD4-40A6-92B3-A0387FD21C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6406" y="6655152"/>
            <a:ext cx="610170" cy="16200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BAA574BC-BE51-4765-A338-6F4AB649FC9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179" y="6600711"/>
            <a:ext cx="626518" cy="21600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848DB6B6-8775-437F-AEE5-7BB68A98DBC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7701" y="6629698"/>
            <a:ext cx="975416" cy="21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364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1">
          <p15:clr>
            <a:srgbClr val="FBAE40"/>
          </p15:clr>
        </p15:guide>
        <p15:guide id="3" pos="7491">
          <p15:clr>
            <a:srgbClr val="FBAE40"/>
          </p15:clr>
        </p15:guide>
        <p15:guide id="4" orient="horz" pos="504">
          <p15:clr>
            <a:srgbClr val="FBAE40"/>
          </p15:clr>
        </p15:guide>
        <p15:guide id="5" orient="horz" pos="4110">
          <p15:clr>
            <a:srgbClr val="FBAE40"/>
          </p15:clr>
        </p15:guide>
        <p15:guide id="6" orient="horz" pos="1094">
          <p15:clr>
            <a:srgbClr val="FBAE40"/>
          </p15:clr>
        </p15:guide>
        <p15:guide id="7" orient="horz" pos="777">
          <p15:clr>
            <a:srgbClr val="FBAE40"/>
          </p15:clr>
        </p15:guide>
        <p15:guide id="8" orient="horz" pos="845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대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D9BD257-8E77-4D19-9A75-D94233435A30}"/>
              </a:ext>
            </a:extLst>
          </p:cNvPr>
          <p:cNvCxnSpPr>
            <a:cxnSpLocks/>
          </p:cNvCxnSpPr>
          <p:nvPr userDrawn="1"/>
        </p:nvCxnSpPr>
        <p:spPr>
          <a:xfrm>
            <a:off x="79131" y="720475"/>
            <a:ext cx="12045461" cy="0"/>
          </a:xfrm>
          <a:prstGeom prst="lin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텍스트 개체 틀 15">
            <a:extLst>
              <a:ext uri="{FF2B5EF4-FFF2-40B4-BE49-F238E27FC236}">
                <a16:creationId xmlns:a16="http://schemas.microsoft.com/office/drawing/2014/main" id="{A33763FF-6D4D-0D93-4CA6-601BF8B15E5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99990" y="448978"/>
            <a:ext cx="1991973" cy="276999"/>
          </a:xfrm>
          <a:noFill/>
        </p:spPr>
        <p:txBody>
          <a:bodyPr wrap="none" rtlCol="0" anchor="ctr">
            <a:noAutofit/>
          </a:bodyPr>
          <a:lstStyle>
            <a:lvl1pPr marL="0" indent="0" algn="r">
              <a:buNone/>
              <a:defRPr lang="ko-KR" altLang="en-US" sz="1050" b="0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Pretendard SemiBold" panose="02000703000000020004" pitchFamily="50" charset="-127"/>
              </a:defRPr>
            </a:lvl1pPr>
          </a:lstStyle>
          <a:p>
            <a:pPr marL="0" lvl="0" algn="r" defTabSz="457200" latinLnBrk="0"/>
            <a:r>
              <a:rPr lang="ko-KR" altLang="en-US"/>
              <a:t>네비게이션</a:t>
            </a:r>
          </a:p>
        </p:txBody>
      </p:sp>
      <p:sp>
        <p:nvSpPr>
          <p:cNvPr id="4" name="텍스트 개체 틀 18">
            <a:extLst>
              <a:ext uri="{FF2B5EF4-FFF2-40B4-BE49-F238E27FC236}">
                <a16:creationId xmlns:a16="http://schemas.microsoft.com/office/drawing/2014/main" id="{4B494319-F7B2-D802-8C49-3FCD1C8E344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1963" y="202784"/>
            <a:ext cx="9469437" cy="424732"/>
          </a:xfrm>
          <a:noFill/>
        </p:spPr>
        <p:txBody>
          <a:bodyPr wrap="none" rtlCol="0" anchor="ctr">
            <a:noAutofit/>
          </a:bodyPr>
          <a:lstStyle>
            <a:lvl1pPr marL="0" indent="0">
              <a:buNone/>
              <a:defRPr lang="ko-KR" altLang="en-US" sz="2400" b="0" spc="-20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rgbClr val="F58220"/>
                </a:solidFill>
                <a:latin typeface="+mn-ea"/>
                <a:cs typeface="Pretendard SemiBold" panose="02000703000000020004" pitchFamily="50" charset="-127"/>
              </a:defRPr>
            </a:lvl1pPr>
          </a:lstStyle>
          <a:p>
            <a:pPr marL="0" lvl="0" defTabSz="457200" latinLnBrk="0"/>
            <a:r>
              <a:rPr lang="ko-KR" altLang="en-US"/>
              <a:t>제목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73C5FDA-2F59-4D37-92A7-9902A221DB02}"/>
              </a:ext>
            </a:extLst>
          </p:cNvPr>
          <p:cNvSpPr txBox="1">
            <a:spLocks/>
          </p:cNvSpPr>
          <p:nvPr userDrawn="1"/>
        </p:nvSpPr>
        <p:spPr>
          <a:xfrm>
            <a:off x="4724400" y="6584712"/>
            <a:ext cx="2743200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AC8061B-A5E9-4EDC-B014-78837A492BBB}" type="slidenum">
              <a:rPr lang="ko-KR" altLang="en-US" sz="900" smtClean="0">
                <a:solidFill>
                  <a:schemeClr val="bg1">
                    <a:lumMod val="65000"/>
                  </a:schemeClr>
                </a:solidFill>
              </a:rPr>
              <a:pPr algn="ctr"/>
              <a:t>‹#›</a:t>
            </a:fld>
            <a:endParaRPr lang="ko-KR" altLang="en-US" sz="90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33B3E928-D526-42BB-9D32-C5AC9F29E8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6406" y="6655152"/>
            <a:ext cx="610170" cy="16200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7B0744FF-530E-48DE-90C4-8E3B78551A6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179" y="6600711"/>
            <a:ext cx="626518" cy="21600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5093D4A4-C85B-40E1-B338-BE83488A60A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7701" y="6629698"/>
            <a:ext cx="975416" cy="21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2838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1">
          <p15:clr>
            <a:srgbClr val="FBAE40"/>
          </p15:clr>
        </p15:guide>
        <p15:guide id="3" pos="7491">
          <p15:clr>
            <a:srgbClr val="FBAE40"/>
          </p15:clr>
        </p15:guide>
        <p15:guide id="4" orient="horz" pos="504">
          <p15:clr>
            <a:srgbClr val="FBAE40"/>
          </p15:clr>
        </p15:guide>
        <p15:guide id="5" orient="horz" pos="4110">
          <p15:clr>
            <a:srgbClr val="FBAE40"/>
          </p15:clr>
        </p15:guide>
        <p15:guide id="6" orient="horz" pos="1094">
          <p15:clr>
            <a:srgbClr val="FBAE40"/>
          </p15:clr>
        </p15:guide>
        <p15:guide id="7" orient="horz" pos="777">
          <p15:clr>
            <a:srgbClr val="FBAE40"/>
          </p15:clr>
        </p15:guide>
        <p15:guide id="8" orient="horz" pos="84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0822598-C7AA-44D8-AF0D-8DF14996FE9C}"/>
              </a:ext>
            </a:extLst>
          </p:cNvPr>
          <p:cNvSpPr/>
          <p:nvPr userDrawn="1"/>
        </p:nvSpPr>
        <p:spPr>
          <a:xfrm>
            <a:off x="-834210" y="1430625"/>
            <a:ext cx="356859" cy="568325"/>
          </a:xfrm>
          <a:prstGeom prst="rect">
            <a:avLst/>
          </a:prstGeom>
          <a:solidFill>
            <a:srgbClr val="F5822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ko-KR" altLang="en-US" sz="1000"/>
              <a:t>메인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253FC61-CFC2-4C6A-9021-CFEBE4C0FBF7}"/>
              </a:ext>
            </a:extLst>
          </p:cNvPr>
          <p:cNvSpPr/>
          <p:nvPr userDrawn="1"/>
        </p:nvSpPr>
        <p:spPr>
          <a:xfrm>
            <a:off x="-477351" y="1430624"/>
            <a:ext cx="356859" cy="568325"/>
          </a:xfrm>
          <a:prstGeom prst="rect">
            <a:avLst/>
          </a:prstGeom>
          <a:solidFill>
            <a:srgbClr val="043B7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ko-KR" altLang="en-US" sz="1000"/>
              <a:t>메인</a:t>
            </a:r>
            <a:endParaRPr lang="en-US" altLang="ko-KR" sz="100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B4CEA04-C89F-4899-86AD-251E782446AB}"/>
              </a:ext>
            </a:extLst>
          </p:cNvPr>
          <p:cNvSpPr/>
          <p:nvPr userDrawn="1"/>
        </p:nvSpPr>
        <p:spPr>
          <a:xfrm>
            <a:off x="-1191010" y="2091024"/>
            <a:ext cx="356400" cy="568325"/>
          </a:xfrm>
          <a:prstGeom prst="rect">
            <a:avLst/>
          </a:prstGeom>
          <a:solidFill>
            <a:srgbClr val="F0AF6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ko-KR" altLang="en-US" sz="1000"/>
              <a:t>보조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07299D3-B368-4BDB-94CF-EA766478E109}"/>
              </a:ext>
            </a:extLst>
          </p:cNvPr>
          <p:cNvSpPr/>
          <p:nvPr userDrawn="1"/>
        </p:nvSpPr>
        <p:spPr>
          <a:xfrm>
            <a:off x="-833321" y="2091024"/>
            <a:ext cx="356400" cy="568325"/>
          </a:xfrm>
          <a:prstGeom prst="rect">
            <a:avLst/>
          </a:prstGeom>
          <a:solidFill>
            <a:srgbClr val="7F7F7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0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DC4C610-266A-42B1-B9F0-3CB96D28097B}"/>
              </a:ext>
            </a:extLst>
          </p:cNvPr>
          <p:cNvSpPr/>
          <p:nvPr userDrawn="1"/>
        </p:nvSpPr>
        <p:spPr>
          <a:xfrm>
            <a:off x="-475633" y="2091024"/>
            <a:ext cx="356400" cy="568325"/>
          </a:xfrm>
          <a:prstGeom prst="rect">
            <a:avLst/>
          </a:prstGeom>
          <a:solidFill>
            <a:srgbClr val="59595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00"/>
          </a:p>
        </p:txBody>
      </p:sp>
    </p:spTree>
    <p:extLst>
      <p:ext uri="{BB962C8B-B14F-4D97-AF65-F5344CB8AC3E}">
        <p14:creationId xmlns:p14="http://schemas.microsoft.com/office/powerpoint/2010/main" val="1131419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9" r:id="rId2"/>
    <p:sldLayoutId id="2147483710" r:id="rId3"/>
    <p:sldLayoutId id="2147483713" r:id="rId4"/>
    <p:sldLayoutId id="2147483712" r:id="rId5"/>
    <p:sldLayoutId id="2147483686" r:id="rId6"/>
    <p:sldLayoutId id="2147483691" r:id="rId7"/>
    <p:sldLayoutId id="2147483692" r:id="rId8"/>
    <p:sldLayoutId id="2147483693" r:id="rId9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7.png"/><Relationship Id="rId7" Type="http://schemas.openxmlformats.org/officeDocument/2006/relationships/image" Target="../media/image11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emf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B43EC-A22E-14BC-160E-007EB36F1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681869B-15F4-43E5-A6AB-9D95C42A2531}"/>
              </a:ext>
            </a:extLst>
          </p:cNvPr>
          <p:cNvSpPr txBox="1"/>
          <p:nvPr/>
        </p:nvSpPr>
        <p:spPr>
          <a:xfrm>
            <a:off x="1014377" y="3820260"/>
            <a:ext cx="1719094" cy="340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-5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50" charset="-127"/>
              </a:rPr>
              <a:t>2026-02-10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48E241-3DB2-4398-B83A-2C2555D5AAA5}"/>
              </a:ext>
            </a:extLst>
          </p:cNvPr>
          <p:cNvSpPr txBox="1"/>
          <p:nvPr/>
        </p:nvSpPr>
        <p:spPr>
          <a:xfrm>
            <a:off x="982192" y="2712014"/>
            <a:ext cx="107704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 b="1" spc="-10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pc="-20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Medium" panose="02000603000000020004" pitchFamily="50" charset="-127"/>
              </a:rPr>
              <a:t>AI </a:t>
            </a:r>
            <a:r>
              <a:rPr lang="ko-KR" altLang="en-US" spc="-20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Medium" panose="02000603000000020004" pitchFamily="50" charset="-127"/>
              </a:rPr>
              <a:t>거버넌스 설명회</a:t>
            </a:r>
          </a:p>
        </p:txBody>
      </p:sp>
    </p:spTree>
    <p:extLst>
      <p:ext uri="{BB962C8B-B14F-4D97-AF65-F5344CB8AC3E}">
        <p14:creationId xmlns:p14="http://schemas.microsoft.com/office/powerpoint/2010/main" val="1084257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E5EE81F0-CD3E-4FC5-B80A-D1B1413B9FE7}"/>
              </a:ext>
            </a:extLst>
          </p:cNvPr>
          <p:cNvSpPr txBox="1"/>
          <p:nvPr/>
        </p:nvSpPr>
        <p:spPr>
          <a:xfrm>
            <a:off x="3287997" y="2990565"/>
            <a:ext cx="5167846" cy="3159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30000"/>
              </a:lnSpc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80000"/>
              <a:buFont typeface="+mj-lt"/>
              <a:buAutoNum type="romanUcPeriod"/>
            </a:pP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AI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거버넌스 수립 추진 배경</a:t>
            </a:r>
            <a:endParaRPr lang="en-US" altLang="ko-KR" sz="120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 marL="514350" indent="-514350">
              <a:lnSpc>
                <a:spcPct val="130000"/>
              </a:lnSpc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80000"/>
              <a:buFont typeface="+mj-lt"/>
              <a:buAutoNum type="romanUcPeriod"/>
            </a:pP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AI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거버넌스 컨설팅 추진 내역</a:t>
            </a:r>
            <a:endParaRPr lang="en-US" altLang="ko-KR" sz="120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 marL="514350" indent="-514350">
              <a:lnSpc>
                <a:spcPct val="130000"/>
              </a:lnSpc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80000"/>
              <a:buFont typeface="+mj-lt"/>
              <a:buAutoNum type="romanUcPeriod"/>
            </a:pP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AI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거버넌스 프레임워크</a:t>
            </a:r>
            <a:endParaRPr lang="en-US" altLang="ko-KR" sz="120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 marL="971550" lvl="1" indent="-514350">
              <a:lnSpc>
                <a:spcPct val="130000"/>
              </a:lnSpc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80000"/>
              <a:buFont typeface="+mj-lt"/>
              <a:buAutoNum type="arabicPeriod"/>
            </a:pPr>
            <a:r>
              <a:rPr lang="ko-KR" altLang="en-US" sz="1200" spc="-15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조직</a:t>
            </a:r>
            <a:endParaRPr lang="en-US" altLang="ko-KR" sz="1200" spc="-15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marL="971550" lvl="1" indent="-514350">
              <a:lnSpc>
                <a:spcPct val="130000"/>
              </a:lnSpc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80000"/>
              <a:buFont typeface="+mj-lt"/>
              <a:buAutoNum type="arabicPeriod"/>
            </a:pP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AI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거버넌스 </a:t>
            </a:r>
            <a:r>
              <a:rPr lang="ko-KR" altLang="en-US" sz="1200" spc="-15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협의체</a:t>
            </a:r>
            <a:endParaRPr lang="en-US" altLang="ko-KR" sz="1200" spc="-15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marL="971550" lvl="1" indent="-514350">
              <a:lnSpc>
                <a:spcPct val="130000"/>
              </a:lnSpc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80000"/>
              <a:buFont typeface="+mj-lt"/>
              <a:buAutoNum type="arabicPeriod"/>
            </a:pP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AI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거버넌스 </a:t>
            </a:r>
            <a:r>
              <a:rPr lang="ko-KR" altLang="en-US" sz="1200" spc="-15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규정</a:t>
            </a:r>
            <a:r>
              <a:rPr lang="en-US" altLang="ko-KR" sz="1200" spc="-15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/</a:t>
            </a:r>
            <a:r>
              <a:rPr lang="ko-KR" altLang="en-US" sz="1200" spc="-15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지침</a:t>
            </a:r>
            <a:endParaRPr lang="en-US" altLang="ko-KR" sz="1200" spc="-15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marL="971550" lvl="1" indent="-514350">
              <a:lnSpc>
                <a:spcPct val="130000"/>
              </a:lnSpc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80000"/>
              <a:buFont typeface="+mj-lt"/>
              <a:buAutoNum type="arabicPeriod"/>
            </a:pP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AI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거버넌스 </a:t>
            </a:r>
            <a:r>
              <a:rPr lang="ko-KR" altLang="en-US" sz="1200" spc="-15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프로세스　</a:t>
            </a:r>
            <a:endParaRPr lang="en-US" altLang="ko-KR" sz="1200" spc="-15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marL="971550" lvl="1" indent="-514350">
              <a:lnSpc>
                <a:spcPct val="130000"/>
              </a:lnSpc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80000"/>
              <a:buFont typeface="+mj-lt"/>
              <a:buAutoNum type="arabicPeriod"/>
            </a:pPr>
            <a:r>
              <a:rPr lang="ko-KR" altLang="en-US" sz="1200" spc="-15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활용 도구 및 문서</a:t>
            </a:r>
            <a:endParaRPr lang="en-US" altLang="ko-KR" sz="1200" spc="-15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marL="514350" indent="-514350">
              <a:lnSpc>
                <a:spcPct val="130000"/>
              </a:lnSpc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80000"/>
              <a:buFont typeface="+mj-lt"/>
              <a:buAutoNum type="romanUcPeriod"/>
            </a:pP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Next Plan</a:t>
            </a:r>
          </a:p>
          <a:p>
            <a:pPr marL="514350" indent="-514350">
              <a:lnSpc>
                <a:spcPct val="130000"/>
              </a:lnSpc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80000"/>
              <a:buFont typeface="+mj-lt"/>
              <a:buAutoNum type="romanUcPeriod"/>
            </a:pP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Q&amp;A </a:t>
            </a:r>
            <a:endParaRPr lang="ko-KR" altLang="en-US" sz="120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3C55793-210A-44F1-A322-65ADFCAD94DF}"/>
              </a:ext>
            </a:extLst>
          </p:cNvPr>
          <p:cNvSpPr txBox="1"/>
          <p:nvPr/>
        </p:nvSpPr>
        <p:spPr>
          <a:xfrm>
            <a:off x="2890529" y="2217802"/>
            <a:ext cx="2534912" cy="515175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>
            <a:defPPr>
              <a:defRPr lang="ko-KR"/>
            </a:defPPr>
            <a:lvl1pPr>
              <a:defRPr b="1" spc="-20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rgbClr val="F58220"/>
                </a:solidFill>
                <a:latin typeface="+mj-ea"/>
                <a:ea typeface="+mj-ea"/>
                <a:cs typeface="Pretendard SemiBold" panose="02000703000000020004" pitchFamily="50" charset="-127"/>
              </a:defRPr>
            </a:lvl1pPr>
          </a:lstStyle>
          <a:p>
            <a:r>
              <a:rPr lang="en-US" altLang="ko-KR" sz="3600" b="0">
                <a:ln>
                  <a:solidFill>
                    <a:srgbClr val="F58220"/>
                  </a:solidFill>
                </a:ln>
                <a:latin typeface="+mn-ea"/>
                <a:ea typeface="+mn-ea"/>
              </a:rPr>
              <a:t>CONTENTS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E6E0572F-279F-4A49-9BB4-2869F6A5A2C1}"/>
              </a:ext>
            </a:extLst>
          </p:cNvPr>
          <p:cNvCxnSpPr>
            <a:cxnSpLocks/>
          </p:cNvCxnSpPr>
          <p:nvPr/>
        </p:nvCxnSpPr>
        <p:spPr>
          <a:xfrm>
            <a:off x="5425440" y="2475390"/>
            <a:ext cx="6471920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사각형: 둥근 모서리 53">
            <a:extLst>
              <a:ext uri="{FF2B5EF4-FFF2-40B4-BE49-F238E27FC236}">
                <a16:creationId xmlns:a16="http://schemas.microsoft.com/office/drawing/2014/main" id="{F4A7A541-1169-3F1D-6FFC-F1FAB877F1EA}"/>
              </a:ext>
            </a:extLst>
          </p:cNvPr>
          <p:cNvSpPr/>
          <p:nvPr/>
        </p:nvSpPr>
        <p:spPr>
          <a:xfrm>
            <a:off x="3766186" y="3994718"/>
            <a:ext cx="206374" cy="199854"/>
          </a:xfrm>
          <a:prstGeom prst="roundRect">
            <a:avLst/>
          </a:prstGeom>
          <a:solidFill>
            <a:srgbClr val="043B7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1</a:t>
            </a:r>
          </a:p>
        </p:txBody>
      </p:sp>
      <p:sp>
        <p:nvSpPr>
          <p:cNvPr id="16" name="사각형: 둥근 모서리 53">
            <a:extLst>
              <a:ext uri="{FF2B5EF4-FFF2-40B4-BE49-F238E27FC236}">
                <a16:creationId xmlns:a16="http://schemas.microsoft.com/office/drawing/2014/main" id="{75518DE6-BCE6-D9CE-CC5A-700738F0CDC0}"/>
              </a:ext>
            </a:extLst>
          </p:cNvPr>
          <p:cNvSpPr/>
          <p:nvPr/>
        </p:nvSpPr>
        <p:spPr>
          <a:xfrm>
            <a:off x="3766186" y="4309055"/>
            <a:ext cx="206374" cy="199854"/>
          </a:xfrm>
          <a:prstGeom prst="roundRect">
            <a:avLst/>
          </a:prstGeom>
          <a:solidFill>
            <a:srgbClr val="043B7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２</a:t>
            </a:r>
            <a:endParaRPr lang="en-US" altLang="ko-KR" sz="1200" b="1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17" name="사각형: 둥근 모서리 53">
            <a:extLst>
              <a:ext uri="{FF2B5EF4-FFF2-40B4-BE49-F238E27FC236}">
                <a16:creationId xmlns:a16="http://schemas.microsoft.com/office/drawing/2014/main" id="{E26B19F7-0F47-2598-4C59-DD76FB4546C7}"/>
              </a:ext>
            </a:extLst>
          </p:cNvPr>
          <p:cNvSpPr/>
          <p:nvPr/>
        </p:nvSpPr>
        <p:spPr>
          <a:xfrm>
            <a:off x="3766186" y="4623392"/>
            <a:ext cx="206374" cy="199854"/>
          </a:xfrm>
          <a:prstGeom prst="roundRect">
            <a:avLst/>
          </a:prstGeom>
          <a:solidFill>
            <a:srgbClr val="043B7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３</a:t>
            </a:r>
            <a:endParaRPr lang="en-US" altLang="ko-KR" sz="1200" b="1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18" name="사각형: 둥근 모서리 53">
            <a:extLst>
              <a:ext uri="{FF2B5EF4-FFF2-40B4-BE49-F238E27FC236}">
                <a16:creationId xmlns:a16="http://schemas.microsoft.com/office/drawing/2014/main" id="{5BD3C756-9F00-A0D6-5330-9770CE613692}"/>
              </a:ext>
            </a:extLst>
          </p:cNvPr>
          <p:cNvSpPr/>
          <p:nvPr/>
        </p:nvSpPr>
        <p:spPr>
          <a:xfrm>
            <a:off x="3766186" y="4937729"/>
            <a:ext cx="206374" cy="199854"/>
          </a:xfrm>
          <a:prstGeom prst="roundRect">
            <a:avLst/>
          </a:prstGeom>
          <a:solidFill>
            <a:srgbClr val="043B7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４</a:t>
            </a:r>
            <a:endParaRPr lang="en-US" altLang="ko-KR" sz="1200" b="1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19" name="사각형: 둥근 모서리 53">
            <a:extLst>
              <a:ext uri="{FF2B5EF4-FFF2-40B4-BE49-F238E27FC236}">
                <a16:creationId xmlns:a16="http://schemas.microsoft.com/office/drawing/2014/main" id="{1ED6C3C7-7E8E-1FCB-DB2A-E254008D2121}"/>
              </a:ext>
            </a:extLst>
          </p:cNvPr>
          <p:cNvSpPr/>
          <p:nvPr/>
        </p:nvSpPr>
        <p:spPr>
          <a:xfrm>
            <a:off x="3766186" y="5252065"/>
            <a:ext cx="206374" cy="199854"/>
          </a:xfrm>
          <a:prstGeom prst="roundRect">
            <a:avLst/>
          </a:prstGeom>
          <a:solidFill>
            <a:srgbClr val="043B7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５</a:t>
            </a:r>
            <a:endParaRPr lang="en-US" altLang="ko-KR" sz="1200" b="1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96885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92129-44C1-6E3E-99CA-A0A104AC3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57301F7-F80E-6623-3A52-0E623F9CCE95}"/>
              </a:ext>
            </a:extLst>
          </p:cNvPr>
          <p:cNvSpPr/>
          <p:nvPr/>
        </p:nvSpPr>
        <p:spPr>
          <a:xfrm>
            <a:off x="3985243" y="2093197"/>
            <a:ext cx="4524345" cy="17558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13819F8-466E-1337-C57D-19C374E0E113}"/>
              </a:ext>
            </a:extLst>
          </p:cNvPr>
          <p:cNvSpPr/>
          <p:nvPr/>
        </p:nvSpPr>
        <p:spPr>
          <a:xfrm>
            <a:off x="2454147" y="4887495"/>
            <a:ext cx="4726829" cy="9110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6B60771B-4C1C-777E-5D96-7164BC927DB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/>
              <a:t>I</a:t>
            </a:r>
            <a:r>
              <a:rPr lang="ko-KR" altLang="en-US"/>
              <a:t>．</a:t>
            </a:r>
            <a:r>
              <a:rPr lang="en-US" altLang="ko-KR"/>
              <a:t>AI</a:t>
            </a:r>
            <a:r>
              <a:rPr lang="ko-KR" altLang="en-US"/>
              <a:t>거버넌스 수립 추진 배경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981DF7E7-81EB-8800-02B6-8FB371DD7F2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ko-KR" altLang="en-US"/>
              <a:t>금융분야 </a:t>
            </a:r>
            <a:r>
              <a:rPr lang="en-US" altLang="ko-KR"/>
              <a:t>AI</a:t>
            </a:r>
            <a:r>
              <a:rPr lang="ko-KR" altLang="en-US"/>
              <a:t> 규제 변화 대응 모습</a:t>
            </a:r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20BBA173-7F7F-BC02-AFF0-D9D5ED2F768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정부기관이 금융분야 </a:t>
            </a:r>
            <a:r>
              <a:rPr lang="en-US" altLang="ko-KR"/>
              <a:t>AI </a:t>
            </a:r>
            <a:r>
              <a:rPr lang="ko-KR" altLang="en-US"/>
              <a:t>관련 정책 및 제도를 지속적으로 제</a:t>
            </a:r>
            <a:r>
              <a:rPr lang="en-US" altLang="ko-KR"/>
              <a:t>·</a:t>
            </a:r>
            <a:r>
              <a:rPr lang="ko-KR" altLang="en-US"/>
              <a:t>개정함에 따라</a:t>
            </a:r>
            <a:r>
              <a:rPr lang="en-US" altLang="ko-KR"/>
              <a:t>, </a:t>
            </a:r>
            <a:r>
              <a:rPr lang="ko-KR" altLang="en-US"/>
              <a:t>금융권은 규제 준수와 신뢰성 확보를 위해 </a:t>
            </a:r>
            <a:r>
              <a:rPr lang="en-US" altLang="ko-KR"/>
              <a:t>AI </a:t>
            </a:r>
            <a:r>
              <a:rPr lang="ko-KR" altLang="en-US"/>
              <a:t>거버넌스 체계 수립을 진행중임</a:t>
            </a:r>
          </a:p>
        </p:txBody>
      </p:sp>
      <p:grpSp>
        <p:nvGrpSpPr>
          <p:cNvPr id="68" name="그룹 78">
            <a:extLst>
              <a:ext uri="{FF2B5EF4-FFF2-40B4-BE49-F238E27FC236}">
                <a16:creationId xmlns:a16="http://schemas.microsoft.com/office/drawing/2014/main" id="{2476E953-436B-0704-16C5-1F183EBFC319}"/>
              </a:ext>
            </a:extLst>
          </p:cNvPr>
          <p:cNvGrpSpPr/>
          <p:nvPr/>
        </p:nvGrpSpPr>
        <p:grpSpPr>
          <a:xfrm>
            <a:off x="407988" y="1374190"/>
            <a:ext cx="11376025" cy="362535"/>
            <a:chOff x="407988" y="1722930"/>
            <a:chExt cx="5510674" cy="362535"/>
          </a:xfrm>
        </p:grpSpPr>
        <p:sp>
          <p:nvSpPr>
            <p:cNvPr id="71" name="직사각형 79">
              <a:extLst>
                <a:ext uri="{FF2B5EF4-FFF2-40B4-BE49-F238E27FC236}">
                  <a16:creationId xmlns:a16="http://schemas.microsoft.com/office/drawing/2014/main" id="{444C2A4A-3EC4-C4AD-22A0-AD5A20D1AC0C}"/>
                </a:ext>
              </a:extLst>
            </p:cNvPr>
            <p:cNvSpPr/>
            <p:nvPr/>
          </p:nvSpPr>
          <p:spPr>
            <a:xfrm>
              <a:off x="407988" y="1722930"/>
              <a:ext cx="5510674" cy="36253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ctr">
              <a:noAutofit/>
            </a:bodyPr>
            <a:lstStyle/>
            <a:p>
              <a:pPr defTabSz="914400" latinLnBrk="1">
                <a:lnSpc>
                  <a:spcPct val="90000"/>
                </a:lnSpc>
                <a:spcBef>
                  <a:spcPts val="1000"/>
                </a:spcBef>
              </a:pPr>
              <a:r>
                <a:rPr lang="en-US" altLang="ko-KR" sz="1400" b="1" spc="-150">
                  <a:ln>
                    <a:solidFill>
                      <a:srgbClr val="41A050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Pretendard SemiBold" panose="02000703000000020004" pitchFamily="50" charset="-127"/>
                </a:rPr>
                <a:t>AI </a:t>
              </a:r>
              <a:r>
                <a:rPr lang="ko-KR" altLang="en-US" sz="1400" b="1" spc="-150">
                  <a:ln>
                    <a:solidFill>
                      <a:srgbClr val="41A050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Pretendard SemiBold" panose="02000703000000020004" pitchFamily="50" charset="-127"/>
                </a:rPr>
                <a:t>관련 감독 기관 제도 변화</a:t>
              </a:r>
            </a:p>
          </p:txBody>
        </p:sp>
        <p:cxnSp>
          <p:nvCxnSpPr>
            <p:cNvPr id="72" name="직선 연결선 80">
              <a:extLst>
                <a:ext uri="{FF2B5EF4-FFF2-40B4-BE49-F238E27FC236}">
                  <a16:creationId xmlns:a16="http://schemas.microsoft.com/office/drawing/2014/main" id="{495D6DC5-0E12-BF4D-69B8-3FD6ED8BED42}"/>
                </a:ext>
              </a:extLst>
            </p:cNvPr>
            <p:cNvCxnSpPr>
              <a:cxnSpLocks/>
            </p:cNvCxnSpPr>
            <p:nvPr/>
          </p:nvCxnSpPr>
          <p:spPr>
            <a:xfrm>
              <a:off x="407988" y="2085465"/>
              <a:ext cx="5510674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Arrow: Right 72">
            <a:extLst>
              <a:ext uri="{FF2B5EF4-FFF2-40B4-BE49-F238E27FC236}">
                <a16:creationId xmlns:a16="http://schemas.microsoft.com/office/drawing/2014/main" id="{ED75969E-0A18-5CEF-7571-B1A9BA7A07E2}"/>
              </a:ext>
            </a:extLst>
          </p:cNvPr>
          <p:cNvSpPr/>
          <p:nvPr/>
        </p:nvSpPr>
        <p:spPr>
          <a:xfrm>
            <a:off x="520286" y="4084459"/>
            <a:ext cx="11125613" cy="325747"/>
          </a:xfrm>
          <a:prstGeom prst="rightArrow">
            <a:avLst>
              <a:gd name="adj1" fmla="val 50000"/>
              <a:gd name="adj2" fmla="val 93162"/>
            </a:avLst>
          </a:pr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rgbClr val="ED7D31"/>
              </a:gs>
            </a:gsLst>
            <a:lin ang="0" scaled="0"/>
          </a:gradFill>
          <a:ln>
            <a:solidFill>
              <a:schemeClr val="bg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3B9C5D20-DEB4-6DB5-4A5A-4857BBD9BBDB}"/>
              </a:ext>
            </a:extLst>
          </p:cNvPr>
          <p:cNvCxnSpPr>
            <a:cxnSpLocks/>
          </p:cNvCxnSpPr>
          <p:nvPr/>
        </p:nvCxnSpPr>
        <p:spPr>
          <a:xfrm flipV="1">
            <a:off x="1602305" y="4337243"/>
            <a:ext cx="0" cy="66601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2FA41159-70F5-094E-9359-6E3EE854BD6D}"/>
              </a:ext>
            </a:extLst>
          </p:cNvPr>
          <p:cNvCxnSpPr>
            <a:cxnSpLocks/>
            <a:stCxn id="107" idx="0"/>
            <a:endCxn id="108" idx="4"/>
          </p:cNvCxnSpPr>
          <p:nvPr/>
        </p:nvCxnSpPr>
        <p:spPr>
          <a:xfrm flipV="1">
            <a:off x="3270634" y="4337243"/>
            <a:ext cx="0" cy="66601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8A6745F9-9802-D910-962A-A88F51E3BF94}"/>
              </a:ext>
            </a:extLst>
          </p:cNvPr>
          <p:cNvGrpSpPr/>
          <p:nvPr/>
        </p:nvGrpSpPr>
        <p:grpSpPr>
          <a:xfrm>
            <a:off x="1391525" y="3849094"/>
            <a:ext cx="421559" cy="488149"/>
            <a:chOff x="1391525" y="3969076"/>
            <a:chExt cx="421559" cy="488149"/>
          </a:xfrm>
        </p:grpSpPr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F73469D7-5FC3-39FD-9032-4264E2C4C7FA}"/>
                </a:ext>
              </a:extLst>
            </p:cNvPr>
            <p:cNvSpPr/>
            <p:nvPr/>
          </p:nvSpPr>
          <p:spPr>
            <a:xfrm>
              <a:off x="1512304" y="4277225"/>
              <a:ext cx="180000" cy="180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7F7F7F"/>
              </a:solidFill>
            </a:ln>
            <a:effectLst>
              <a:glow rad="50800">
                <a:schemeClr val="accent1">
                  <a:alpha val="40000"/>
                </a:schemeClr>
              </a:glow>
            </a:effectLst>
          </p:spPr>
          <p:txBody>
            <a:bodyPr wrap="non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ED8864A4-9125-7809-15E9-B92B2CD7CD2F}"/>
                </a:ext>
              </a:extLst>
            </p:cNvPr>
            <p:cNvSpPr txBox="1"/>
            <p:nvPr/>
          </p:nvSpPr>
          <p:spPr>
            <a:xfrm>
              <a:off x="1391525" y="3969076"/>
              <a:ext cx="421559" cy="21492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>
                  <a:ln>
                    <a:solidFill>
                      <a:srgbClr val="3E8AF7">
                        <a:alpha val="0"/>
                      </a:srgbClr>
                    </a:solidFill>
                  </a:ln>
                  <a:solidFill>
                    <a:srgbClr val="2E2E38"/>
                  </a:solidFill>
                  <a:effectLst/>
                  <a:uLnTx/>
                  <a:uFillTx/>
                  <a:latin typeface="+mn-ea"/>
                  <a:cs typeface="+mn-cs"/>
                </a:rPr>
                <a:t>’22.08</a:t>
              </a:r>
              <a:endParaRPr kumimoji="0" lang="ko-KR" altLang="en-US" sz="1000" b="1" i="0" u="none" strike="noStrike" kern="1200" cap="none" spc="0" normalizeH="0" baseline="0" noProof="0">
                <a:ln>
                  <a:solidFill>
                    <a:srgbClr val="3E8AF7">
                      <a:alpha val="0"/>
                    </a:srgbClr>
                  </a:solidFill>
                </a:ln>
                <a:solidFill>
                  <a:srgbClr val="2E2E38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</p:grpSp>
      <p:sp>
        <p:nvSpPr>
          <p:cNvPr id="92" name="Rectangle: Rounded Corners 50">
            <a:extLst>
              <a:ext uri="{FF2B5EF4-FFF2-40B4-BE49-F238E27FC236}">
                <a16:creationId xmlns:a16="http://schemas.microsoft.com/office/drawing/2014/main" id="{0CB4C698-86DD-6E3B-39AF-5A8403F947B9}"/>
              </a:ext>
            </a:extLst>
          </p:cNvPr>
          <p:cNvSpPr/>
          <p:nvPr/>
        </p:nvSpPr>
        <p:spPr>
          <a:xfrm>
            <a:off x="887695" y="5003261"/>
            <a:ext cx="1429218" cy="67389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effectLst/>
                <a:uLnTx/>
                <a:uFillTx/>
                <a:latin typeface="+mn-ea"/>
                <a:cs typeface="+mn-cs"/>
              </a:rPr>
              <a:t>금융분야 </a:t>
            </a:r>
            <a:br>
              <a:rPr kumimoji="0" lang="en-US" altLang="ko-KR" sz="1200" b="1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effectLst/>
                <a:uLnTx/>
                <a:uFillTx/>
                <a:latin typeface="+mn-ea"/>
                <a:cs typeface="+mn-cs"/>
              </a:rPr>
            </a:br>
            <a:r>
              <a:rPr kumimoji="0" lang="en-US" altLang="ko-KR" sz="1200" b="1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effectLst/>
                <a:uLnTx/>
                <a:uFillTx/>
                <a:latin typeface="+mn-ea"/>
                <a:cs typeface="+mn-cs"/>
              </a:rPr>
              <a:t>AI </a:t>
            </a:r>
            <a:r>
              <a:rPr kumimoji="0" lang="ko-KR" altLang="en-US" sz="1200" b="1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effectLst/>
                <a:uLnTx/>
                <a:uFillTx/>
                <a:latin typeface="+mn-ea"/>
                <a:cs typeface="+mn-cs"/>
              </a:rPr>
              <a:t>개발</a:t>
            </a:r>
            <a:r>
              <a:rPr kumimoji="0" lang="en-US" altLang="ko-KR" sz="1200" b="1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effectLst/>
                <a:uLnTx/>
                <a:uFillTx/>
                <a:latin typeface="+mn-ea"/>
                <a:cs typeface="+mn-cs"/>
              </a:rPr>
              <a:t>·</a:t>
            </a:r>
            <a:r>
              <a:rPr kumimoji="0" lang="ko-KR" altLang="en-US" sz="1200" b="1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effectLst/>
                <a:uLnTx/>
                <a:uFillTx/>
                <a:latin typeface="+mn-ea"/>
                <a:cs typeface="+mn-cs"/>
              </a:rPr>
              <a:t>활용 안내서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910BC24-8FED-51B1-A0B3-6B90A7BDC2ED}"/>
              </a:ext>
            </a:extLst>
          </p:cNvPr>
          <p:cNvGrpSpPr/>
          <p:nvPr/>
        </p:nvGrpSpPr>
        <p:grpSpPr>
          <a:xfrm>
            <a:off x="838793" y="3849093"/>
            <a:ext cx="421559" cy="488149"/>
            <a:chOff x="838793" y="3969075"/>
            <a:chExt cx="421559" cy="488149"/>
          </a:xfrm>
        </p:grpSpPr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67130DDE-36EB-A83C-02BA-630391F55A17}"/>
                </a:ext>
              </a:extLst>
            </p:cNvPr>
            <p:cNvSpPr/>
            <p:nvPr/>
          </p:nvSpPr>
          <p:spPr>
            <a:xfrm>
              <a:off x="959572" y="4277224"/>
              <a:ext cx="180000" cy="180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7F7F7F"/>
              </a:solidFill>
            </a:ln>
            <a:effectLst>
              <a:glow rad="50800">
                <a:schemeClr val="accent1">
                  <a:alpha val="40000"/>
                </a:schemeClr>
              </a:glow>
            </a:effectLst>
          </p:spPr>
          <p:txBody>
            <a:bodyPr wrap="non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C659A3F5-9272-1D87-23FC-6EFF137DCACC}"/>
                </a:ext>
              </a:extLst>
            </p:cNvPr>
            <p:cNvSpPr txBox="1"/>
            <p:nvPr/>
          </p:nvSpPr>
          <p:spPr>
            <a:xfrm>
              <a:off x="838793" y="3969075"/>
              <a:ext cx="421559" cy="21492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>
                  <a:ln>
                    <a:solidFill>
                      <a:srgbClr val="3E8AF7">
                        <a:alpha val="0"/>
                      </a:srgbClr>
                    </a:solidFill>
                  </a:ln>
                  <a:solidFill>
                    <a:srgbClr val="2E2E38"/>
                  </a:solidFill>
                  <a:effectLst/>
                  <a:uLnTx/>
                  <a:uFillTx/>
                  <a:latin typeface="+mn-ea"/>
                  <a:cs typeface="+mn-cs"/>
                </a:rPr>
                <a:t>’21.07</a:t>
              </a:r>
              <a:endParaRPr kumimoji="0" lang="ko-KR" altLang="en-US" sz="1000" b="1" i="0" u="none" strike="noStrike" kern="1200" cap="none" spc="0" normalizeH="0" baseline="0" noProof="0">
                <a:ln>
                  <a:solidFill>
                    <a:srgbClr val="3E8AF7">
                      <a:alpha val="0"/>
                    </a:srgbClr>
                  </a:solidFill>
                </a:ln>
                <a:solidFill>
                  <a:srgbClr val="2E2E38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</p:grpSp>
      <p:sp>
        <p:nvSpPr>
          <p:cNvPr id="97" name="Rectangle: Rounded Corners 50">
            <a:extLst>
              <a:ext uri="{FF2B5EF4-FFF2-40B4-BE49-F238E27FC236}">
                <a16:creationId xmlns:a16="http://schemas.microsoft.com/office/drawing/2014/main" id="{796808F1-5EBC-1C0E-12DC-429017FF7008}"/>
              </a:ext>
            </a:extLst>
          </p:cNvPr>
          <p:cNvSpPr/>
          <p:nvPr/>
        </p:nvSpPr>
        <p:spPr>
          <a:xfrm>
            <a:off x="334963" y="2191449"/>
            <a:ext cx="1429218" cy="67389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effectLst/>
                <a:uLnTx/>
                <a:uFillTx/>
                <a:latin typeface="+mn-ea"/>
                <a:cs typeface="+mn-cs"/>
              </a:rPr>
              <a:t>금융분야 </a:t>
            </a:r>
            <a:br>
              <a:rPr kumimoji="0" lang="en-US" altLang="ko-KR" sz="1200" b="1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effectLst/>
                <a:uLnTx/>
                <a:uFillTx/>
                <a:latin typeface="+mn-ea"/>
                <a:cs typeface="+mn-cs"/>
              </a:rPr>
            </a:br>
            <a:r>
              <a:rPr kumimoji="0" lang="en-US" altLang="ko-KR" sz="1200" b="1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effectLst/>
                <a:uLnTx/>
                <a:uFillTx/>
                <a:latin typeface="+mn-ea"/>
                <a:cs typeface="+mn-cs"/>
              </a:rPr>
              <a:t>AI </a:t>
            </a:r>
            <a:r>
              <a:rPr kumimoji="0" lang="ko-KR" altLang="en-US" sz="1200" b="1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effectLst/>
                <a:uLnTx/>
                <a:uFillTx/>
                <a:latin typeface="+mn-ea"/>
                <a:cs typeface="+mn-cs"/>
              </a:rPr>
              <a:t>운영 가이드라인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3FE63D8-4EBB-5930-0C41-3BE0E7BD3F43}"/>
              </a:ext>
            </a:extLst>
          </p:cNvPr>
          <p:cNvGrpSpPr/>
          <p:nvPr/>
        </p:nvGrpSpPr>
        <p:grpSpPr>
          <a:xfrm>
            <a:off x="2515170" y="3849093"/>
            <a:ext cx="421559" cy="488149"/>
            <a:chOff x="2456665" y="3969075"/>
            <a:chExt cx="421559" cy="488149"/>
          </a:xfrm>
        </p:grpSpPr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F42207D8-B594-9A3E-919D-47152186502C}"/>
                </a:ext>
              </a:extLst>
            </p:cNvPr>
            <p:cNvSpPr/>
            <p:nvPr/>
          </p:nvSpPr>
          <p:spPr>
            <a:xfrm>
              <a:off x="2577444" y="4277224"/>
              <a:ext cx="180000" cy="180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7F7F7F"/>
              </a:solidFill>
            </a:ln>
            <a:effectLst>
              <a:glow rad="50800">
                <a:schemeClr val="accent1">
                  <a:alpha val="40000"/>
                </a:schemeClr>
              </a:glow>
            </a:effectLst>
          </p:spPr>
          <p:txBody>
            <a:bodyPr wrap="non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D8B57085-6D24-A139-E7C1-D88428A03107}"/>
                </a:ext>
              </a:extLst>
            </p:cNvPr>
            <p:cNvSpPr txBox="1"/>
            <p:nvPr/>
          </p:nvSpPr>
          <p:spPr>
            <a:xfrm>
              <a:off x="2456665" y="3969075"/>
              <a:ext cx="421559" cy="21492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>
                  <a:ln>
                    <a:solidFill>
                      <a:srgbClr val="3E8AF7">
                        <a:alpha val="0"/>
                      </a:srgbClr>
                    </a:solidFill>
                  </a:ln>
                  <a:solidFill>
                    <a:srgbClr val="2E2E38"/>
                  </a:solidFill>
                  <a:effectLst/>
                  <a:uLnTx/>
                  <a:uFillTx/>
                  <a:latin typeface="+mn-ea"/>
                  <a:cs typeface="+mn-cs"/>
                </a:rPr>
                <a:t>’23.04</a:t>
              </a:r>
              <a:endParaRPr kumimoji="0" lang="ko-KR" altLang="en-US" sz="1000" b="1" i="0" u="none" strike="noStrike" kern="1200" cap="none" spc="0" normalizeH="0" baseline="0" noProof="0">
                <a:ln>
                  <a:solidFill>
                    <a:srgbClr val="3E8AF7">
                      <a:alpha val="0"/>
                    </a:srgbClr>
                  </a:solidFill>
                </a:ln>
                <a:solidFill>
                  <a:srgbClr val="2E2E38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</p:grpSp>
      <p:sp>
        <p:nvSpPr>
          <p:cNvPr id="102" name="Rectangle: Rounded Corners 50">
            <a:extLst>
              <a:ext uri="{FF2B5EF4-FFF2-40B4-BE49-F238E27FC236}">
                <a16:creationId xmlns:a16="http://schemas.microsoft.com/office/drawing/2014/main" id="{98B99F43-285F-5504-4F38-8DACCE45DB68}"/>
              </a:ext>
            </a:extLst>
          </p:cNvPr>
          <p:cNvSpPr/>
          <p:nvPr/>
        </p:nvSpPr>
        <p:spPr>
          <a:xfrm>
            <a:off x="2011340" y="2191449"/>
            <a:ext cx="1429218" cy="67389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effectLst/>
                <a:uLnTx/>
                <a:uFillTx/>
                <a:latin typeface="+mn-ea"/>
                <a:cs typeface="+mn-cs"/>
              </a:rPr>
              <a:t>금융분야 </a:t>
            </a:r>
            <a:r>
              <a:rPr kumimoji="0" lang="en-US" altLang="ko-KR" sz="1200" b="1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effectLst/>
                <a:uLnTx/>
                <a:uFillTx/>
                <a:latin typeface="+mn-ea"/>
                <a:cs typeface="+mn-cs"/>
              </a:rPr>
              <a:t>AI </a:t>
            </a:r>
            <a:r>
              <a:rPr kumimoji="0" lang="ko-KR" altLang="en-US" sz="1200" b="1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effectLst/>
                <a:uLnTx/>
                <a:uFillTx/>
                <a:latin typeface="+mn-ea"/>
                <a:cs typeface="+mn-cs"/>
              </a:rPr>
              <a:t>기반 </a:t>
            </a:r>
            <a:br>
              <a:rPr kumimoji="0" lang="en-US" altLang="ko-KR" sz="1200" b="1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effectLst/>
                <a:uLnTx/>
                <a:uFillTx/>
                <a:latin typeface="+mn-ea"/>
                <a:cs typeface="+mn-cs"/>
              </a:rPr>
            </a:br>
            <a:r>
              <a:rPr kumimoji="0" lang="ko-KR" altLang="en-US" sz="1200" b="1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effectLst/>
                <a:uLnTx/>
                <a:uFillTx/>
                <a:latin typeface="+mn-ea"/>
                <a:cs typeface="+mn-cs"/>
              </a:rPr>
              <a:t>보안 가이드라인</a:t>
            </a: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36C057FF-E807-CB36-2D44-3852F2D79136}"/>
              </a:ext>
            </a:extLst>
          </p:cNvPr>
          <p:cNvSpPr/>
          <p:nvPr/>
        </p:nvSpPr>
        <p:spPr>
          <a:xfrm>
            <a:off x="3180634" y="4157243"/>
            <a:ext cx="180000" cy="180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7F7F7F"/>
            </a:solidFill>
          </a:ln>
          <a:effectLst>
            <a:glow rad="50800">
              <a:schemeClr val="accent1">
                <a:alpha val="40000"/>
              </a:schemeClr>
            </a:glow>
          </a:effectLst>
        </p:spPr>
        <p:txBody>
          <a:bodyPr wrap="non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06FCE25E-6701-6DA8-6D6B-0D988CC92AD6}"/>
              </a:ext>
            </a:extLst>
          </p:cNvPr>
          <p:cNvSpPr txBox="1"/>
          <p:nvPr/>
        </p:nvSpPr>
        <p:spPr>
          <a:xfrm>
            <a:off x="3059855" y="3849094"/>
            <a:ext cx="421559" cy="2149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>
                <a:ln>
                  <a:solidFill>
                    <a:srgbClr val="3E8AF7">
                      <a:alpha val="0"/>
                    </a:srgbClr>
                  </a:solidFill>
                </a:ln>
                <a:solidFill>
                  <a:srgbClr val="2E2E38"/>
                </a:solidFill>
                <a:effectLst/>
                <a:uLnTx/>
                <a:uFillTx/>
                <a:latin typeface="+mn-ea"/>
                <a:cs typeface="+mn-cs"/>
              </a:rPr>
              <a:t>’25.01</a:t>
            </a:r>
            <a:endParaRPr kumimoji="0" lang="ko-KR" altLang="en-US" sz="1000" b="1" i="0" u="none" strike="noStrike" kern="1200" cap="none" spc="0" normalizeH="0" baseline="0" noProof="0">
              <a:ln>
                <a:solidFill>
                  <a:srgbClr val="3E8AF7">
                    <a:alpha val="0"/>
                  </a:srgbClr>
                </a:solidFill>
              </a:ln>
              <a:solidFill>
                <a:srgbClr val="2E2E38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07" name="Rectangle: Rounded Corners 50">
            <a:extLst>
              <a:ext uri="{FF2B5EF4-FFF2-40B4-BE49-F238E27FC236}">
                <a16:creationId xmlns:a16="http://schemas.microsoft.com/office/drawing/2014/main" id="{215B42E2-5A04-3132-4325-456CC5CAE7D5}"/>
              </a:ext>
            </a:extLst>
          </p:cNvPr>
          <p:cNvSpPr/>
          <p:nvPr/>
        </p:nvSpPr>
        <p:spPr>
          <a:xfrm>
            <a:off x="2556025" y="5003261"/>
            <a:ext cx="1429218" cy="67389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effectLst/>
                <a:uLnTx/>
                <a:uFillTx/>
                <a:latin typeface="+mn-ea"/>
                <a:cs typeface="+mn-cs"/>
              </a:rPr>
              <a:t>인공지능기본법</a:t>
            </a:r>
            <a:br>
              <a:rPr kumimoji="0" lang="en-US" altLang="ko-KR" sz="1200" b="1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effectLst/>
                <a:uLnTx/>
                <a:uFillTx/>
                <a:latin typeface="+mn-ea"/>
                <a:cs typeface="+mn-cs"/>
              </a:rPr>
            </a:br>
            <a:r>
              <a:rPr kumimoji="0" lang="ko-KR" altLang="en-US" sz="1200" b="1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effectLst/>
                <a:uLnTx/>
                <a:uFillTx/>
                <a:latin typeface="+mn-ea"/>
                <a:cs typeface="+mn-cs"/>
              </a:rPr>
              <a:t>제정</a:t>
            </a:r>
            <a:r>
              <a:rPr kumimoji="0" lang="en-US" altLang="ko-KR" sz="1200" b="1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effectLst/>
                <a:uLnTx/>
                <a:uFillTx/>
                <a:latin typeface="+mn-ea"/>
                <a:cs typeface="+mn-cs"/>
              </a:rPr>
              <a:t>·</a:t>
            </a:r>
            <a:r>
              <a:rPr kumimoji="0" lang="ko-KR" altLang="en-US" sz="1200" b="1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effectLst/>
                <a:uLnTx/>
                <a:uFillTx/>
                <a:latin typeface="+mn-ea"/>
                <a:cs typeface="+mn-cs"/>
              </a:rPr>
              <a:t>공포</a:t>
            </a:r>
          </a:p>
        </p:txBody>
      </p:sp>
      <p:cxnSp>
        <p:nvCxnSpPr>
          <p:cNvPr id="110" name="Straight Arrow Connector 68">
            <a:extLst>
              <a:ext uri="{FF2B5EF4-FFF2-40B4-BE49-F238E27FC236}">
                <a16:creationId xmlns:a16="http://schemas.microsoft.com/office/drawing/2014/main" id="{09BF4133-4FE2-A435-4505-B4E530B62520}"/>
              </a:ext>
            </a:extLst>
          </p:cNvPr>
          <p:cNvCxnSpPr>
            <a:cxnSpLocks/>
            <a:stCxn id="97" idx="2"/>
            <a:endCxn id="99" idx="0"/>
          </p:cNvCxnSpPr>
          <p:nvPr/>
        </p:nvCxnSpPr>
        <p:spPr>
          <a:xfrm>
            <a:off x="1049572" y="2865344"/>
            <a:ext cx="1" cy="983749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68">
            <a:extLst>
              <a:ext uri="{FF2B5EF4-FFF2-40B4-BE49-F238E27FC236}">
                <a16:creationId xmlns:a16="http://schemas.microsoft.com/office/drawing/2014/main" id="{ECE9F75A-B579-8E3F-90DA-2CF623B9C8C9}"/>
              </a:ext>
            </a:extLst>
          </p:cNvPr>
          <p:cNvCxnSpPr>
            <a:cxnSpLocks/>
            <a:stCxn id="102" idx="2"/>
            <a:endCxn id="104" idx="0"/>
          </p:cNvCxnSpPr>
          <p:nvPr/>
        </p:nvCxnSpPr>
        <p:spPr>
          <a:xfrm>
            <a:off x="2725949" y="2865344"/>
            <a:ext cx="1" cy="983749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70">
            <a:extLst>
              <a:ext uri="{FF2B5EF4-FFF2-40B4-BE49-F238E27FC236}">
                <a16:creationId xmlns:a16="http://schemas.microsoft.com/office/drawing/2014/main" id="{DE556782-DAFB-294A-EF89-EE4F61A18551}"/>
              </a:ext>
            </a:extLst>
          </p:cNvPr>
          <p:cNvCxnSpPr>
            <a:cxnSpLocks/>
            <a:stCxn id="117" idx="0"/>
            <a:endCxn id="123" idx="4"/>
          </p:cNvCxnSpPr>
          <p:nvPr/>
        </p:nvCxnSpPr>
        <p:spPr>
          <a:xfrm flipH="1" flipV="1">
            <a:off x="4921334" y="4337242"/>
            <a:ext cx="1" cy="66601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Oval 40">
            <a:extLst>
              <a:ext uri="{FF2B5EF4-FFF2-40B4-BE49-F238E27FC236}">
                <a16:creationId xmlns:a16="http://schemas.microsoft.com/office/drawing/2014/main" id="{E7CD636E-E4BB-20F8-C8BA-D578D4B2838A}"/>
              </a:ext>
            </a:extLst>
          </p:cNvPr>
          <p:cNvSpPr/>
          <p:nvPr/>
        </p:nvSpPr>
        <p:spPr>
          <a:xfrm>
            <a:off x="4831334" y="4157242"/>
            <a:ext cx="180000" cy="180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7F7F7F"/>
            </a:solidFill>
          </a:ln>
          <a:effectLst>
            <a:glow rad="50800">
              <a:schemeClr val="accent1">
                <a:alpha val="40000"/>
              </a:schemeClr>
            </a:glow>
          </a:effectLst>
        </p:spPr>
        <p:txBody>
          <a:bodyPr wrap="non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623B7169-071E-5C1C-8858-A218C8645630}"/>
              </a:ext>
            </a:extLst>
          </p:cNvPr>
          <p:cNvSpPr txBox="1"/>
          <p:nvPr/>
        </p:nvSpPr>
        <p:spPr>
          <a:xfrm>
            <a:off x="4710555" y="3849094"/>
            <a:ext cx="421559" cy="2149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>
                <a:ln>
                  <a:solidFill>
                    <a:srgbClr val="3E8AF7">
                      <a:alpha val="0"/>
                    </a:srgbClr>
                  </a:solidFill>
                </a:ln>
                <a:solidFill>
                  <a:srgbClr val="2E2E38"/>
                </a:solidFill>
                <a:effectLst/>
                <a:uLnTx/>
                <a:uFillTx/>
                <a:latin typeface="+mn-ea"/>
                <a:cs typeface="+mn-cs"/>
              </a:rPr>
              <a:t>’25.09</a:t>
            </a:r>
            <a:endParaRPr kumimoji="0" lang="ko-KR" altLang="en-US" sz="1000" b="1" i="0" u="none" strike="noStrike" kern="1200" cap="none" spc="0" normalizeH="0" baseline="0" noProof="0">
              <a:ln>
                <a:solidFill>
                  <a:srgbClr val="3E8AF7">
                    <a:alpha val="0"/>
                  </a:srgbClr>
                </a:solidFill>
              </a:ln>
              <a:solidFill>
                <a:srgbClr val="2E2E38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15" name="Rectangle: Rounded Corners 54">
            <a:extLst>
              <a:ext uri="{FF2B5EF4-FFF2-40B4-BE49-F238E27FC236}">
                <a16:creationId xmlns:a16="http://schemas.microsoft.com/office/drawing/2014/main" id="{3F5642DC-063F-EB36-5571-FA077638E4F1}"/>
              </a:ext>
            </a:extLst>
          </p:cNvPr>
          <p:cNvSpPr/>
          <p:nvPr/>
        </p:nvSpPr>
        <p:spPr>
          <a:xfrm>
            <a:off x="4271690" y="2191449"/>
            <a:ext cx="1299289" cy="712944"/>
          </a:xfrm>
          <a:prstGeom prst="roundRect">
            <a:avLst/>
          </a:prstGeom>
          <a:solidFill>
            <a:srgbClr val="F4B183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effectLst/>
                <a:uLnTx/>
                <a:uFillTx/>
                <a:latin typeface="+mn-ea"/>
                <a:cs typeface="+mn-cs"/>
              </a:rPr>
              <a:t>AI </a:t>
            </a:r>
            <a:r>
              <a:rPr kumimoji="0" lang="ko-KR" altLang="en-US" sz="1200" b="1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effectLst/>
                <a:uLnTx/>
                <a:uFillTx/>
                <a:latin typeface="+mn-ea"/>
                <a:cs typeface="+mn-cs"/>
              </a:rPr>
              <a:t>투명성 확보 가이드라인</a:t>
            </a:r>
            <a:endParaRPr kumimoji="0" lang="en-US" altLang="ko-KR" sz="1200" b="1" i="0" u="none" strike="noStrike" kern="1200" cap="none" spc="-70" normalizeH="0" baseline="0" noProof="0">
              <a:ln>
                <a:solidFill>
                  <a:prstClr val="white">
                    <a:alpha val="0"/>
                  </a:prstClr>
                </a:solidFill>
              </a:ln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16" name="Rectangle: Rounded Corners 54">
            <a:extLst>
              <a:ext uri="{FF2B5EF4-FFF2-40B4-BE49-F238E27FC236}">
                <a16:creationId xmlns:a16="http://schemas.microsoft.com/office/drawing/2014/main" id="{6FD147AC-B272-1E7A-CB83-CFF69EC16BB5}"/>
              </a:ext>
            </a:extLst>
          </p:cNvPr>
          <p:cNvSpPr/>
          <p:nvPr/>
        </p:nvSpPr>
        <p:spPr>
          <a:xfrm>
            <a:off x="5657809" y="2191449"/>
            <a:ext cx="1299289" cy="712944"/>
          </a:xfrm>
          <a:prstGeom prst="roundRect">
            <a:avLst/>
          </a:prstGeom>
          <a:solidFill>
            <a:srgbClr val="F4B183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lvl="0" algn="ctr">
              <a:defRPr/>
            </a:pPr>
            <a:r>
              <a:rPr lang="ko-KR" altLang="en-US" sz="1200" b="1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사업자 책무 고시</a:t>
            </a:r>
            <a:endParaRPr lang="en-US" altLang="ko-KR" sz="1200" b="1" spc="-70">
              <a:ln>
                <a:solidFill>
                  <a:prstClr val="white">
                    <a:alpha val="0"/>
                  </a:prstClr>
                </a:solidFill>
              </a:ln>
              <a:latin typeface="+mn-ea"/>
            </a:endParaRPr>
          </a:p>
        </p:txBody>
      </p:sp>
      <p:sp>
        <p:nvSpPr>
          <p:cNvPr id="117" name="Rectangle: Rounded Corners 54">
            <a:extLst>
              <a:ext uri="{FF2B5EF4-FFF2-40B4-BE49-F238E27FC236}">
                <a16:creationId xmlns:a16="http://schemas.microsoft.com/office/drawing/2014/main" id="{876E9F78-2033-92E3-00EE-425868E55B15}"/>
              </a:ext>
            </a:extLst>
          </p:cNvPr>
          <p:cNvSpPr/>
          <p:nvPr/>
        </p:nvSpPr>
        <p:spPr>
          <a:xfrm>
            <a:off x="4271690" y="5003260"/>
            <a:ext cx="1299289" cy="712944"/>
          </a:xfrm>
          <a:prstGeom prst="roundRect">
            <a:avLst/>
          </a:prstGeom>
          <a:solidFill>
            <a:srgbClr val="F4B183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lvl="0" algn="ctr">
              <a:defRPr/>
            </a:pPr>
            <a:r>
              <a:rPr lang="ko-KR" altLang="en-US" sz="1200" b="1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안전성 확보 고시</a:t>
            </a:r>
            <a:endParaRPr lang="en-US" altLang="ko-KR" sz="1200" b="1" spc="-70">
              <a:ln>
                <a:solidFill>
                  <a:prstClr val="white">
                    <a:alpha val="0"/>
                  </a:prstClr>
                </a:solidFill>
              </a:ln>
              <a:latin typeface="+mn-ea"/>
            </a:endParaRPr>
          </a:p>
        </p:txBody>
      </p:sp>
      <p:sp>
        <p:nvSpPr>
          <p:cNvPr id="118" name="Rectangle: Rounded Corners 54">
            <a:extLst>
              <a:ext uri="{FF2B5EF4-FFF2-40B4-BE49-F238E27FC236}">
                <a16:creationId xmlns:a16="http://schemas.microsoft.com/office/drawing/2014/main" id="{BAD44302-8A53-93FE-6DDF-F2E65869DE38}"/>
              </a:ext>
            </a:extLst>
          </p:cNvPr>
          <p:cNvSpPr/>
          <p:nvPr/>
        </p:nvSpPr>
        <p:spPr>
          <a:xfrm>
            <a:off x="5657809" y="5003260"/>
            <a:ext cx="1299289" cy="712944"/>
          </a:xfrm>
          <a:prstGeom prst="roundRect">
            <a:avLst/>
          </a:prstGeom>
          <a:solidFill>
            <a:srgbClr val="F4B183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defRPr/>
            </a:pPr>
            <a:r>
              <a:rPr lang="en-US" altLang="ko-KR" sz="1200" b="1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AI </a:t>
            </a:r>
            <a:r>
              <a:rPr lang="ko-KR" altLang="en-US" sz="1200" b="1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안전성 확보 가이드라인</a:t>
            </a:r>
            <a:endParaRPr lang="en-US" altLang="ko-KR" sz="1200" b="1" spc="-70">
              <a:ln>
                <a:solidFill>
                  <a:prstClr val="white">
                    <a:alpha val="0"/>
                  </a:prstClr>
                </a:solidFill>
              </a:ln>
              <a:latin typeface="+mn-ea"/>
            </a:endParaRPr>
          </a:p>
        </p:txBody>
      </p:sp>
      <p:sp>
        <p:nvSpPr>
          <p:cNvPr id="119" name="Rectangle: Rounded Corners 54">
            <a:extLst>
              <a:ext uri="{FF2B5EF4-FFF2-40B4-BE49-F238E27FC236}">
                <a16:creationId xmlns:a16="http://schemas.microsoft.com/office/drawing/2014/main" id="{B9C25ABD-1189-9A63-8ECB-8BF701F28957}"/>
              </a:ext>
            </a:extLst>
          </p:cNvPr>
          <p:cNvSpPr/>
          <p:nvPr/>
        </p:nvSpPr>
        <p:spPr>
          <a:xfrm>
            <a:off x="7043928" y="2191449"/>
            <a:ext cx="1299289" cy="712944"/>
          </a:xfrm>
          <a:prstGeom prst="roundRect">
            <a:avLst/>
          </a:prstGeom>
          <a:solidFill>
            <a:srgbClr val="F4B183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defRPr/>
            </a:pPr>
            <a:r>
              <a:rPr lang="ko-KR" altLang="en-US" sz="1200" b="1" spc="-70" err="1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고영향</a:t>
            </a:r>
            <a:r>
              <a:rPr lang="ko-KR" altLang="en-US" sz="1200" b="1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 </a:t>
            </a:r>
            <a:r>
              <a:rPr lang="en-US" altLang="ko-KR" sz="1200" b="1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AI </a:t>
            </a:r>
            <a:r>
              <a:rPr lang="ko-KR" altLang="en-US" sz="1200" b="1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사업자 책무 가이드라인</a:t>
            </a:r>
          </a:p>
        </p:txBody>
      </p:sp>
      <p:cxnSp>
        <p:nvCxnSpPr>
          <p:cNvPr id="120" name="Straight Arrow Connector 70">
            <a:extLst>
              <a:ext uri="{FF2B5EF4-FFF2-40B4-BE49-F238E27FC236}">
                <a16:creationId xmlns:a16="http://schemas.microsoft.com/office/drawing/2014/main" id="{9587B0C0-3645-DC16-D27C-77FBE1F98D50}"/>
              </a:ext>
            </a:extLst>
          </p:cNvPr>
          <p:cNvCxnSpPr>
            <a:cxnSpLocks/>
            <a:stCxn id="115" idx="2"/>
            <a:endCxn id="124" idx="0"/>
          </p:cNvCxnSpPr>
          <p:nvPr/>
        </p:nvCxnSpPr>
        <p:spPr>
          <a:xfrm>
            <a:off x="4921335" y="2904393"/>
            <a:ext cx="0" cy="94470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Rectangle: Rounded Corners 54">
            <a:extLst>
              <a:ext uri="{FF2B5EF4-FFF2-40B4-BE49-F238E27FC236}">
                <a16:creationId xmlns:a16="http://schemas.microsoft.com/office/drawing/2014/main" id="{79883212-6AD6-7BCC-EC28-DBB8FE5F9047}"/>
              </a:ext>
            </a:extLst>
          </p:cNvPr>
          <p:cNvSpPr/>
          <p:nvPr/>
        </p:nvSpPr>
        <p:spPr>
          <a:xfrm>
            <a:off x="7043928" y="3109680"/>
            <a:ext cx="1299289" cy="712944"/>
          </a:xfrm>
          <a:prstGeom prst="roundRect">
            <a:avLst/>
          </a:prstGeom>
          <a:solidFill>
            <a:srgbClr val="F4B183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defRPr/>
            </a:pPr>
            <a:r>
              <a:rPr lang="ko-KR" altLang="en-US" sz="1200" b="1" spc="-70" err="1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고영향</a:t>
            </a:r>
            <a:r>
              <a:rPr lang="ko-KR" altLang="en-US" sz="1200" b="1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 </a:t>
            </a:r>
            <a:r>
              <a:rPr lang="en-US" altLang="ko-KR" sz="1200" b="1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AI </a:t>
            </a:r>
            <a:r>
              <a:rPr lang="ko-KR" altLang="en-US" sz="1200" b="1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판단</a:t>
            </a:r>
            <a:r>
              <a:rPr lang="en-US" altLang="ko-KR" sz="1200" b="1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 </a:t>
            </a:r>
            <a:r>
              <a:rPr lang="ko-KR" altLang="en-US" sz="1200" b="1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가이드라인</a:t>
            </a:r>
            <a:endParaRPr lang="en-US" altLang="ko-KR" sz="1200" b="1" spc="-70">
              <a:ln>
                <a:solidFill>
                  <a:prstClr val="white">
                    <a:alpha val="0"/>
                  </a:prstClr>
                </a:solidFill>
              </a:ln>
              <a:latin typeface="+mn-ea"/>
            </a:endParaRPr>
          </a:p>
        </p:txBody>
      </p:sp>
      <p:sp>
        <p:nvSpPr>
          <p:cNvPr id="122" name="Rectangle: Rounded Corners 54">
            <a:extLst>
              <a:ext uri="{FF2B5EF4-FFF2-40B4-BE49-F238E27FC236}">
                <a16:creationId xmlns:a16="http://schemas.microsoft.com/office/drawing/2014/main" id="{605AF80E-964D-295E-C13A-9813DD5D591E}"/>
              </a:ext>
            </a:extLst>
          </p:cNvPr>
          <p:cNvSpPr/>
          <p:nvPr/>
        </p:nvSpPr>
        <p:spPr>
          <a:xfrm>
            <a:off x="5657809" y="3109680"/>
            <a:ext cx="1299289" cy="712944"/>
          </a:xfrm>
          <a:prstGeom prst="roundRect">
            <a:avLst/>
          </a:prstGeom>
          <a:solidFill>
            <a:srgbClr val="F4B183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defRPr/>
            </a:pPr>
            <a:r>
              <a:rPr lang="en-US" altLang="ko-KR" sz="1200" b="1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AI </a:t>
            </a:r>
            <a:r>
              <a:rPr lang="ko-KR" altLang="en-US" sz="1200" b="1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영향평가 가이드라인</a:t>
            </a:r>
            <a:endParaRPr lang="en-US" altLang="ko-KR" sz="1200" b="1" spc="-70">
              <a:ln>
                <a:solidFill>
                  <a:prstClr val="white">
                    <a:alpha val="0"/>
                  </a:prstClr>
                </a:solidFill>
              </a:ln>
              <a:latin typeface="+mn-ea"/>
            </a:endParaRPr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7B7236EC-7FE7-BB8C-6FAC-70F19F05B507}"/>
              </a:ext>
            </a:extLst>
          </p:cNvPr>
          <p:cNvCxnSpPr>
            <a:cxnSpLocks/>
            <a:stCxn id="128" idx="2"/>
          </p:cNvCxnSpPr>
          <p:nvPr/>
        </p:nvCxnSpPr>
        <p:spPr>
          <a:xfrm flipH="1">
            <a:off x="10811174" y="2865344"/>
            <a:ext cx="8514" cy="961486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Group 58">
            <a:extLst>
              <a:ext uri="{FF2B5EF4-FFF2-40B4-BE49-F238E27FC236}">
                <a16:creationId xmlns:a16="http://schemas.microsoft.com/office/drawing/2014/main" id="{17FF53F8-6653-3A3B-0E21-5D3D9ABE43D6}"/>
              </a:ext>
            </a:extLst>
          </p:cNvPr>
          <p:cNvGrpSpPr/>
          <p:nvPr/>
        </p:nvGrpSpPr>
        <p:grpSpPr>
          <a:xfrm>
            <a:off x="10364668" y="3826830"/>
            <a:ext cx="910040" cy="510413"/>
            <a:chOff x="10347640" y="3946812"/>
            <a:chExt cx="910040" cy="510413"/>
          </a:xfrm>
        </p:grpSpPr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3778E10E-0428-5080-9215-9A59EE17966C}"/>
                </a:ext>
              </a:extLst>
            </p:cNvPr>
            <p:cNvSpPr/>
            <p:nvPr/>
          </p:nvSpPr>
          <p:spPr>
            <a:xfrm>
              <a:off x="10712660" y="4277225"/>
              <a:ext cx="180000" cy="180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ED7D31"/>
              </a:solidFill>
            </a:ln>
            <a:effectLst>
              <a:glow rad="50800">
                <a:schemeClr val="accent1">
                  <a:alpha val="40000"/>
                </a:schemeClr>
              </a:glow>
            </a:effectLst>
          </p:spPr>
          <p:txBody>
            <a:bodyPr wrap="non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EA06F212-44C9-8AF6-F7FD-A150A63D1887}"/>
                </a:ext>
              </a:extLst>
            </p:cNvPr>
            <p:cNvSpPr txBox="1"/>
            <p:nvPr/>
          </p:nvSpPr>
          <p:spPr>
            <a:xfrm>
              <a:off x="10347640" y="3946812"/>
              <a:ext cx="910040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1200" cap="none" spc="0" normalizeH="0" baseline="0" noProof="0">
                  <a:ln>
                    <a:solidFill>
                      <a:srgbClr val="3E8AF7">
                        <a:alpha val="0"/>
                      </a:srgbClr>
                    </a:solidFill>
                  </a:ln>
                  <a:solidFill>
                    <a:srgbClr val="ED7D31"/>
                  </a:solidFill>
                  <a:effectLst/>
                  <a:uLnTx/>
                  <a:uFillTx/>
                  <a:latin typeface="+mn-ea"/>
                  <a:cs typeface="+mn-cs"/>
                </a:rPr>
                <a:t>2026. 01. 22</a:t>
              </a:r>
              <a:endParaRPr kumimoji="0" lang="ko-KR" altLang="en-US" sz="1200" b="1" i="0" u="none" strike="noStrike" kern="1200" cap="none" spc="0" normalizeH="0" baseline="0" noProof="0">
                <a:ln>
                  <a:solidFill>
                    <a:srgbClr val="3E8AF7">
                      <a:alpha val="0"/>
                    </a:srgbClr>
                  </a:solidFill>
                </a:ln>
                <a:solidFill>
                  <a:srgbClr val="ED7D31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</p:grpSp>
      <p:sp>
        <p:nvSpPr>
          <p:cNvPr id="128" name="Rectangle: Rounded Corners 50">
            <a:extLst>
              <a:ext uri="{FF2B5EF4-FFF2-40B4-BE49-F238E27FC236}">
                <a16:creationId xmlns:a16="http://schemas.microsoft.com/office/drawing/2014/main" id="{313B2960-A23F-CF02-62CE-913C660A1605}"/>
              </a:ext>
            </a:extLst>
          </p:cNvPr>
          <p:cNvSpPr/>
          <p:nvPr/>
        </p:nvSpPr>
        <p:spPr>
          <a:xfrm>
            <a:off x="10105079" y="2191449"/>
            <a:ext cx="1429218" cy="673895"/>
          </a:xfrm>
          <a:prstGeom prst="round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200" b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</a:rPr>
              <a:t>인공지능기본법</a:t>
            </a:r>
            <a:endParaRPr lang="en-US" altLang="ko-KR" sz="1200" b="1" spc="-7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latin typeface="+mn-ea"/>
            </a:endParaRPr>
          </a:p>
          <a:p>
            <a:pPr algn="ctr"/>
            <a:r>
              <a:rPr lang="ko-KR" altLang="en-US" sz="1200" b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</a:rPr>
              <a:t>시행령 시행</a:t>
            </a:r>
          </a:p>
        </p:txBody>
      </p:sp>
      <p:sp>
        <p:nvSpPr>
          <p:cNvPr id="129" name="Freeform 1754">
            <a:extLst>
              <a:ext uri="{FF2B5EF4-FFF2-40B4-BE49-F238E27FC236}">
                <a16:creationId xmlns:a16="http://schemas.microsoft.com/office/drawing/2014/main" id="{4F187BD9-FC06-7CE3-598E-14975A64B933}"/>
              </a:ext>
            </a:extLst>
          </p:cNvPr>
          <p:cNvSpPr>
            <a:spLocks/>
          </p:cNvSpPr>
          <p:nvPr/>
        </p:nvSpPr>
        <p:spPr bwMode="gray">
          <a:xfrm>
            <a:off x="11320406" y="1857861"/>
            <a:ext cx="325493" cy="511660"/>
          </a:xfrm>
          <a:custGeom>
            <a:avLst/>
            <a:gdLst>
              <a:gd name="T0" fmla="*/ 2147483646 w 4916"/>
              <a:gd name="T1" fmla="*/ 2147483646 h 3388"/>
              <a:gd name="T2" fmla="*/ 2147483646 w 4916"/>
              <a:gd name="T3" fmla="*/ 2147483646 h 3388"/>
              <a:gd name="T4" fmla="*/ 2147483646 w 4916"/>
              <a:gd name="T5" fmla="*/ 2147483646 h 3388"/>
              <a:gd name="T6" fmla="*/ 2147483646 w 4916"/>
              <a:gd name="T7" fmla="*/ 2147483646 h 3388"/>
              <a:gd name="T8" fmla="*/ 2147483646 w 4916"/>
              <a:gd name="T9" fmla="*/ 2147483646 h 3388"/>
              <a:gd name="T10" fmla="*/ 2147483646 w 4916"/>
              <a:gd name="T11" fmla="*/ 2147483646 h 3388"/>
              <a:gd name="T12" fmla="*/ 2147483646 w 4916"/>
              <a:gd name="T13" fmla="*/ 2147483646 h 3388"/>
              <a:gd name="T14" fmla="*/ 2147483646 w 4916"/>
              <a:gd name="T15" fmla="*/ 2147483646 h 3388"/>
              <a:gd name="T16" fmla="*/ 2147483646 w 4916"/>
              <a:gd name="T17" fmla="*/ 2147483646 h 3388"/>
              <a:gd name="T18" fmla="*/ 2147483646 w 4916"/>
              <a:gd name="T19" fmla="*/ 2147483646 h 3388"/>
              <a:gd name="T20" fmla="*/ 2147483646 w 4916"/>
              <a:gd name="T21" fmla="*/ 2147483646 h 3388"/>
              <a:gd name="T22" fmla="*/ 2147483646 w 4916"/>
              <a:gd name="T23" fmla="*/ 2147483646 h 3388"/>
              <a:gd name="T24" fmla="*/ 2147483646 w 4916"/>
              <a:gd name="T25" fmla="*/ 2147483646 h 3388"/>
              <a:gd name="T26" fmla="*/ 2147483646 w 4916"/>
              <a:gd name="T27" fmla="*/ 2147483646 h 3388"/>
              <a:gd name="T28" fmla="*/ 2147483646 w 4916"/>
              <a:gd name="T29" fmla="*/ 2147483646 h 3388"/>
              <a:gd name="T30" fmla="*/ 2147483646 w 4916"/>
              <a:gd name="T31" fmla="*/ 2147483646 h 3388"/>
              <a:gd name="T32" fmla="*/ 2147483646 w 4916"/>
              <a:gd name="T33" fmla="*/ 2147483646 h 3388"/>
              <a:gd name="T34" fmla="*/ 2147483646 w 4916"/>
              <a:gd name="T35" fmla="*/ 2147483646 h 3388"/>
              <a:gd name="T36" fmla="*/ 2147483646 w 4916"/>
              <a:gd name="T37" fmla="*/ 2147483646 h 3388"/>
              <a:gd name="T38" fmla="*/ 2147483646 w 4916"/>
              <a:gd name="T39" fmla="*/ 2147483646 h 3388"/>
              <a:gd name="T40" fmla="*/ 2147483646 w 4916"/>
              <a:gd name="T41" fmla="*/ 2147483646 h 3388"/>
              <a:gd name="T42" fmla="*/ 2147483646 w 4916"/>
              <a:gd name="T43" fmla="*/ 2147483646 h 3388"/>
              <a:gd name="T44" fmla="*/ 2147483646 w 4916"/>
              <a:gd name="T45" fmla="*/ 2147483646 h 3388"/>
              <a:gd name="T46" fmla="*/ 2147483646 w 4916"/>
              <a:gd name="T47" fmla="*/ 2147483646 h 3388"/>
              <a:gd name="T48" fmla="*/ 2147483646 w 4916"/>
              <a:gd name="T49" fmla="*/ 2147483646 h 3388"/>
              <a:gd name="T50" fmla="*/ 2147483646 w 4916"/>
              <a:gd name="T51" fmla="*/ 2147483646 h 3388"/>
              <a:gd name="T52" fmla="*/ 2147483646 w 4916"/>
              <a:gd name="T53" fmla="*/ 2147483646 h 3388"/>
              <a:gd name="T54" fmla="*/ 2147483646 w 4916"/>
              <a:gd name="T55" fmla="*/ 2147483646 h 3388"/>
              <a:gd name="T56" fmla="*/ 2147483646 w 4916"/>
              <a:gd name="T57" fmla="*/ 2147483646 h 3388"/>
              <a:gd name="T58" fmla="*/ 2147483646 w 4916"/>
              <a:gd name="T59" fmla="*/ 2147483646 h 3388"/>
              <a:gd name="T60" fmla="*/ 2147483646 w 4916"/>
              <a:gd name="T61" fmla="*/ 2147483646 h 3388"/>
              <a:gd name="T62" fmla="*/ 2147483646 w 4916"/>
              <a:gd name="T63" fmla="*/ 2147483646 h 3388"/>
              <a:gd name="T64" fmla="*/ 2147483646 w 4916"/>
              <a:gd name="T65" fmla="*/ 2147483646 h 3388"/>
              <a:gd name="T66" fmla="*/ 2147483646 w 4916"/>
              <a:gd name="T67" fmla="*/ 2147483646 h 3388"/>
              <a:gd name="T68" fmla="*/ 2147483646 w 4916"/>
              <a:gd name="T69" fmla="*/ 2147483646 h 3388"/>
              <a:gd name="T70" fmla="*/ 2147483646 w 4916"/>
              <a:gd name="T71" fmla="*/ 2147483646 h 3388"/>
              <a:gd name="T72" fmla="*/ 2147483646 w 4916"/>
              <a:gd name="T73" fmla="*/ 2147483646 h 3388"/>
              <a:gd name="T74" fmla="*/ 2147483646 w 4916"/>
              <a:gd name="T75" fmla="*/ 2147483646 h 3388"/>
              <a:gd name="T76" fmla="*/ 2147483646 w 4916"/>
              <a:gd name="T77" fmla="*/ 2147483646 h 3388"/>
              <a:gd name="T78" fmla="*/ 2147483646 w 4916"/>
              <a:gd name="T79" fmla="*/ 2147483646 h 3388"/>
              <a:gd name="T80" fmla="*/ 2147483646 w 4916"/>
              <a:gd name="T81" fmla="*/ 2147483646 h 3388"/>
              <a:gd name="T82" fmla="*/ 2147483646 w 4916"/>
              <a:gd name="T83" fmla="*/ 2147483646 h 3388"/>
              <a:gd name="T84" fmla="*/ 2147483646 w 4916"/>
              <a:gd name="T85" fmla="*/ 2147483646 h 3388"/>
              <a:gd name="T86" fmla="*/ 2147483646 w 4916"/>
              <a:gd name="T87" fmla="*/ 2147483646 h 3388"/>
              <a:gd name="T88" fmla="*/ 2147483646 w 4916"/>
              <a:gd name="T89" fmla="*/ 2147483646 h 3388"/>
              <a:gd name="T90" fmla="*/ 2147483646 w 4916"/>
              <a:gd name="T91" fmla="*/ 2147483646 h 3388"/>
              <a:gd name="T92" fmla="*/ 2147483646 w 4916"/>
              <a:gd name="T93" fmla="*/ 2147483646 h 3388"/>
              <a:gd name="T94" fmla="*/ 2147483646 w 4916"/>
              <a:gd name="T95" fmla="*/ 2147483646 h 3388"/>
              <a:gd name="T96" fmla="*/ 2147483646 w 4916"/>
              <a:gd name="T97" fmla="*/ 2147483646 h 3388"/>
              <a:gd name="T98" fmla="*/ 2147483646 w 4916"/>
              <a:gd name="T99" fmla="*/ 2147483646 h 3388"/>
              <a:gd name="T100" fmla="*/ 2147483646 w 4916"/>
              <a:gd name="T101" fmla="*/ 2147483646 h 3388"/>
              <a:gd name="T102" fmla="*/ 2147483646 w 4916"/>
              <a:gd name="T103" fmla="*/ 2147483646 h 3388"/>
              <a:gd name="T104" fmla="*/ 2147483646 w 4916"/>
              <a:gd name="T105" fmla="*/ 2147483646 h 3388"/>
              <a:gd name="T106" fmla="*/ 2147483646 w 4916"/>
              <a:gd name="T107" fmla="*/ 2147483646 h 3388"/>
              <a:gd name="T108" fmla="*/ 2147483646 w 4916"/>
              <a:gd name="T109" fmla="*/ 2147483646 h 3388"/>
              <a:gd name="T110" fmla="*/ 2147483646 w 4916"/>
              <a:gd name="T111" fmla="*/ 2147483646 h 3388"/>
              <a:gd name="T112" fmla="*/ 2147483646 w 4916"/>
              <a:gd name="T113" fmla="*/ 2147483646 h 3388"/>
              <a:gd name="T114" fmla="*/ 2147483646 w 4916"/>
              <a:gd name="T115" fmla="*/ 2147483646 h 3388"/>
              <a:gd name="T116" fmla="*/ 2147483646 w 4916"/>
              <a:gd name="T117" fmla="*/ 2147483646 h 3388"/>
              <a:gd name="T118" fmla="*/ 2147483646 w 4916"/>
              <a:gd name="T119" fmla="*/ 2147483646 h 3388"/>
              <a:gd name="T120" fmla="*/ 2147483646 w 4916"/>
              <a:gd name="T121" fmla="*/ 2147483646 h 3388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w 4916"/>
              <a:gd name="T184" fmla="*/ 0 h 3388"/>
              <a:gd name="T185" fmla="*/ 4916 w 4916"/>
              <a:gd name="T186" fmla="*/ 3388 h 3388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T183" t="T184" r="T185" b="T186"/>
            <a:pathLst>
              <a:path w="4916" h="3388">
                <a:moveTo>
                  <a:pt x="0" y="1792"/>
                </a:moveTo>
                <a:lnTo>
                  <a:pt x="12" y="1808"/>
                </a:lnTo>
                <a:lnTo>
                  <a:pt x="25" y="1823"/>
                </a:lnTo>
                <a:lnTo>
                  <a:pt x="38" y="1838"/>
                </a:lnTo>
                <a:lnTo>
                  <a:pt x="53" y="1853"/>
                </a:lnTo>
                <a:lnTo>
                  <a:pt x="68" y="1867"/>
                </a:lnTo>
                <a:lnTo>
                  <a:pt x="83" y="1883"/>
                </a:lnTo>
                <a:lnTo>
                  <a:pt x="100" y="1897"/>
                </a:lnTo>
                <a:lnTo>
                  <a:pt x="116" y="1911"/>
                </a:lnTo>
                <a:lnTo>
                  <a:pt x="131" y="1927"/>
                </a:lnTo>
                <a:lnTo>
                  <a:pt x="148" y="1941"/>
                </a:lnTo>
                <a:lnTo>
                  <a:pt x="162" y="1955"/>
                </a:lnTo>
                <a:lnTo>
                  <a:pt x="178" y="1971"/>
                </a:lnTo>
                <a:lnTo>
                  <a:pt x="193" y="1985"/>
                </a:lnTo>
                <a:lnTo>
                  <a:pt x="206" y="2000"/>
                </a:lnTo>
                <a:lnTo>
                  <a:pt x="219" y="2014"/>
                </a:lnTo>
                <a:lnTo>
                  <a:pt x="231" y="2030"/>
                </a:lnTo>
                <a:lnTo>
                  <a:pt x="244" y="2058"/>
                </a:lnTo>
                <a:lnTo>
                  <a:pt x="261" y="2080"/>
                </a:lnTo>
                <a:lnTo>
                  <a:pt x="281" y="2098"/>
                </a:lnTo>
                <a:lnTo>
                  <a:pt x="301" y="2114"/>
                </a:lnTo>
                <a:lnTo>
                  <a:pt x="322" y="2129"/>
                </a:lnTo>
                <a:lnTo>
                  <a:pt x="342" y="2148"/>
                </a:lnTo>
                <a:lnTo>
                  <a:pt x="359" y="2169"/>
                </a:lnTo>
                <a:lnTo>
                  <a:pt x="375" y="2195"/>
                </a:lnTo>
                <a:lnTo>
                  <a:pt x="391" y="2223"/>
                </a:lnTo>
                <a:lnTo>
                  <a:pt x="415" y="2256"/>
                </a:lnTo>
                <a:lnTo>
                  <a:pt x="441" y="2294"/>
                </a:lnTo>
                <a:lnTo>
                  <a:pt x="471" y="2333"/>
                </a:lnTo>
                <a:lnTo>
                  <a:pt x="501" y="2373"/>
                </a:lnTo>
                <a:lnTo>
                  <a:pt x="527" y="2409"/>
                </a:lnTo>
                <a:lnTo>
                  <a:pt x="551" y="2442"/>
                </a:lnTo>
                <a:lnTo>
                  <a:pt x="569" y="2469"/>
                </a:lnTo>
                <a:lnTo>
                  <a:pt x="580" y="2492"/>
                </a:lnTo>
                <a:lnTo>
                  <a:pt x="597" y="2519"/>
                </a:lnTo>
                <a:lnTo>
                  <a:pt x="616" y="2552"/>
                </a:lnTo>
                <a:lnTo>
                  <a:pt x="638" y="2586"/>
                </a:lnTo>
                <a:lnTo>
                  <a:pt x="663" y="2626"/>
                </a:lnTo>
                <a:lnTo>
                  <a:pt x="689" y="2666"/>
                </a:lnTo>
                <a:lnTo>
                  <a:pt x="717" y="2708"/>
                </a:lnTo>
                <a:lnTo>
                  <a:pt x="747" y="2752"/>
                </a:lnTo>
                <a:lnTo>
                  <a:pt x="775" y="2794"/>
                </a:lnTo>
                <a:lnTo>
                  <a:pt x="803" y="2838"/>
                </a:lnTo>
                <a:lnTo>
                  <a:pt x="830" y="2878"/>
                </a:lnTo>
                <a:lnTo>
                  <a:pt x="855" y="2916"/>
                </a:lnTo>
                <a:lnTo>
                  <a:pt x="878" y="2952"/>
                </a:lnTo>
                <a:lnTo>
                  <a:pt x="897" y="2983"/>
                </a:lnTo>
                <a:lnTo>
                  <a:pt x="914" y="3011"/>
                </a:lnTo>
                <a:lnTo>
                  <a:pt x="926" y="3032"/>
                </a:lnTo>
                <a:lnTo>
                  <a:pt x="937" y="3034"/>
                </a:lnTo>
                <a:lnTo>
                  <a:pt x="946" y="3035"/>
                </a:lnTo>
                <a:lnTo>
                  <a:pt x="957" y="3037"/>
                </a:lnTo>
                <a:lnTo>
                  <a:pt x="966" y="3039"/>
                </a:lnTo>
                <a:lnTo>
                  <a:pt x="977" y="3039"/>
                </a:lnTo>
                <a:lnTo>
                  <a:pt x="987" y="3042"/>
                </a:lnTo>
                <a:lnTo>
                  <a:pt x="997" y="3043"/>
                </a:lnTo>
                <a:lnTo>
                  <a:pt x="1007" y="3045"/>
                </a:lnTo>
                <a:lnTo>
                  <a:pt x="1009" y="3055"/>
                </a:lnTo>
                <a:lnTo>
                  <a:pt x="1012" y="3064"/>
                </a:lnTo>
                <a:lnTo>
                  <a:pt x="1014" y="3073"/>
                </a:lnTo>
                <a:lnTo>
                  <a:pt x="1016" y="3083"/>
                </a:lnTo>
                <a:lnTo>
                  <a:pt x="1025" y="3083"/>
                </a:lnTo>
                <a:lnTo>
                  <a:pt x="1033" y="3085"/>
                </a:lnTo>
                <a:lnTo>
                  <a:pt x="1043" y="3086"/>
                </a:lnTo>
                <a:lnTo>
                  <a:pt x="1052" y="3087"/>
                </a:lnTo>
                <a:lnTo>
                  <a:pt x="1060" y="3090"/>
                </a:lnTo>
                <a:lnTo>
                  <a:pt x="1069" y="3091"/>
                </a:lnTo>
                <a:lnTo>
                  <a:pt x="1079" y="3092"/>
                </a:lnTo>
                <a:lnTo>
                  <a:pt x="1088" y="3093"/>
                </a:lnTo>
                <a:lnTo>
                  <a:pt x="1104" y="3103"/>
                </a:lnTo>
                <a:lnTo>
                  <a:pt x="1121" y="3113"/>
                </a:lnTo>
                <a:lnTo>
                  <a:pt x="1137" y="3121"/>
                </a:lnTo>
                <a:lnTo>
                  <a:pt x="1152" y="3130"/>
                </a:lnTo>
                <a:lnTo>
                  <a:pt x="1168" y="3139"/>
                </a:lnTo>
                <a:lnTo>
                  <a:pt x="1185" y="3147"/>
                </a:lnTo>
                <a:lnTo>
                  <a:pt x="1202" y="3156"/>
                </a:lnTo>
                <a:lnTo>
                  <a:pt x="1217" y="3165"/>
                </a:lnTo>
                <a:lnTo>
                  <a:pt x="1229" y="3166"/>
                </a:lnTo>
                <a:lnTo>
                  <a:pt x="1240" y="3167"/>
                </a:lnTo>
                <a:lnTo>
                  <a:pt x="1251" y="3169"/>
                </a:lnTo>
                <a:lnTo>
                  <a:pt x="1262" y="3170"/>
                </a:lnTo>
                <a:lnTo>
                  <a:pt x="1274" y="3170"/>
                </a:lnTo>
                <a:lnTo>
                  <a:pt x="1285" y="3171"/>
                </a:lnTo>
                <a:lnTo>
                  <a:pt x="1297" y="3172"/>
                </a:lnTo>
                <a:lnTo>
                  <a:pt x="1308" y="3172"/>
                </a:lnTo>
                <a:lnTo>
                  <a:pt x="1317" y="3183"/>
                </a:lnTo>
                <a:lnTo>
                  <a:pt x="1326" y="3195"/>
                </a:lnTo>
                <a:lnTo>
                  <a:pt x="1335" y="3206"/>
                </a:lnTo>
                <a:lnTo>
                  <a:pt x="1343" y="3215"/>
                </a:lnTo>
                <a:lnTo>
                  <a:pt x="1363" y="3217"/>
                </a:lnTo>
                <a:lnTo>
                  <a:pt x="1383" y="3219"/>
                </a:lnTo>
                <a:lnTo>
                  <a:pt x="1403" y="3221"/>
                </a:lnTo>
                <a:lnTo>
                  <a:pt x="1422" y="3221"/>
                </a:lnTo>
                <a:lnTo>
                  <a:pt x="1443" y="3223"/>
                </a:lnTo>
                <a:lnTo>
                  <a:pt x="1462" y="3223"/>
                </a:lnTo>
                <a:lnTo>
                  <a:pt x="1482" y="3224"/>
                </a:lnTo>
                <a:lnTo>
                  <a:pt x="1502" y="3225"/>
                </a:lnTo>
                <a:lnTo>
                  <a:pt x="1525" y="3238"/>
                </a:lnTo>
                <a:lnTo>
                  <a:pt x="1547" y="3251"/>
                </a:lnTo>
                <a:lnTo>
                  <a:pt x="1571" y="3264"/>
                </a:lnTo>
                <a:lnTo>
                  <a:pt x="1595" y="3278"/>
                </a:lnTo>
                <a:lnTo>
                  <a:pt x="1619" y="3293"/>
                </a:lnTo>
                <a:lnTo>
                  <a:pt x="1643" y="3306"/>
                </a:lnTo>
                <a:lnTo>
                  <a:pt x="1667" y="3319"/>
                </a:lnTo>
                <a:lnTo>
                  <a:pt x="1692" y="3332"/>
                </a:lnTo>
                <a:lnTo>
                  <a:pt x="1701" y="3332"/>
                </a:lnTo>
                <a:lnTo>
                  <a:pt x="1711" y="3332"/>
                </a:lnTo>
                <a:lnTo>
                  <a:pt x="1721" y="3332"/>
                </a:lnTo>
                <a:lnTo>
                  <a:pt x="1732" y="3332"/>
                </a:lnTo>
                <a:lnTo>
                  <a:pt x="1742" y="3332"/>
                </a:lnTo>
                <a:lnTo>
                  <a:pt x="1751" y="3332"/>
                </a:lnTo>
                <a:lnTo>
                  <a:pt x="1762" y="3332"/>
                </a:lnTo>
                <a:lnTo>
                  <a:pt x="1772" y="3332"/>
                </a:lnTo>
                <a:lnTo>
                  <a:pt x="1780" y="3340"/>
                </a:lnTo>
                <a:lnTo>
                  <a:pt x="1790" y="3346"/>
                </a:lnTo>
                <a:lnTo>
                  <a:pt x="1799" y="3352"/>
                </a:lnTo>
                <a:lnTo>
                  <a:pt x="1809" y="3358"/>
                </a:lnTo>
                <a:lnTo>
                  <a:pt x="1817" y="3364"/>
                </a:lnTo>
                <a:lnTo>
                  <a:pt x="1826" y="3368"/>
                </a:lnTo>
                <a:lnTo>
                  <a:pt x="1835" y="3373"/>
                </a:lnTo>
                <a:lnTo>
                  <a:pt x="1843" y="3378"/>
                </a:lnTo>
                <a:lnTo>
                  <a:pt x="1871" y="3385"/>
                </a:lnTo>
                <a:lnTo>
                  <a:pt x="1889" y="3388"/>
                </a:lnTo>
                <a:lnTo>
                  <a:pt x="1901" y="3384"/>
                </a:lnTo>
                <a:lnTo>
                  <a:pt x="1905" y="3377"/>
                </a:lnTo>
                <a:lnTo>
                  <a:pt x="1905" y="3368"/>
                </a:lnTo>
                <a:lnTo>
                  <a:pt x="1899" y="3355"/>
                </a:lnTo>
                <a:lnTo>
                  <a:pt x="1891" y="3341"/>
                </a:lnTo>
                <a:lnTo>
                  <a:pt x="1883" y="3327"/>
                </a:lnTo>
                <a:lnTo>
                  <a:pt x="1876" y="3312"/>
                </a:lnTo>
                <a:lnTo>
                  <a:pt x="1868" y="3298"/>
                </a:lnTo>
                <a:lnTo>
                  <a:pt x="1864" y="3286"/>
                </a:lnTo>
                <a:lnTo>
                  <a:pt x="1863" y="3275"/>
                </a:lnTo>
                <a:lnTo>
                  <a:pt x="1867" y="3268"/>
                </a:lnTo>
                <a:lnTo>
                  <a:pt x="1877" y="3264"/>
                </a:lnTo>
                <a:lnTo>
                  <a:pt x="1896" y="3266"/>
                </a:lnTo>
                <a:lnTo>
                  <a:pt x="1922" y="3273"/>
                </a:lnTo>
                <a:lnTo>
                  <a:pt x="1935" y="3251"/>
                </a:lnTo>
                <a:lnTo>
                  <a:pt x="1947" y="3231"/>
                </a:lnTo>
                <a:lnTo>
                  <a:pt x="1957" y="3213"/>
                </a:lnTo>
                <a:lnTo>
                  <a:pt x="1965" y="3194"/>
                </a:lnTo>
                <a:lnTo>
                  <a:pt x="1975" y="3176"/>
                </a:lnTo>
                <a:lnTo>
                  <a:pt x="1984" y="3154"/>
                </a:lnTo>
                <a:lnTo>
                  <a:pt x="1995" y="3134"/>
                </a:lnTo>
                <a:lnTo>
                  <a:pt x="2007" y="3111"/>
                </a:lnTo>
                <a:lnTo>
                  <a:pt x="2008" y="3098"/>
                </a:lnTo>
                <a:lnTo>
                  <a:pt x="2013" y="3083"/>
                </a:lnTo>
                <a:lnTo>
                  <a:pt x="2019" y="3067"/>
                </a:lnTo>
                <a:lnTo>
                  <a:pt x="2026" y="3049"/>
                </a:lnTo>
                <a:lnTo>
                  <a:pt x="2035" y="3030"/>
                </a:lnTo>
                <a:lnTo>
                  <a:pt x="2041" y="3013"/>
                </a:lnTo>
                <a:lnTo>
                  <a:pt x="2045" y="2998"/>
                </a:lnTo>
                <a:lnTo>
                  <a:pt x="2046" y="2985"/>
                </a:lnTo>
                <a:lnTo>
                  <a:pt x="2059" y="2966"/>
                </a:lnTo>
                <a:lnTo>
                  <a:pt x="2071" y="2946"/>
                </a:lnTo>
                <a:lnTo>
                  <a:pt x="2085" y="2927"/>
                </a:lnTo>
                <a:lnTo>
                  <a:pt x="2096" y="2908"/>
                </a:lnTo>
                <a:lnTo>
                  <a:pt x="2107" y="2890"/>
                </a:lnTo>
                <a:lnTo>
                  <a:pt x="2118" y="2872"/>
                </a:lnTo>
                <a:lnTo>
                  <a:pt x="2130" y="2854"/>
                </a:lnTo>
                <a:lnTo>
                  <a:pt x="2142" y="2835"/>
                </a:lnTo>
                <a:lnTo>
                  <a:pt x="2148" y="2782"/>
                </a:lnTo>
                <a:lnTo>
                  <a:pt x="2159" y="2741"/>
                </a:lnTo>
                <a:lnTo>
                  <a:pt x="2171" y="2700"/>
                </a:lnTo>
                <a:lnTo>
                  <a:pt x="2174" y="2648"/>
                </a:lnTo>
                <a:lnTo>
                  <a:pt x="2187" y="2640"/>
                </a:lnTo>
                <a:lnTo>
                  <a:pt x="2201" y="2628"/>
                </a:lnTo>
                <a:lnTo>
                  <a:pt x="2217" y="2616"/>
                </a:lnTo>
                <a:lnTo>
                  <a:pt x="2232" y="2603"/>
                </a:lnTo>
                <a:lnTo>
                  <a:pt x="2247" y="2589"/>
                </a:lnTo>
                <a:lnTo>
                  <a:pt x="2263" y="2576"/>
                </a:lnTo>
                <a:lnTo>
                  <a:pt x="2276" y="2565"/>
                </a:lnTo>
                <a:lnTo>
                  <a:pt x="2289" y="2556"/>
                </a:lnTo>
                <a:lnTo>
                  <a:pt x="2298" y="2505"/>
                </a:lnTo>
                <a:lnTo>
                  <a:pt x="2304" y="2464"/>
                </a:lnTo>
                <a:lnTo>
                  <a:pt x="2309" y="2424"/>
                </a:lnTo>
                <a:lnTo>
                  <a:pt x="2320" y="2370"/>
                </a:lnTo>
                <a:lnTo>
                  <a:pt x="2330" y="2360"/>
                </a:lnTo>
                <a:lnTo>
                  <a:pt x="2347" y="2349"/>
                </a:lnTo>
                <a:lnTo>
                  <a:pt x="2366" y="2336"/>
                </a:lnTo>
                <a:lnTo>
                  <a:pt x="2388" y="2322"/>
                </a:lnTo>
                <a:lnTo>
                  <a:pt x="2412" y="2307"/>
                </a:lnTo>
                <a:lnTo>
                  <a:pt x="2431" y="2294"/>
                </a:lnTo>
                <a:lnTo>
                  <a:pt x="2448" y="2284"/>
                </a:lnTo>
                <a:lnTo>
                  <a:pt x="2457" y="2274"/>
                </a:lnTo>
                <a:lnTo>
                  <a:pt x="2455" y="2260"/>
                </a:lnTo>
                <a:lnTo>
                  <a:pt x="2455" y="2246"/>
                </a:lnTo>
                <a:lnTo>
                  <a:pt x="2459" y="2234"/>
                </a:lnTo>
                <a:lnTo>
                  <a:pt x="2462" y="2221"/>
                </a:lnTo>
                <a:lnTo>
                  <a:pt x="2467" y="2208"/>
                </a:lnTo>
                <a:lnTo>
                  <a:pt x="2470" y="2195"/>
                </a:lnTo>
                <a:lnTo>
                  <a:pt x="2472" y="2180"/>
                </a:lnTo>
                <a:lnTo>
                  <a:pt x="2470" y="2167"/>
                </a:lnTo>
                <a:lnTo>
                  <a:pt x="2482" y="2165"/>
                </a:lnTo>
                <a:lnTo>
                  <a:pt x="2493" y="2161"/>
                </a:lnTo>
                <a:lnTo>
                  <a:pt x="2504" y="2158"/>
                </a:lnTo>
                <a:lnTo>
                  <a:pt x="2516" y="2154"/>
                </a:lnTo>
                <a:lnTo>
                  <a:pt x="2528" y="2150"/>
                </a:lnTo>
                <a:lnTo>
                  <a:pt x="2538" y="2147"/>
                </a:lnTo>
                <a:lnTo>
                  <a:pt x="2549" y="2141"/>
                </a:lnTo>
                <a:lnTo>
                  <a:pt x="2560" y="2138"/>
                </a:lnTo>
                <a:lnTo>
                  <a:pt x="2565" y="2118"/>
                </a:lnTo>
                <a:lnTo>
                  <a:pt x="2573" y="2099"/>
                </a:lnTo>
                <a:lnTo>
                  <a:pt x="2580" y="2080"/>
                </a:lnTo>
                <a:lnTo>
                  <a:pt x="2589" y="2059"/>
                </a:lnTo>
                <a:lnTo>
                  <a:pt x="2597" y="2063"/>
                </a:lnTo>
                <a:lnTo>
                  <a:pt x="2603" y="2065"/>
                </a:lnTo>
                <a:lnTo>
                  <a:pt x="2610" y="2068"/>
                </a:lnTo>
                <a:lnTo>
                  <a:pt x="2618" y="2070"/>
                </a:lnTo>
                <a:lnTo>
                  <a:pt x="2625" y="2073"/>
                </a:lnTo>
                <a:lnTo>
                  <a:pt x="2634" y="2075"/>
                </a:lnTo>
                <a:lnTo>
                  <a:pt x="2642" y="2078"/>
                </a:lnTo>
                <a:lnTo>
                  <a:pt x="2650" y="2080"/>
                </a:lnTo>
                <a:lnTo>
                  <a:pt x="2657" y="2063"/>
                </a:lnTo>
                <a:lnTo>
                  <a:pt x="2664" y="2046"/>
                </a:lnTo>
                <a:lnTo>
                  <a:pt x="2668" y="2028"/>
                </a:lnTo>
                <a:lnTo>
                  <a:pt x="2673" y="2012"/>
                </a:lnTo>
                <a:lnTo>
                  <a:pt x="2678" y="2007"/>
                </a:lnTo>
                <a:lnTo>
                  <a:pt x="2683" y="2002"/>
                </a:lnTo>
                <a:lnTo>
                  <a:pt x="2689" y="1998"/>
                </a:lnTo>
                <a:lnTo>
                  <a:pt x="2694" y="1991"/>
                </a:lnTo>
                <a:lnTo>
                  <a:pt x="2700" y="1987"/>
                </a:lnTo>
                <a:lnTo>
                  <a:pt x="2705" y="1982"/>
                </a:lnTo>
                <a:lnTo>
                  <a:pt x="2712" y="1976"/>
                </a:lnTo>
                <a:lnTo>
                  <a:pt x="2716" y="1971"/>
                </a:lnTo>
                <a:lnTo>
                  <a:pt x="2726" y="1955"/>
                </a:lnTo>
                <a:lnTo>
                  <a:pt x="2736" y="1940"/>
                </a:lnTo>
                <a:lnTo>
                  <a:pt x="2747" y="1924"/>
                </a:lnTo>
                <a:lnTo>
                  <a:pt x="2760" y="1908"/>
                </a:lnTo>
                <a:lnTo>
                  <a:pt x="2771" y="1892"/>
                </a:lnTo>
                <a:lnTo>
                  <a:pt x="2783" y="1877"/>
                </a:lnTo>
                <a:lnTo>
                  <a:pt x="2798" y="1860"/>
                </a:lnTo>
                <a:lnTo>
                  <a:pt x="2811" y="1844"/>
                </a:lnTo>
                <a:lnTo>
                  <a:pt x="2834" y="1825"/>
                </a:lnTo>
                <a:lnTo>
                  <a:pt x="2859" y="1804"/>
                </a:lnTo>
                <a:lnTo>
                  <a:pt x="2882" y="1783"/>
                </a:lnTo>
                <a:lnTo>
                  <a:pt x="2906" y="1764"/>
                </a:lnTo>
                <a:lnTo>
                  <a:pt x="2929" y="1743"/>
                </a:lnTo>
                <a:lnTo>
                  <a:pt x="2953" y="1722"/>
                </a:lnTo>
                <a:lnTo>
                  <a:pt x="2974" y="1700"/>
                </a:lnTo>
                <a:lnTo>
                  <a:pt x="2998" y="1678"/>
                </a:lnTo>
                <a:lnTo>
                  <a:pt x="3019" y="1656"/>
                </a:lnTo>
                <a:lnTo>
                  <a:pt x="3043" y="1635"/>
                </a:lnTo>
                <a:lnTo>
                  <a:pt x="3067" y="1612"/>
                </a:lnTo>
                <a:lnTo>
                  <a:pt x="3089" y="1589"/>
                </a:lnTo>
                <a:lnTo>
                  <a:pt x="3112" y="1565"/>
                </a:lnTo>
                <a:lnTo>
                  <a:pt x="3135" y="1542"/>
                </a:lnTo>
                <a:lnTo>
                  <a:pt x="3160" y="1520"/>
                </a:lnTo>
                <a:lnTo>
                  <a:pt x="3183" y="1496"/>
                </a:lnTo>
                <a:lnTo>
                  <a:pt x="3208" y="1471"/>
                </a:lnTo>
                <a:lnTo>
                  <a:pt x="3233" y="1448"/>
                </a:lnTo>
                <a:lnTo>
                  <a:pt x="3259" y="1424"/>
                </a:lnTo>
                <a:lnTo>
                  <a:pt x="3284" y="1400"/>
                </a:lnTo>
                <a:lnTo>
                  <a:pt x="3311" y="1375"/>
                </a:lnTo>
                <a:lnTo>
                  <a:pt x="3339" y="1350"/>
                </a:lnTo>
                <a:lnTo>
                  <a:pt x="3368" y="1326"/>
                </a:lnTo>
                <a:lnTo>
                  <a:pt x="3397" y="1302"/>
                </a:lnTo>
                <a:lnTo>
                  <a:pt x="3428" y="1277"/>
                </a:lnTo>
                <a:lnTo>
                  <a:pt x="3458" y="1252"/>
                </a:lnTo>
                <a:lnTo>
                  <a:pt x="3489" y="1227"/>
                </a:lnTo>
                <a:lnTo>
                  <a:pt x="3523" y="1201"/>
                </a:lnTo>
                <a:lnTo>
                  <a:pt x="3556" y="1178"/>
                </a:lnTo>
                <a:lnTo>
                  <a:pt x="3591" y="1152"/>
                </a:lnTo>
                <a:lnTo>
                  <a:pt x="3628" y="1127"/>
                </a:lnTo>
                <a:lnTo>
                  <a:pt x="3666" y="1102"/>
                </a:lnTo>
                <a:lnTo>
                  <a:pt x="3682" y="1091"/>
                </a:lnTo>
                <a:lnTo>
                  <a:pt x="3700" y="1080"/>
                </a:lnTo>
                <a:lnTo>
                  <a:pt x="3717" y="1070"/>
                </a:lnTo>
                <a:lnTo>
                  <a:pt x="3733" y="1059"/>
                </a:lnTo>
                <a:lnTo>
                  <a:pt x="3751" y="1050"/>
                </a:lnTo>
                <a:lnTo>
                  <a:pt x="3768" y="1039"/>
                </a:lnTo>
                <a:lnTo>
                  <a:pt x="3785" y="1029"/>
                </a:lnTo>
                <a:lnTo>
                  <a:pt x="3805" y="1020"/>
                </a:lnTo>
                <a:lnTo>
                  <a:pt x="3814" y="1013"/>
                </a:lnTo>
                <a:lnTo>
                  <a:pt x="3825" y="1009"/>
                </a:lnTo>
                <a:lnTo>
                  <a:pt x="3836" y="1004"/>
                </a:lnTo>
                <a:lnTo>
                  <a:pt x="3846" y="1000"/>
                </a:lnTo>
                <a:lnTo>
                  <a:pt x="3856" y="994"/>
                </a:lnTo>
                <a:lnTo>
                  <a:pt x="3866" y="990"/>
                </a:lnTo>
                <a:lnTo>
                  <a:pt x="3876" y="983"/>
                </a:lnTo>
                <a:lnTo>
                  <a:pt x="3888" y="978"/>
                </a:lnTo>
                <a:lnTo>
                  <a:pt x="3906" y="967"/>
                </a:lnTo>
                <a:lnTo>
                  <a:pt x="3925" y="956"/>
                </a:lnTo>
                <a:lnTo>
                  <a:pt x="3943" y="946"/>
                </a:lnTo>
                <a:lnTo>
                  <a:pt x="3961" y="933"/>
                </a:lnTo>
                <a:lnTo>
                  <a:pt x="3980" y="923"/>
                </a:lnTo>
                <a:lnTo>
                  <a:pt x="3998" y="910"/>
                </a:lnTo>
                <a:lnTo>
                  <a:pt x="4017" y="899"/>
                </a:lnTo>
                <a:lnTo>
                  <a:pt x="4035" y="887"/>
                </a:lnTo>
                <a:lnTo>
                  <a:pt x="4047" y="879"/>
                </a:lnTo>
                <a:lnTo>
                  <a:pt x="4060" y="869"/>
                </a:lnTo>
                <a:lnTo>
                  <a:pt x="4071" y="860"/>
                </a:lnTo>
                <a:lnTo>
                  <a:pt x="4085" y="851"/>
                </a:lnTo>
                <a:lnTo>
                  <a:pt x="4097" y="842"/>
                </a:lnTo>
                <a:lnTo>
                  <a:pt x="4111" y="833"/>
                </a:lnTo>
                <a:lnTo>
                  <a:pt x="4123" y="825"/>
                </a:lnTo>
                <a:lnTo>
                  <a:pt x="4136" y="815"/>
                </a:lnTo>
                <a:lnTo>
                  <a:pt x="4141" y="803"/>
                </a:lnTo>
                <a:lnTo>
                  <a:pt x="4146" y="792"/>
                </a:lnTo>
                <a:lnTo>
                  <a:pt x="4152" y="781"/>
                </a:lnTo>
                <a:lnTo>
                  <a:pt x="4156" y="772"/>
                </a:lnTo>
                <a:lnTo>
                  <a:pt x="4165" y="764"/>
                </a:lnTo>
                <a:lnTo>
                  <a:pt x="4172" y="759"/>
                </a:lnTo>
                <a:lnTo>
                  <a:pt x="4180" y="751"/>
                </a:lnTo>
                <a:lnTo>
                  <a:pt x="4189" y="745"/>
                </a:lnTo>
                <a:lnTo>
                  <a:pt x="4198" y="738"/>
                </a:lnTo>
                <a:lnTo>
                  <a:pt x="4207" y="732"/>
                </a:lnTo>
                <a:lnTo>
                  <a:pt x="4215" y="725"/>
                </a:lnTo>
                <a:lnTo>
                  <a:pt x="4224" y="719"/>
                </a:lnTo>
                <a:lnTo>
                  <a:pt x="4227" y="725"/>
                </a:lnTo>
                <a:lnTo>
                  <a:pt x="4230" y="731"/>
                </a:lnTo>
                <a:lnTo>
                  <a:pt x="4233" y="737"/>
                </a:lnTo>
                <a:lnTo>
                  <a:pt x="4235" y="743"/>
                </a:lnTo>
                <a:lnTo>
                  <a:pt x="4249" y="734"/>
                </a:lnTo>
                <a:lnTo>
                  <a:pt x="4261" y="728"/>
                </a:lnTo>
                <a:lnTo>
                  <a:pt x="4275" y="719"/>
                </a:lnTo>
                <a:lnTo>
                  <a:pt x="4289" y="711"/>
                </a:lnTo>
                <a:lnTo>
                  <a:pt x="4302" y="704"/>
                </a:lnTo>
                <a:lnTo>
                  <a:pt x="4316" y="695"/>
                </a:lnTo>
                <a:lnTo>
                  <a:pt x="4330" y="688"/>
                </a:lnTo>
                <a:lnTo>
                  <a:pt x="4341" y="681"/>
                </a:lnTo>
                <a:lnTo>
                  <a:pt x="4351" y="666"/>
                </a:lnTo>
                <a:lnTo>
                  <a:pt x="4360" y="649"/>
                </a:lnTo>
                <a:lnTo>
                  <a:pt x="4369" y="633"/>
                </a:lnTo>
                <a:lnTo>
                  <a:pt x="4378" y="619"/>
                </a:lnTo>
                <a:lnTo>
                  <a:pt x="4389" y="609"/>
                </a:lnTo>
                <a:lnTo>
                  <a:pt x="4401" y="600"/>
                </a:lnTo>
                <a:lnTo>
                  <a:pt x="4413" y="592"/>
                </a:lnTo>
                <a:lnTo>
                  <a:pt x="4426" y="584"/>
                </a:lnTo>
                <a:lnTo>
                  <a:pt x="4437" y="576"/>
                </a:lnTo>
                <a:lnTo>
                  <a:pt x="4449" y="567"/>
                </a:lnTo>
                <a:lnTo>
                  <a:pt x="4459" y="556"/>
                </a:lnTo>
                <a:lnTo>
                  <a:pt x="4470" y="548"/>
                </a:lnTo>
                <a:lnTo>
                  <a:pt x="4475" y="534"/>
                </a:lnTo>
                <a:lnTo>
                  <a:pt x="4479" y="519"/>
                </a:lnTo>
                <a:lnTo>
                  <a:pt x="4483" y="505"/>
                </a:lnTo>
                <a:lnTo>
                  <a:pt x="4490" y="489"/>
                </a:lnTo>
                <a:lnTo>
                  <a:pt x="4500" y="481"/>
                </a:lnTo>
                <a:lnTo>
                  <a:pt x="4514" y="473"/>
                </a:lnTo>
                <a:lnTo>
                  <a:pt x="4525" y="466"/>
                </a:lnTo>
                <a:lnTo>
                  <a:pt x="4537" y="457"/>
                </a:lnTo>
                <a:lnTo>
                  <a:pt x="4548" y="448"/>
                </a:lnTo>
                <a:lnTo>
                  <a:pt x="4561" y="439"/>
                </a:lnTo>
                <a:lnTo>
                  <a:pt x="4571" y="432"/>
                </a:lnTo>
                <a:lnTo>
                  <a:pt x="4581" y="424"/>
                </a:lnTo>
                <a:lnTo>
                  <a:pt x="4595" y="420"/>
                </a:lnTo>
                <a:lnTo>
                  <a:pt x="4609" y="416"/>
                </a:lnTo>
                <a:lnTo>
                  <a:pt x="4622" y="412"/>
                </a:lnTo>
                <a:lnTo>
                  <a:pt x="4634" y="408"/>
                </a:lnTo>
                <a:lnTo>
                  <a:pt x="4648" y="403"/>
                </a:lnTo>
                <a:lnTo>
                  <a:pt x="4660" y="400"/>
                </a:lnTo>
                <a:lnTo>
                  <a:pt x="4672" y="395"/>
                </a:lnTo>
                <a:lnTo>
                  <a:pt x="4685" y="392"/>
                </a:lnTo>
                <a:lnTo>
                  <a:pt x="4692" y="384"/>
                </a:lnTo>
                <a:lnTo>
                  <a:pt x="4698" y="375"/>
                </a:lnTo>
                <a:lnTo>
                  <a:pt x="4704" y="368"/>
                </a:lnTo>
                <a:lnTo>
                  <a:pt x="4710" y="359"/>
                </a:lnTo>
                <a:lnTo>
                  <a:pt x="4716" y="351"/>
                </a:lnTo>
                <a:lnTo>
                  <a:pt x="4722" y="342"/>
                </a:lnTo>
                <a:lnTo>
                  <a:pt x="4728" y="333"/>
                </a:lnTo>
                <a:lnTo>
                  <a:pt x="4735" y="324"/>
                </a:lnTo>
                <a:lnTo>
                  <a:pt x="4745" y="318"/>
                </a:lnTo>
                <a:lnTo>
                  <a:pt x="4755" y="311"/>
                </a:lnTo>
                <a:lnTo>
                  <a:pt x="4764" y="305"/>
                </a:lnTo>
                <a:lnTo>
                  <a:pt x="4773" y="298"/>
                </a:lnTo>
                <a:lnTo>
                  <a:pt x="4784" y="291"/>
                </a:lnTo>
                <a:lnTo>
                  <a:pt x="4793" y="284"/>
                </a:lnTo>
                <a:lnTo>
                  <a:pt x="4802" y="277"/>
                </a:lnTo>
                <a:lnTo>
                  <a:pt x="4810" y="269"/>
                </a:lnTo>
                <a:lnTo>
                  <a:pt x="4816" y="274"/>
                </a:lnTo>
                <a:lnTo>
                  <a:pt x="4824" y="279"/>
                </a:lnTo>
                <a:lnTo>
                  <a:pt x="4831" y="285"/>
                </a:lnTo>
                <a:lnTo>
                  <a:pt x="4835" y="290"/>
                </a:lnTo>
                <a:lnTo>
                  <a:pt x="4845" y="282"/>
                </a:lnTo>
                <a:lnTo>
                  <a:pt x="4856" y="274"/>
                </a:lnTo>
                <a:lnTo>
                  <a:pt x="4865" y="266"/>
                </a:lnTo>
                <a:lnTo>
                  <a:pt x="4876" y="258"/>
                </a:lnTo>
                <a:lnTo>
                  <a:pt x="4885" y="248"/>
                </a:lnTo>
                <a:lnTo>
                  <a:pt x="4895" y="239"/>
                </a:lnTo>
                <a:lnTo>
                  <a:pt x="4906" y="231"/>
                </a:lnTo>
                <a:lnTo>
                  <a:pt x="4916" y="222"/>
                </a:lnTo>
                <a:lnTo>
                  <a:pt x="4904" y="228"/>
                </a:lnTo>
                <a:lnTo>
                  <a:pt x="4893" y="234"/>
                </a:lnTo>
                <a:lnTo>
                  <a:pt x="4881" y="241"/>
                </a:lnTo>
                <a:lnTo>
                  <a:pt x="4867" y="245"/>
                </a:lnTo>
                <a:lnTo>
                  <a:pt x="4856" y="251"/>
                </a:lnTo>
                <a:lnTo>
                  <a:pt x="4845" y="256"/>
                </a:lnTo>
                <a:lnTo>
                  <a:pt x="4833" y="261"/>
                </a:lnTo>
                <a:lnTo>
                  <a:pt x="4821" y="266"/>
                </a:lnTo>
                <a:lnTo>
                  <a:pt x="4832" y="241"/>
                </a:lnTo>
                <a:lnTo>
                  <a:pt x="4841" y="218"/>
                </a:lnTo>
                <a:lnTo>
                  <a:pt x="4847" y="194"/>
                </a:lnTo>
                <a:lnTo>
                  <a:pt x="4852" y="171"/>
                </a:lnTo>
                <a:lnTo>
                  <a:pt x="4844" y="178"/>
                </a:lnTo>
                <a:lnTo>
                  <a:pt x="4835" y="187"/>
                </a:lnTo>
                <a:lnTo>
                  <a:pt x="4826" y="195"/>
                </a:lnTo>
                <a:lnTo>
                  <a:pt x="4815" y="203"/>
                </a:lnTo>
                <a:lnTo>
                  <a:pt x="4806" y="211"/>
                </a:lnTo>
                <a:lnTo>
                  <a:pt x="4796" y="219"/>
                </a:lnTo>
                <a:lnTo>
                  <a:pt x="4785" y="228"/>
                </a:lnTo>
                <a:lnTo>
                  <a:pt x="4775" y="237"/>
                </a:lnTo>
                <a:lnTo>
                  <a:pt x="4768" y="247"/>
                </a:lnTo>
                <a:lnTo>
                  <a:pt x="4759" y="256"/>
                </a:lnTo>
                <a:lnTo>
                  <a:pt x="4752" y="266"/>
                </a:lnTo>
                <a:lnTo>
                  <a:pt x="4745" y="277"/>
                </a:lnTo>
                <a:lnTo>
                  <a:pt x="4738" y="288"/>
                </a:lnTo>
                <a:lnTo>
                  <a:pt x="4729" y="298"/>
                </a:lnTo>
                <a:lnTo>
                  <a:pt x="4722" y="309"/>
                </a:lnTo>
                <a:lnTo>
                  <a:pt x="4715" y="320"/>
                </a:lnTo>
                <a:lnTo>
                  <a:pt x="4708" y="324"/>
                </a:lnTo>
                <a:lnTo>
                  <a:pt x="4701" y="329"/>
                </a:lnTo>
                <a:lnTo>
                  <a:pt x="4694" y="335"/>
                </a:lnTo>
                <a:lnTo>
                  <a:pt x="4687" y="341"/>
                </a:lnTo>
                <a:lnTo>
                  <a:pt x="4679" y="346"/>
                </a:lnTo>
                <a:lnTo>
                  <a:pt x="4673" y="351"/>
                </a:lnTo>
                <a:lnTo>
                  <a:pt x="4667" y="355"/>
                </a:lnTo>
                <a:lnTo>
                  <a:pt x="4660" y="360"/>
                </a:lnTo>
                <a:lnTo>
                  <a:pt x="4655" y="359"/>
                </a:lnTo>
                <a:lnTo>
                  <a:pt x="4650" y="358"/>
                </a:lnTo>
                <a:lnTo>
                  <a:pt x="4646" y="355"/>
                </a:lnTo>
                <a:lnTo>
                  <a:pt x="4641" y="354"/>
                </a:lnTo>
                <a:lnTo>
                  <a:pt x="4636" y="353"/>
                </a:lnTo>
                <a:lnTo>
                  <a:pt x="4632" y="351"/>
                </a:lnTo>
                <a:lnTo>
                  <a:pt x="4626" y="349"/>
                </a:lnTo>
                <a:lnTo>
                  <a:pt x="4622" y="349"/>
                </a:lnTo>
                <a:lnTo>
                  <a:pt x="4600" y="366"/>
                </a:lnTo>
                <a:lnTo>
                  <a:pt x="4579" y="384"/>
                </a:lnTo>
                <a:lnTo>
                  <a:pt x="4558" y="402"/>
                </a:lnTo>
                <a:lnTo>
                  <a:pt x="4536" y="420"/>
                </a:lnTo>
                <a:lnTo>
                  <a:pt x="4514" y="438"/>
                </a:lnTo>
                <a:lnTo>
                  <a:pt x="4490" y="457"/>
                </a:lnTo>
                <a:lnTo>
                  <a:pt x="4469" y="476"/>
                </a:lnTo>
                <a:lnTo>
                  <a:pt x="4445" y="494"/>
                </a:lnTo>
                <a:lnTo>
                  <a:pt x="4435" y="499"/>
                </a:lnTo>
                <a:lnTo>
                  <a:pt x="4426" y="505"/>
                </a:lnTo>
                <a:lnTo>
                  <a:pt x="4415" y="509"/>
                </a:lnTo>
                <a:lnTo>
                  <a:pt x="4406" y="515"/>
                </a:lnTo>
                <a:lnTo>
                  <a:pt x="4396" y="519"/>
                </a:lnTo>
                <a:lnTo>
                  <a:pt x="4388" y="524"/>
                </a:lnTo>
                <a:lnTo>
                  <a:pt x="4378" y="530"/>
                </a:lnTo>
                <a:lnTo>
                  <a:pt x="4369" y="535"/>
                </a:lnTo>
                <a:lnTo>
                  <a:pt x="4363" y="533"/>
                </a:lnTo>
                <a:lnTo>
                  <a:pt x="4357" y="530"/>
                </a:lnTo>
                <a:lnTo>
                  <a:pt x="4351" y="528"/>
                </a:lnTo>
                <a:lnTo>
                  <a:pt x="4347" y="524"/>
                </a:lnTo>
                <a:lnTo>
                  <a:pt x="4340" y="522"/>
                </a:lnTo>
                <a:lnTo>
                  <a:pt x="4336" y="519"/>
                </a:lnTo>
                <a:lnTo>
                  <a:pt x="4330" y="517"/>
                </a:lnTo>
                <a:lnTo>
                  <a:pt x="4324" y="515"/>
                </a:lnTo>
                <a:lnTo>
                  <a:pt x="4299" y="533"/>
                </a:lnTo>
                <a:lnTo>
                  <a:pt x="4274" y="549"/>
                </a:lnTo>
                <a:lnTo>
                  <a:pt x="4249" y="568"/>
                </a:lnTo>
                <a:lnTo>
                  <a:pt x="4224" y="585"/>
                </a:lnTo>
                <a:lnTo>
                  <a:pt x="4201" y="602"/>
                </a:lnTo>
                <a:lnTo>
                  <a:pt x="4174" y="620"/>
                </a:lnTo>
                <a:lnTo>
                  <a:pt x="4150" y="637"/>
                </a:lnTo>
                <a:lnTo>
                  <a:pt x="4125" y="654"/>
                </a:lnTo>
                <a:lnTo>
                  <a:pt x="4099" y="671"/>
                </a:lnTo>
                <a:lnTo>
                  <a:pt x="4075" y="691"/>
                </a:lnTo>
                <a:lnTo>
                  <a:pt x="4050" y="707"/>
                </a:lnTo>
                <a:lnTo>
                  <a:pt x="4025" y="725"/>
                </a:lnTo>
                <a:lnTo>
                  <a:pt x="4000" y="742"/>
                </a:lnTo>
                <a:lnTo>
                  <a:pt x="3975" y="760"/>
                </a:lnTo>
                <a:lnTo>
                  <a:pt x="3950" y="778"/>
                </a:lnTo>
                <a:lnTo>
                  <a:pt x="3925" y="797"/>
                </a:lnTo>
                <a:lnTo>
                  <a:pt x="3918" y="788"/>
                </a:lnTo>
                <a:lnTo>
                  <a:pt x="3912" y="781"/>
                </a:lnTo>
                <a:lnTo>
                  <a:pt x="3906" y="771"/>
                </a:lnTo>
                <a:lnTo>
                  <a:pt x="3902" y="761"/>
                </a:lnTo>
                <a:lnTo>
                  <a:pt x="3912" y="754"/>
                </a:lnTo>
                <a:lnTo>
                  <a:pt x="3920" y="747"/>
                </a:lnTo>
                <a:lnTo>
                  <a:pt x="3931" y="738"/>
                </a:lnTo>
                <a:lnTo>
                  <a:pt x="3939" y="730"/>
                </a:lnTo>
                <a:lnTo>
                  <a:pt x="3949" y="721"/>
                </a:lnTo>
                <a:lnTo>
                  <a:pt x="3958" y="713"/>
                </a:lnTo>
                <a:lnTo>
                  <a:pt x="3969" y="704"/>
                </a:lnTo>
                <a:lnTo>
                  <a:pt x="3979" y="696"/>
                </a:lnTo>
                <a:lnTo>
                  <a:pt x="3986" y="694"/>
                </a:lnTo>
                <a:lnTo>
                  <a:pt x="3993" y="691"/>
                </a:lnTo>
                <a:lnTo>
                  <a:pt x="4000" y="691"/>
                </a:lnTo>
                <a:lnTo>
                  <a:pt x="4009" y="688"/>
                </a:lnTo>
                <a:lnTo>
                  <a:pt x="4017" y="685"/>
                </a:lnTo>
                <a:lnTo>
                  <a:pt x="4024" y="683"/>
                </a:lnTo>
                <a:lnTo>
                  <a:pt x="4033" y="680"/>
                </a:lnTo>
                <a:lnTo>
                  <a:pt x="4040" y="677"/>
                </a:lnTo>
                <a:lnTo>
                  <a:pt x="4044" y="670"/>
                </a:lnTo>
                <a:lnTo>
                  <a:pt x="4049" y="663"/>
                </a:lnTo>
                <a:lnTo>
                  <a:pt x="4054" y="657"/>
                </a:lnTo>
                <a:lnTo>
                  <a:pt x="4060" y="650"/>
                </a:lnTo>
                <a:lnTo>
                  <a:pt x="4064" y="643"/>
                </a:lnTo>
                <a:lnTo>
                  <a:pt x="4069" y="636"/>
                </a:lnTo>
                <a:lnTo>
                  <a:pt x="4075" y="628"/>
                </a:lnTo>
                <a:lnTo>
                  <a:pt x="4080" y="621"/>
                </a:lnTo>
                <a:lnTo>
                  <a:pt x="4090" y="617"/>
                </a:lnTo>
                <a:lnTo>
                  <a:pt x="4098" y="611"/>
                </a:lnTo>
                <a:lnTo>
                  <a:pt x="4109" y="606"/>
                </a:lnTo>
                <a:lnTo>
                  <a:pt x="4119" y="600"/>
                </a:lnTo>
                <a:lnTo>
                  <a:pt x="4127" y="595"/>
                </a:lnTo>
                <a:lnTo>
                  <a:pt x="4136" y="590"/>
                </a:lnTo>
                <a:lnTo>
                  <a:pt x="4146" y="584"/>
                </a:lnTo>
                <a:lnTo>
                  <a:pt x="4156" y="579"/>
                </a:lnTo>
                <a:lnTo>
                  <a:pt x="4163" y="565"/>
                </a:lnTo>
                <a:lnTo>
                  <a:pt x="4170" y="552"/>
                </a:lnTo>
                <a:lnTo>
                  <a:pt x="4176" y="539"/>
                </a:lnTo>
                <a:lnTo>
                  <a:pt x="4184" y="524"/>
                </a:lnTo>
                <a:lnTo>
                  <a:pt x="4190" y="517"/>
                </a:lnTo>
                <a:lnTo>
                  <a:pt x="4198" y="511"/>
                </a:lnTo>
                <a:lnTo>
                  <a:pt x="4205" y="505"/>
                </a:lnTo>
                <a:lnTo>
                  <a:pt x="4211" y="499"/>
                </a:lnTo>
                <a:lnTo>
                  <a:pt x="4218" y="493"/>
                </a:lnTo>
                <a:lnTo>
                  <a:pt x="4226" y="487"/>
                </a:lnTo>
                <a:lnTo>
                  <a:pt x="4234" y="481"/>
                </a:lnTo>
                <a:lnTo>
                  <a:pt x="4242" y="475"/>
                </a:lnTo>
                <a:lnTo>
                  <a:pt x="4235" y="473"/>
                </a:lnTo>
                <a:lnTo>
                  <a:pt x="4230" y="470"/>
                </a:lnTo>
                <a:lnTo>
                  <a:pt x="4224" y="468"/>
                </a:lnTo>
                <a:lnTo>
                  <a:pt x="4218" y="464"/>
                </a:lnTo>
                <a:lnTo>
                  <a:pt x="4213" y="462"/>
                </a:lnTo>
                <a:lnTo>
                  <a:pt x="4207" y="458"/>
                </a:lnTo>
                <a:lnTo>
                  <a:pt x="4202" y="455"/>
                </a:lnTo>
                <a:lnTo>
                  <a:pt x="4196" y="450"/>
                </a:lnTo>
                <a:lnTo>
                  <a:pt x="4207" y="442"/>
                </a:lnTo>
                <a:lnTo>
                  <a:pt x="4217" y="433"/>
                </a:lnTo>
                <a:lnTo>
                  <a:pt x="4228" y="425"/>
                </a:lnTo>
                <a:lnTo>
                  <a:pt x="4241" y="416"/>
                </a:lnTo>
                <a:lnTo>
                  <a:pt x="4252" y="408"/>
                </a:lnTo>
                <a:lnTo>
                  <a:pt x="4263" y="400"/>
                </a:lnTo>
                <a:lnTo>
                  <a:pt x="4274" y="392"/>
                </a:lnTo>
                <a:lnTo>
                  <a:pt x="4286" y="383"/>
                </a:lnTo>
                <a:lnTo>
                  <a:pt x="4291" y="377"/>
                </a:lnTo>
                <a:lnTo>
                  <a:pt x="4299" y="372"/>
                </a:lnTo>
                <a:lnTo>
                  <a:pt x="4307" y="366"/>
                </a:lnTo>
                <a:lnTo>
                  <a:pt x="4312" y="359"/>
                </a:lnTo>
                <a:lnTo>
                  <a:pt x="4321" y="349"/>
                </a:lnTo>
                <a:lnTo>
                  <a:pt x="4332" y="337"/>
                </a:lnTo>
                <a:lnTo>
                  <a:pt x="4339" y="326"/>
                </a:lnTo>
                <a:lnTo>
                  <a:pt x="4347" y="315"/>
                </a:lnTo>
                <a:lnTo>
                  <a:pt x="4356" y="304"/>
                </a:lnTo>
                <a:lnTo>
                  <a:pt x="4364" y="293"/>
                </a:lnTo>
                <a:lnTo>
                  <a:pt x="4374" y="282"/>
                </a:lnTo>
                <a:lnTo>
                  <a:pt x="4382" y="271"/>
                </a:lnTo>
                <a:lnTo>
                  <a:pt x="4360" y="281"/>
                </a:lnTo>
                <a:lnTo>
                  <a:pt x="4341" y="290"/>
                </a:lnTo>
                <a:lnTo>
                  <a:pt x="4320" y="299"/>
                </a:lnTo>
                <a:lnTo>
                  <a:pt x="4301" y="308"/>
                </a:lnTo>
                <a:lnTo>
                  <a:pt x="4279" y="318"/>
                </a:lnTo>
                <a:lnTo>
                  <a:pt x="4259" y="327"/>
                </a:lnTo>
                <a:lnTo>
                  <a:pt x="4238" y="338"/>
                </a:lnTo>
                <a:lnTo>
                  <a:pt x="4217" y="349"/>
                </a:lnTo>
                <a:lnTo>
                  <a:pt x="4213" y="346"/>
                </a:lnTo>
                <a:lnTo>
                  <a:pt x="4209" y="343"/>
                </a:lnTo>
                <a:lnTo>
                  <a:pt x="4204" y="342"/>
                </a:lnTo>
                <a:lnTo>
                  <a:pt x="4200" y="339"/>
                </a:lnTo>
                <a:lnTo>
                  <a:pt x="4194" y="338"/>
                </a:lnTo>
                <a:lnTo>
                  <a:pt x="4189" y="335"/>
                </a:lnTo>
                <a:lnTo>
                  <a:pt x="4185" y="335"/>
                </a:lnTo>
                <a:lnTo>
                  <a:pt x="4180" y="334"/>
                </a:lnTo>
                <a:lnTo>
                  <a:pt x="4186" y="328"/>
                </a:lnTo>
                <a:lnTo>
                  <a:pt x="4194" y="322"/>
                </a:lnTo>
                <a:lnTo>
                  <a:pt x="4200" y="316"/>
                </a:lnTo>
                <a:lnTo>
                  <a:pt x="4205" y="309"/>
                </a:lnTo>
                <a:lnTo>
                  <a:pt x="4211" y="303"/>
                </a:lnTo>
                <a:lnTo>
                  <a:pt x="4217" y="297"/>
                </a:lnTo>
                <a:lnTo>
                  <a:pt x="4224" y="291"/>
                </a:lnTo>
                <a:lnTo>
                  <a:pt x="4232" y="285"/>
                </a:lnTo>
                <a:lnTo>
                  <a:pt x="4251" y="271"/>
                </a:lnTo>
                <a:lnTo>
                  <a:pt x="4272" y="253"/>
                </a:lnTo>
                <a:lnTo>
                  <a:pt x="4297" y="234"/>
                </a:lnTo>
                <a:lnTo>
                  <a:pt x="4324" y="214"/>
                </a:lnTo>
                <a:lnTo>
                  <a:pt x="4351" y="195"/>
                </a:lnTo>
                <a:lnTo>
                  <a:pt x="4376" y="177"/>
                </a:lnTo>
                <a:lnTo>
                  <a:pt x="4398" y="162"/>
                </a:lnTo>
                <a:lnTo>
                  <a:pt x="4414" y="147"/>
                </a:lnTo>
                <a:lnTo>
                  <a:pt x="4419" y="124"/>
                </a:lnTo>
                <a:lnTo>
                  <a:pt x="4415" y="112"/>
                </a:lnTo>
                <a:lnTo>
                  <a:pt x="4408" y="112"/>
                </a:lnTo>
                <a:lnTo>
                  <a:pt x="4399" y="119"/>
                </a:lnTo>
                <a:lnTo>
                  <a:pt x="4387" y="127"/>
                </a:lnTo>
                <a:lnTo>
                  <a:pt x="4376" y="135"/>
                </a:lnTo>
                <a:lnTo>
                  <a:pt x="4367" y="140"/>
                </a:lnTo>
                <a:lnTo>
                  <a:pt x="4360" y="139"/>
                </a:lnTo>
                <a:lnTo>
                  <a:pt x="4351" y="146"/>
                </a:lnTo>
                <a:lnTo>
                  <a:pt x="4338" y="152"/>
                </a:lnTo>
                <a:lnTo>
                  <a:pt x="4322" y="160"/>
                </a:lnTo>
                <a:lnTo>
                  <a:pt x="4307" y="165"/>
                </a:lnTo>
                <a:lnTo>
                  <a:pt x="4291" y="173"/>
                </a:lnTo>
                <a:lnTo>
                  <a:pt x="4275" y="178"/>
                </a:lnTo>
                <a:lnTo>
                  <a:pt x="4261" y="187"/>
                </a:lnTo>
                <a:lnTo>
                  <a:pt x="4251" y="194"/>
                </a:lnTo>
                <a:lnTo>
                  <a:pt x="4247" y="203"/>
                </a:lnTo>
                <a:lnTo>
                  <a:pt x="4244" y="213"/>
                </a:lnTo>
                <a:lnTo>
                  <a:pt x="4241" y="223"/>
                </a:lnTo>
                <a:lnTo>
                  <a:pt x="4238" y="234"/>
                </a:lnTo>
                <a:lnTo>
                  <a:pt x="4232" y="239"/>
                </a:lnTo>
                <a:lnTo>
                  <a:pt x="4227" y="245"/>
                </a:lnTo>
                <a:lnTo>
                  <a:pt x="4221" y="251"/>
                </a:lnTo>
                <a:lnTo>
                  <a:pt x="4215" y="256"/>
                </a:lnTo>
                <a:lnTo>
                  <a:pt x="4207" y="262"/>
                </a:lnTo>
                <a:lnTo>
                  <a:pt x="4202" y="267"/>
                </a:lnTo>
                <a:lnTo>
                  <a:pt x="4194" y="273"/>
                </a:lnTo>
                <a:lnTo>
                  <a:pt x="4186" y="278"/>
                </a:lnTo>
                <a:lnTo>
                  <a:pt x="4180" y="271"/>
                </a:lnTo>
                <a:lnTo>
                  <a:pt x="4176" y="264"/>
                </a:lnTo>
                <a:lnTo>
                  <a:pt x="4170" y="258"/>
                </a:lnTo>
                <a:lnTo>
                  <a:pt x="4163" y="251"/>
                </a:lnTo>
                <a:lnTo>
                  <a:pt x="4158" y="244"/>
                </a:lnTo>
                <a:lnTo>
                  <a:pt x="4150" y="238"/>
                </a:lnTo>
                <a:lnTo>
                  <a:pt x="4143" y="232"/>
                </a:lnTo>
                <a:lnTo>
                  <a:pt x="4138" y="225"/>
                </a:lnTo>
                <a:lnTo>
                  <a:pt x="4146" y="212"/>
                </a:lnTo>
                <a:lnTo>
                  <a:pt x="4154" y="200"/>
                </a:lnTo>
                <a:lnTo>
                  <a:pt x="4161" y="187"/>
                </a:lnTo>
                <a:lnTo>
                  <a:pt x="4170" y="173"/>
                </a:lnTo>
                <a:lnTo>
                  <a:pt x="4180" y="167"/>
                </a:lnTo>
                <a:lnTo>
                  <a:pt x="4188" y="160"/>
                </a:lnTo>
                <a:lnTo>
                  <a:pt x="4197" y="152"/>
                </a:lnTo>
                <a:lnTo>
                  <a:pt x="4205" y="145"/>
                </a:lnTo>
                <a:lnTo>
                  <a:pt x="4214" y="137"/>
                </a:lnTo>
                <a:lnTo>
                  <a:pt x="4222" y="130"/>
                </a:lnTo>
                <a:lnTo>
                  <a:pt x="4230" y="123"/>
                </a:lnTo>
                <a:lnTo>
                  <a:pt x="4238" y="116"/>
                </a:lnTo>
                <a:lnTo>
                  <a:pt x="4245" y="106"/>
                </a:lnTo>
                <a:lnTo>
                  <a:pt x="4249" y="99"/>
                </a:lnTo>
                <a:lnTo>
                  <a:pt x="4255" y="90"/>
                </a:lnTo>
                <a:lnTo>
                  <a:pt x="4260" y="82"/>
                </a:lnTo>
                <a:lnTo>
                  <a:pt x="4266" y="73"/>
                </a:lnTo>
                <a:lnTo>
                  <a:pt x="4271" y="65"/>
                </a:lnTo>
                <a:lnTo>
                  <a:pt x="4277" y="55"/>
                </a:lnTo>
                <a:lnTo>
                  <a:pt x="4284" y="47"/>
                </a:lnTo>
                <a:lnTo>
                  <a:pt x="4274" y="48"/>
                </a:lnTo>
                <a:lnTo>
                  <a:pt x="4264" y="50"/>
                </a:lnTo>
                <a:lnTo>
                  <a:pt x="4255" y="52"/>
                </a:lnTo>
                <a:lnTo>
                  <a:pt x="4245" y="52"/>
                </a:lnTo>
                <a:lnTo>
                  <a:pt x="4234" y="55"/>
                </a:lnTo>
                <a:lnTo>
                  <a:pt x="4224" y="56"/>
                </a:lnTo>
                <a:lnTo>
                  <a:pt x="4214" y="59"/>
                </a:lnTo>
                <a:lnTo>
                  <a:pt x="4204" y="60"/>
                </a:lnTo>
                <a:lnTo>
                  <a:pt x="4207" y="44"/>
                </a:lnTo>
                <a:lnTo>
                  <a:pt x="4211" y="30"/>
                </a:lnTo>
                <a:lnTo>
                  <a:pt x="4213" y="16"/>
                </a:lnTo>
                <a:lnTo>
                  <a:pt x="4215" y="0"/>
                </a:lnTo>
                <a:lnTo>
                  <a:pt x="4205" y="7"/>
                </a:lnTo>
                <a:lnTo>
                  <a:pt x="4196" y="13"/>
                </a:lnTo>
                <a:lnTo>
                  <a:pt x="4185" y="19"/>
                </a:lnTo>
                <a:lnTo>
                  <a:pt x="4176" y="26"/>
                </a:lnTo>
                <a:lnTo>
                  <a:pt x="4167" y="33"/>
                </a:lnTo>
                <a:lnTo>
                  <a:pt x="4158" y="41"/>
                </a:lnTo>
                <a:lnTo>
                  <a:pt x="4150" y="48"/>
                </a:lnTo>
                <a:lnTo>
                  <a:pt x="4139" y="55"/>
                </a:lnTo>
                <a:lnTo>
                  <a:pt x="4134" y="63"/>
                </a:lnTo>
                <a:lnTo>
                  <a:pt x="4129" y="73"/>
                </a:lnTo>
                <a:lnTo>
                  <a:pt x="4123" y="82"/>
                </a:lnTo>
                <a:lnTo>
                  <a:pt x="4119" y="92"/>
                </a:lnTo>
                <a:lnTo>
                  <a:pt x="4113" y="102"/>
                </a:lnTo>
                <a:lnTo>
                  <a:pt x="4108" y="112"/>
                </a:lnTo>
                <a:lnTo>
                  <a:pt x="4101" y="123"/>
                </a:lnTo>
                <a:lnTo>
                  <a:pt x="4097" y="134"/>
                </a:lnTo>
                <a:lnTo>
                  <a:pt x="4088" y="134"/>
                </a:lnTo>
                <a:lnTo>
                  <a:pt x="4080" y="134"/>
                </a:lnTo>
                <a:lnTo>
                  <a:pt x="4071" y="134"/>
                </a:lnTo>
                <a:lnTo>
                  <a:pt x="4064" y="134"/>
                </a:lnTo>
                <a:lnTo>
                  <a:pt x="4054" y="134"/>
                </a:lnTo>
                <a:lnTo>
                  <a:pt x="4047" y="134"/>
                </a:lnTo>
                <a:lnTo>
                  <a:pt x="4038" y="134"/>
                </a:lnTo>
                <a:lnTo>
                  <a:pt x="4030" y="133"/>
                </a:lnTo>
                <a:lnTo>
                  <a:pt x="4016" y="143"/>
                </a:lnTo>
                <a:lnTo>
                  <a:pt x="4000" y="154"/>
                </a:lnTo>
                <a:lnTo>
                  <a:pt x="3986" y="165"/>
                </a:lnTo>
                <a:lnTo>
                  <a:pt x="3972" y="175"/>
                </a:lnTo>
                <a:lnTo>
                  <a:pt x="3956" y="186"/>
                </a:lnTo>
                <a:lnTo>
                  <a:pt x="3941" y="197"/>
                </a:lnTo>
                <a:lnTo>
                  <a:pt x="3928" y="207"/>
                </a:lnTo>
                <a:lnTo>
                  <a:pt x="3910" y="218"/>
                </a:lnTo>
                <a:lnTo>
                  <a:pt x="3863" y="251"/>
                </a:lnTo>
                <a:lnTo>
                  <a:pt x="3815" y="280"/>
                </a:lnTo>
                <a:lnTo>
                  <a:pt x="3768" y="307"/>
                </a:lnTo>
                <a:lnTo>
                  <a:pt x="3720" y="331"/>
                </a:lnTo>
                <a:lnTo>
                  <a:pt x="3672" y="357"/>
                </a:lnTo>
                <a:lnTo>
                  <a:pt x="3625" y="381"/>
                </a:lnTo>
                <a:lnTo>
                  <a:pt x="3577" y="405"/>
                </a:lnTo>
                <a:lnTo>
                  <a:pt x="3530" y="428"/>
                </a:lnTo>
                <a:lnTo>
                  <a:pt x="3483" y="456"/>
                </a:lnTo>
                <a:lnTo>
                  <a:pt x="3436" y="485"/>
                </a:lnTo>
                <a:lnTo>
                  <a:pt x="3389" y="516"/>
                </a:lnTo>
                <a:lnTo>
                  <a:pt x="3342" y="549"/>
                </a:lnTo>
                <a:lnTo>
                  <a:pt x="3296" y="590"/>
                </a:lnTo>
                <a:lnTo>
                  <a:pt x="3250" y="633"/>
                </a:lnTo>
                <a:lnTo>
                  <a:pt x="3203" y="682"/>
                </a:lnTo>
                <a:lnTo>
                  <a:pt x="3155" y="736"/>
                </a:lnTo>
                <a:lnTo>
                  <a:pt x="3112" y="764"/>
                </a:lnTo>
                <a:lnTo>
                  <a:pt x="3078" y="786"/>
                </a:lnTo>
                <a:lnTo>
                  <a:pt x="3052" y="803"/>
                </a:lnTo>
                <a:lnTo>
                  <a:pt x="3036" y="812"/>
                </a:lnTo>
                <a:lnTo>
                  <a:pt x="3028" y="815"/>
                </a:lnTo>
                <a:lnTo>
                  <a:pt x="3026" y="814"/>
                </a:lnTo>
                <a:lnTo>
                  <a:pt x="3028" y="809"/>
                </a:lnTo>
                <a:lnTo>
                  <a:pt x="3035" y="800"/>
                </a:lnTo>
                <a:lnTo>
                  <a:pt x="3044" y="790"/>
                </a:lnTo>
                <a:lnTo>
                  <a:pt x="3055" y="778"/>
                </a:lnTo>
                <a:lnTo>
                  <a:pt x="3070" y="766"/>
                </a:lnTo>
                <a:lnTo>
                  <a:pt x="3083" y="754"/>
                </a:lnTo>
                <a:lnTo>
                  <a:pt x="3094" y="743"/>
                </a:lnTo>
                <a:lnTo>
                  <a:pt x="3104" y="732"/>
                </a:lnTo>
                <a:lnTo>
                  <a:pt x="3112" y="725"/>
                </a:lnTo>
                <a:lnTo>
                  <a:pt x="3114" y="721"/>
                </a:lnTo>
                <a:lnTo>
                  <a:pt x="3136" y="710"/>
                </a:lnTo>
                <a:lnTo>
                  <a:pt x="3154" y="700"/>
                </a:lnTo>
                <a:lnTo>
                  <a:pt x="3167" y="691"/>
                </a:lnTo>
                <a:lnTo>
                  <a:pt x="3175" y="685"/>
                </a:lnTo>
                <a:lnTo>
                  <a:pt x="3180" y="682"/>
                </a:lnTo>
                <a:lnTo>
                  <a:pt x="3183" y="677"/>
                </a:lnTo>
                <a:lnTo>
                  <a:pt x="3180" y="675"/>
                </a:lnTo>
                <a:lnTo>
                  <a:pt x="3177" y="674"/>
                </a:lnTo>
                <a:lnTo>
                  <a:pt x="3173" y="674"/>
                </a:lnTo>
                <a:lnTo>
                  <a:pt x="3169" y="674"/>
                </a:lnTo>
                <a:lnTo>
                  <a:pt x="3164" y="673"/>
                </a:lnTo>
                <a:lnTo>
                  <a:pt x="3160" y="671"/>
                </a:lnTo>
                <a:lnTo>
                  <a:pt x="3158" y="669"/>
                </a:lnTo>
                <a:lnTo>
                  <a:pt x="3158" y="666"/>
                </a:lnTo>
                <a:lnTo>
                  <a:pt x="3160" y="660"/>
                </a:lnTo>
                <a:lnTo>
                  <a:pt x="3165" y="654"/>
                </a:lnTo>
                <a:lnTo>
                  <a:pt x="3173" y="645"/>
                </a:lnTo>
                <a:lnTo>
                  <a:pt x="3185" y="633"/>
                </a:lnTo>
                <a:lnTo>
                  <a:pt x="3203" y="620"/>
                </a:lnTo>
                <a:lnTo>
                  <a:pt x="3225" y="603"/>
                </a:lnTo>
                <a:lnTo>
                  <a:pt x="3253" y="584"/>
                </a:lnTo>
                <a:lnTo>
                  <a:pt x="3287" y="560"/>
                </a:lnTo>
                <a:lnTo>
                  <a:pt x="3327" y="533"/>
                </a:lnTo>
                <a:lnTo>
                  <a:pt x="3375" y="503"/>
                </a:lnTo>
                <a:lnTo>
                  <a:pt x="3432" y="466"/>
                </a:lnTo>
                <a:lnTo>
                  <a:pt x="3495" y="426"/>
                </a:lnTo>
                <a:lnTo>
                  <a:pt x="3569" y="383"/>
                </a:lnTo>
                <a:lnTo>
                  <a:pt x="3651" y="331"/>
                </a:lnTo>
                <a:lnTo>
                  <a:pt x="3744" y="278"/>
                </a:lnTo>
                <a:lnTo>
                  <a:pt x="3849" y="216"/>
                </a:lnTo>
                <a:lnTo>
                  <a:pt x="3962" y="150"/>
                </a:lnTo>
                <a:lnTo>
                  <a:pt x="3989" y="133"/>
                </a:lnTo>
                <a:lnTo>
                  <a:pt x="4011" y="116"/>
                </a:lnTo>
                <a:lnTo>
                  <a:pt x="4029" y="99"/>
                </a:lnTo>
                <a:lnTo>
                  <a:pt x="4042" y="84"/>
                </a:lnTo>
                <a:lnTo>
                  <a:pt x="4050" y="71"/>
                </a:lnTo>
                <a:lnTo>
                  <a:pt x="4054" y="61"/>
                </a:lnTo>
                <a:lnTo>
                  <a:pt x="4054" y="54"/>
                </a:lnTo>
                <a:lnTo>
                  <a:pt x="4050" y="52"/>
                </a:lnTo>
                <a:lnTo>
                  <a:pt x="4025" y="56"/>
                </a:lnTo>
                <a:lnTo>
                  <a:pt x="3998" y="69"/>
                </a:lnTo>
                <a:lnTo>
                  <a:pt x="3972" y="88"/>
                </a:lnTo>
                <a:lnTo>
                  <a:pt x="3944" y="106"/>
                </a:lnTo>
                <a:lnTo>
                  <a:pt x="3920" y="126"/>
                </a:lnTo>
                <a:lnTo>
                  <a:pt x="3899" y="139"/>
                </a:lnTo>
                <a:lnTo>
                  <a:pt x="3883" y="143"/>
                </a:lnTo>
                <a:lnTo>
                  <a:pt x="3870" y="133"/>
                </a:lnTo>
                <a:lnTo>
                  <a:pt x="3857" y="154"/>
                </a:lnTo>
                <a:lnTo>
                  <a:pt x="3855" y="162"/>
                </a:lnTo>
                <a:lnTo>
                  <a:pt x="3857" y="160"/>
                </a:lnTo>
                <a:lnTo>
                  <a:pt x="3860" y="151"/>
                </a:lnTo>
                <a:lnTo>
                  <a:pt x="3858" y="143"/>
                </a:lnTo>
                <a:lnTo>
                  <a:pt x="3845" y="143"/>
                </a:lnTo>
                <a:lnTo>
                  <a:pt x="3813" y="152"/>
                </a:lnTo>
                <a:lnTo>
                  <a:pt x="3759" y="177"/>
                </a:lnTo>
                <a:lnTo>
                  <a:pt x="3741" y="187"/>
                </a:lnTo>
                <a:lnTo>
                  <a:pt x="3722" y="197"/>
                </a:lnTo>
                <a:lnTo>
                  <a:pt x="3702" y="208"/>
                </a:lnTo>
                <a:lnTo>
                  <a:pt x="3678" y="222"/>
                </a:lnTo>
                <a:lnTo>
                  <a:pt x="3656" y="237"/>
                </a:lnTo>
                <a:lnTo>
                  <a:pt x="3630" y="251"/>
                </a:lnTo>
                <a:lnTo>
                  <a:pt x="3603" y="267"/>
                </a:lnTo>
                <a:lnTo>
                  <a:pt x="3577" y="284"/>
                </a:lnTo>
                <a:lnTo>
                  <a:pt x="3548" y="301"/>
                </a:lnTo>
                <a:lnTo>
                  <a:pt x="3520" y="318"/>
                </a:lnTo>
                <a:lnTo>
                  <a:pt x="3491" y="337"/>
                </a:lnTo>
                <a:lnTo>
                  <a:pt x="3460" y="357"/>
                </a:lnTo>
                <a:lnTo>
                  <a:pt x="3431" y="375"/>
                </a:lnTo>
                <a:lnTo>
                  <a:pt x="3400" y="395"/>
                </a:lnTo>
                <a:lnTo>
                  <a:pt x="3368" y="415"/>
                </a:lnTo>
                <a:lnTo>
                  <a:pt x="3338" y="435"/>
                </a:lnTo>
                <a:lnTo>
                  <a:pt x="3307" y="456"/>
                </a:lnTo>
                <a:lnTo>
                  <a:pt x="3274" y="476"/>
                </a:lnTo>
                <a:lnTo>
                  <a:pt x="3244" y="496"/>
                </a:lnTo>
                <a:lnTo>
                  <a:pt x="3214" y="516"/>
                </a:lnTo>
                <a:lnTo>
                  <a:pt x="3184" y="535"/>
                </a:lnTo>
                <a:lnTo>
                  <a:pt x="3154" y="556"/>
                </a:lnTo>
                <a:lnTo>
                  <a:pt x="3127" y="574"/>
                </a:lnTo>
                <a:lnTo>
                  <a:pt x="3098" y="594"/>
                </a:lnTo>
                <a:lnTo>
                  <a:pt x="3072" y="611"/>
                </a:lnTo>
                <a:lnTo>
                  <a:pt x="3046" y="628"/>
                </a:lnTo>
                <a:lnTo>
                  <a:pt x="3022" y="645"/>
                </a:lnTo>
                <a:lnTo>
                  <a:pt x="2998" y="660"/>
                </a:lnTo>
                <a:lnTo>
                  <a:pt x="2974" y="677"/>
                </a:lnTo>
                <a:lnTo>
                  <a:pt x="2955" y="691"/>
                </a:lnTo>
                <a:lnTo>
                  <a:pt x="2936" y="704"/>
                </a:lnTo>
                <a:lnTo>
                  <a:pt x="2918" y="715"/>
                </a:lnTo>
                <a:lnTo>
                  <a:pt x="2869" y="749"/>
                </a:lnTo>
                <a:lnTo>
                  <a:pt x="2819" y="783"/>
                </a:lnTo>
                <a:lnTo>
                  <a:pt x="2771" y="816"/>
                </a:lnTo>
                <a:lnTo>
                  <a:pt x="2723" y="847"/>
                </a:lnTo>
                <a:lnTo>
                  <a:pt x="2675" y="879"/>
                </a:lnTo>
                <a:lnTo>
                  <a:pt x="2628" y="910"/>
                </a:lnTo>
                <a:lnTo>
                  <a:pt x="2581" y="940"/>
                </a:lnTo>
                <a:lnTo>
                  <a:pt x="2536" y="970"/>
                </a:lnTo>
                <a:lnTo>
                  <a:pt x="2491" y="1000"/>
                </a:lnTo>
                <a:lnTo>
                  <a:pt x="2447" y="1031"/>
                </a:lnTo>
                <a:lnTo>
                  <a:pt x="2402" y="1060"/>
                </a:lnTo>
                <a:lnTo>
                  <a:pt x="2359" y="1089"/>
                </a:lnTo>
                <a:lnTo>
                  <a:pt x="2316" y="1117"/>
                </a:lnTo>
                <a:lnTo>
                  <a:pt x="2273" y="1148"/>
                </a:lnTo>
                <a:lnTo>
                  <a:pt x="2232" y="1178"/>
                </a:lnTo>
                <a:lnTo>
                  <a:pt x="2191" y="1206"/>
                </a:lnTo>
                <a:lnTo>
                  <a:pt x="2168" y="1227"/>
                </a:lnTo>
                <a:lnTo>
                  <a:pt x="2146" y="1249"/>
                </a:lnTo>
                <a:lnTo>
                  <a:pt x="2125" y="1271"/>
                </a:lnTo>
                <a:lnTo>
                  <a:pt x="2104" y="1293"/>
                </a:lnTo>
                <a:lnTo>
                  <a:pt x="2085" y="1316"/>
                </a:lnTo>
                <a:lnTo>
                  <a:pt x="2065" y="1338"/>
                </a:lnTo>
                <a:lnTo>
                  <a:pt x="2048" y="1362"/>
                </a:lnTo>
                <a:lnTo>
                  <a:pt x="2029" y="1384"/>
                </a:lnTo>
                <a:lnTo>
                  <a:pt x="2010" y="1407"/>
                </a:lnTo>
                <a:lnTo>
                  <a:pt x="1994" y="1430"/>
                </a:lnTo>
                <a:lnTo>
                  <a:pt x="1975" y="1453"/>
                </a:lnTo>
                <a:lnTo>
                  <a:pt x="1957" y="1475"/>
                </a:lnTo>
                <a:lnTo>
                  <a:pt x="1938" y="1498"/>
                </a:lnTo>
                <a:lnTo>
                  <a:pt x="1920" y="1518"/>
                </a:lnTo>
                <a:lnTo>
                  <a:pt x="1901" y="1539"/>
                </a:lnTo>
                <a:lnTo>
                  <a:pt x="1881" y="1559"/>
                </a:lnTo>
                <a:lnTo>
                  <a:pt x="1859" y="1580"/>
                </a:lnTo>
                <a:lnTo>
                  <a:pt x="1835" y="1607"/>
                </a:lnTo>
                <a:lnTo>
                  <a:pt x="1811" y="1637"/>
                </a:lnTo>
                <a:lnTo>
                  <a:pt x="1786" y="1671"/>
                </a:lnTo>
                <a:lnTo>
                  <a:pt x="1762" y="1704"/>
                </a:lnTo>
                <a:lnTo>
                  <a:pt x="1738" y="1734"/>
                </a:lnTo>
                <a:lnTo>
                  <a:pt x="1717" y="1760"/>
                </a:lnTo>
                <a:lnTo>
                  <a:pt x="1697" y="1779"/>
                </a:lnTo>
                <a:lnTo>
                  <a:pt x="1669" y="1799"/>
                </a:lnTo>
                <a:lnTo>
                  <a:pt x="1651" y="1814"/>
                </a:lnTo>
                <a:lnTo>
                  <a:pt x="1638" y="1823"/>
                </a:lnTo>
                <a:lnTo>
                  <a:pt x="1629" y="1830"/>
                </a:lnTo>
                <a:lnTo>
                  <a:pt x="1618" y="1836"/>
                </a:lnTo>
                <a:lnTo>
                  <a:pt x="1607" y="1846"/>
                </a:lnTo>
                <a:lnTo>
                  <a:pt x="1593" y="1859"/>
                </a:lnTo>
                <a:lnTo>
                  <a:pt x="1571" y="1880"/>
                </a:lnTo>
                <a:lnTo>
                  <a:pt x="1550" y="1913"/>
                </a:lnTo>
                <a:lnTo>
                  <a:pt x="1531" y="1947"/>
                </a:lnTo>
                <a:lnTo>
                  <a:pt x="1514" y="1983"/>
                </a:lnTo>
                <a:lnTo>
                  <a:pt x="1499" y="2021"/>
                </a:lnTo>
                <a:lnTo>
                  <a:pt x="1482" y="2057"/>
                </a:lnTo>
                <a:lnTo>
                  <a:pt x="1466" y="2093"/>
                </a:lnTo>
                <a:lnTo>
                  <a:pt x="1452" y="2128"/>
                </a:lnTo>
                <a:lnTo>
                  <a:pt x="1435" y="2161"/>
                </a:lnTo>
                <a:lnTo>
                  <a:pt x="1420" y="2132"/>
                </a:lnTo>
                <a:lnTo>
                  <a:pt x="1402" y="2104"/>
                </a:lnTo>
                <a:lnTo>
                  <a:pt x="1383" y="2075"/>
                </a:lnTo>
                <a:lnTo>
                  <a:pt x="1363" y="2046"/>
                </a:lnTo>
                <a:lnTo>
                  <a:pt x="1340" y="2018"/>
                </a:lnTo>
                <a:lnTo>
                  <a:pt x="1319" y="1989"/>
                </a:lnTo>
                <a:lnTo>
                  <a:pt x="1296" y="1961"/>
                </a:lnTo>
                <a:lnTo>
                  <a:pt x="1274" y="1933"/>
                </a:lnTo>
                <a:lnTo>
                  <a:pt x="1251" y="1903"/>
                </a:lnTo>
                <a:lnTo>
                  <a:pt x="1230" y="1874"/>
                </a:lnTo>
                <a:lnTo>
                  <a:pt x="1210" y="1847"/>
                </a:lnTo>
                <a:lnTo>
                  <a:pt x="1192" y="1818"/>
                </a:lnTo>
                <a:lnTo>
                  <a:pt x="1175" y="1789"/>
                </a:lnTo>
                <a:lnTo>
                  <a:pt x="1159" y="1761"/>
                </a:lnTo>
                <a:lnTo>
                  <a:pt x="1146" y="1732"/>
                </a:lnTo>
                <a:lnTo>
                  <a:pt x="1137" y="1705"/>
                </a:lnTo>
                <a:lnTo>
                  <a:pt x="1121" y="1665"/>
                </a:lnTo>
                <a:lnTo>
                  <a:pt x="1105" y="1624"/>
                </a:lnTo>
                <a:lnTo>
                  <a:pt x="1087" y="1580"/>
                </a:lnTo>
                <a:lnTo>
                  <a:pt x="1068" y="1537"/>
                </a:lnTo>
                <a:lnTo>
                  <a:pt x="1050" y="1493"/>
                </a:lnTo>
                <a:lnTo>
                  <a:pt x="1032" y="1449"/>
                </a:lnTo>
                <a:lnTo>
                  <a:pt x="1016" y="1407"/>
                </a:lnTo>
                <a:lnTo>
                  <a:pt x="1003" y="1367"/>
                </a:lnTo>
                <a:lnTo>
                  <a:pt x="979" y="1376"/>
                </a:lnTo>
                <a:lnTo>
                  <a:pt x="958" y="1386"/>
                </a:lnTo>
                <a:lnTo>
                  <a:pt x="935" y="1394"/>
                </a:lnTo>
                <a:lnTo>
                  <a:pt x="914" y="1403"/>
                </a:lnTo>
                <a:lnTo>
                  <a:pt x="891" y="1411"/>
                </a:lnTo>
                <a:lnTo>
                  <a:pt x="870" y="1418"/>
                </a:lnTo>
                <a:lnTo>
                  <a:pt x="847" y="1426"/>
                </a:lnTo>
                <a:lnTo>
                  <a:pt x="825" y="1435"/>
                </a:lnTo>
                <a:lnTo>
                  <a:pt x="808" y="1443"/>
                </a:lnTo>
                <a:lnTo>
                  <a:pt x="790" y="1450"/>
                </a:lnTo>
                <a:lnTo>
                  <a:pt x="773" y="1459"/>
                </a:lnTo>
                <a:lnTo>
                  <a:pt x="755" y="1467"/>
                </a:lnTo>
                <a:lnTo>
                  <a:pt x="738" y="1475"/>
                </a:lnTo>
                <a:lnTo>
                  <a:pt x="721" y="1484"/>
                </a:lnTo>
                <a:lnTo>
                  <a:pt x="704" y="1491"/>
                </a:lnTo>
                <a:lnTo>
                  <a:pt x="687" y="1499"/>
                </a:lnTo>
                <a:lnTo>
                  <a:pt x="669" y="1507"/>
                </a:lnTo>
                <a:lnTo>
                  <a:pt x="652" y="1515"/>
                </a:lnTo>
                <a:lnTo>
                  <a:pt x="636" y="1522"/>
                </a:lnTo>
                <a:lnTo>
                  <a:pt x="619" y="1531"/>
                </a:lnTo>
                <a:lnTo>
                  <a:pt x="602" y="1537"/>
                </a:lnTo>
                <a:lnTo>
                  <a:pt x="586" y="1546"/>
                </a:lnTo>
                <a:lnTo>
                  <a:pt x="569" y="1553"/>
                </a:lnTo>
                <a:lnTo>
                  <a:pt x="553" y="1561"/>
                </a:lnTo>
                <a:lnTo>
                  <a:pt x="550" y="1561"/>
                </a:lnTo>
                <a:lnTo>
                  <a:pt x="541" y="1561"/>
                </a:lnTo>
                <a:lnTo>
                  <a:pt x="527" y="1563"/>
                </a:lnTo>
                <a:lnTo>
                  <a:pt x="511" y="1567"/>
                </a:lnTo>
                <a:lnTo>
                  <a:pt x="491" y="1571"/>
                </a:lnTo>
                <a:lnTo>
                  <a:pt x="469" y="1577"/>
                </a:lnTo>
                <a:lnTo>
                  <a:pt x="445" y="1585"/>
                </a:lnTo>
                <a:lnTo>
                  <a:pt x="421" y="1592"/>
                </a:lnTo>
                <a:lnTo>
                  <a:pt x="396" y="1598"/>
                </a:lnTo>
                <a:lnTo>
                  <a:pt x="373" y="1605"/>
                </a:lnTo>
                <a:lnTo>
                  <a:pt x="351" y="1612"/>
                </a:lnTo>
                <a:lnTo>
                  <a:pt x="333" y="1616"/>
                </a:lnTo>
                <a:lnTo>
                  <a:pt x="315" y="1620"/>
                </a:lnTo>
                <a:lnTo>
                  <a:pt x="304" y="1624"/>
                </a:lnTo>
                <a:lnTo>
                  <a:pt x="297" y="1624"/>
                </a:lnTo>
                <a:lnTo>
                  <a:pt x="294" y="1622"/>
                </a:lnTo>
                <a:lnTo>
                  <a:pt x="275" y="1633"/>
                </a:lnTo>
                <a:lnTo>
                  <a:pt x="256" y="1643"/>
                </a:lnTo>
                <a:lnTo>
                  <a:pt x="237" y="1654"/>
                </a:lnTo>
                <a:lnTo>
                  <a:pt x="219" y="1665"/>
                </a:lnTo>
                <a:lnTo>
                  <a:pt x="199" y="1675"/>
                </a:lnTo>
                <a:lnTo>
                  <a:pt x="180" y="1685"/>
                </a:lnTo>
                <a:lnTo>
                  <a:pt x="161" y="1696"/>
                </a:lnTo>
                <a:lnTo>
                  <a:pt x="143" y="1707"/>
                </a:lnTo>
                <a:lnTo>
                  <a:pt x="124" y="1718"/>
                </a:lnTo>
                <a:lnTo>
                  <a:pt x="106" y="1729"/>
                </a:lnTo>
                <a:lnTo>
                  <a:pt x="87" y="1739"/>
                </a:lnTo>
                <a:lnTo>
                  <a:pt x="70" y="1750"/>
                </a:lnTo>
                <a:lnTo>
                  <a:pt x="53" y="1760"/>
                </a:lnTo>
                <a:lnTo>
                  <a:pt x="35" y="1771"/>
                </a:lnTo>
                <a:lnTo>
                  <a:pt x="18" y="1781"/>
                </a:lnTo>
                <a:lnTo>
                  <a:pt x="0" y="1792"/>
                </a:lnTo>
                <a:close/>
              </a:path>
            </a:pathLst>
          </a:custGeom>
          <a:solidFill>
            <a:srgbClr val="ED7D31"/>
          </a:solidFill>
          <a:ln w="19050">
            <a:solidFill>
              <a:sysClr val="window" lastClr="FFFFFF"/>
            </a:solidFill>
            <a:round/>
            <a:headEnd/>
            <a:tailEnd/>
          </a:ln>
          <a:effectLst/>
        </p:spPr>
        <p:txBody>
          <a:bodyPr lIns="83986" tIns="41993" rIns="83986" bIns="41993"/>
          <a:lstStyle/>
          <a:p>
            <a:pPr marL="0" marR="0" lvl="0" indent="0" algn="l" defTabSz="957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  <a:cs typeface="Arial" pitchFamily="34" charset="0"/>
              <a:sym typeface="나눔고딕"/>
            </a:endParaRPr>
          </a:p>
        </p:txBody>
      </p:sp>
      <p:sp>
        <p:nvSpPr>
          <p:cNvPr id="133" name="Rectangle: Rounded Corners 50">
            <a:extLst>
              <a:ext uri="{FF2B5EF4-FFF2-40B4-BE49-F238E27FC236}">
                <a16:creationId xmlns:a16="http://schemas.microsoft.com/office/drawing/2014/main" id="{AA31C3DD-907F-91D4-F19D-F923CEAA245A}"/>
              </a:ext>
            </a:extLst>
          </p:cNvPr>
          <p:cNvSpPr/>
          <p:nvPr/>
        </p:nvSpPr>
        <p:spPr>
          <a:xfrm>
            <a:off x="8575011" y="2191450"/>
            <a:ext cx="1200759" cy="712944"/>
          </a:xfrm>
          <a:prstGeom prst="round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200" b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</a:rPr>
              <a:t>금융분야 </a:t>
            </a:r>
            <a:endParaRPr lang="en-US" altLang="ko-KR" sz="1200" b="1" spc="-7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latin typeface="+mn-ea"/>
            </a:endParaRPr>
          </a:p>
          <a:p>
            <a:pPr algn="ctr"/>
            <a:r>
              <a:rPr lang="en-US" altLang="ko-KR" sz="1200" b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</a:rPr>
              <a:t>AI </a:t>
            </a:r>
            <a:r>
              <a:rPr lang="ko-KR" altLang="en-US" sz="1200" b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</a:rPr>
              <a:t>가이드라인</a:t>
            </a:r>
            <a:r>
              <a:rPr lang="en-US" altLang="ko-KR" sz="1200" b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</a:rPr>
              <a:t>(</a:t>
            </a:r>
            <a:r>
              <a:rPr lang="ko-KR" altLang="en-US" sz="1200" b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</a:rPr>
              <a:t>안</a:t>
            </a:r>
            <a:r>
              <a:rPr lang="en-US" altLang="ko-KR" sz="1200" b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</a:rPr>
              <a:t>)</a:t>
            </a:r>
            <a:r>
              <a:rPr lang="ko-KR" altLang="en-US" sz="1200" b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</a:rPr>
              <a:t> 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3CC6CC0-D89A-0155-3AF4-CF1681935E1D}"/>
              </a:ext>
            </a:extLst>
          </p:cNvPr>
          <p:cNvGrpSpPr/>
          <p:nvPr/>
        </p:nvGrpSpPr>
        <p:grpSpPr>
          <a:xfrm>
            <a:off x="8964611" y="3849094"/>
            <a:ext cx="421559" cy="488148"/>
            <a:chOff x="8972010" y="3969076"/>
            <a:chExt cx="421559" cy="488148"/>
          </a:xfrm>
        </p:grpSpPr>
        <p:sp>
          <p:nvSpPr>
            <p:cNvPr id="32" name="Oval 40">
              <a:extLst>
                <a:ext uri="{FF2B5EF4-FFF2-40B4-BE49-F238E27FC236}">
                  <a16:creationId xmlns:a16="http://schemas.microsoft.com/office/drawing/2014/main" id="{CDDBFD56-D451-AA52-1572-7391B3118C3C}"/>
                </a:ext>
              </a:extLst>
            </p:cNvPr>
            <p:cNvSpPr/>
            <p:nvPr/>
          </p:nvSpPr>
          <p:spPr>
            <a:xfrm>
              <a:off x="9092789" y="4277224"/>
              <a:ext cx="180000" cy="180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7F7F7F"/>
              </a:solidFill>
            </a:ln>
            <a:effectLst>
              <a:glow rad="50800">
                <a:schemeClr val="accent1">
                  <a:alpha val="40000"/>
                </a:schemeClr>
              </a:glow>
            </a:effectLst>
          </p:spPr>
          <p:txBody>
            <a:bodyPr wrap="non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ADF1D82-2B19-C3C1-13BB-4B5AFA4BD5ED}"/>
                </a:ext>
              </a:extLst>
            </p:cNvPr>
            <p:cNvSpPr txBox="1"/>
            <p:nvPr/>
          </p:nvSpPr>
          <p:spPr>
            <a:xfrm>
              <a:off x="8972010" y="3969076"/>
              <a:ext cx="421559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>
                  <a:ln>
                    <a:solidFill>
                      <a:srgbClr val="3E8AF7">
                        <a:alpha val="0"/>
                      </a:srgbClr>
                    </a:solidFill>
                  </a:ln>
                  <a:solidFill>
                    <a:srgbClr val="2E2E38"/>
                  </a:solidFill>
                  <a:effectLst/>
                  <a:uLnTx/>
                  <a:uFillTx/>
                  <a:latin typeface="+mn-ea"/>
                  <a:cs typeface="+mn-cs"/>
                </a:rPr>
                <a:t>’25.12</a:t>
              </a:r>
              <a:endParaRPr kumimoji="0" lang="ko-KR" altLang="en-US" sz="1000" b="1" i="0" u="none" strike="noStrike" kern="1200" cap="none" spc="0" normalizeH="0" baseline="0" noProof="0">
                <a:ln>
                  <a:solidFill>
                    <a:srgbClr val="3E8AF7">
                      <a:alpha val="0"/>
                    </a:srgbClr>
                  </a:solidFill>
                </a:ln>
                <a:solidFill>
                  <a:srgbClr val="2E2E38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</p:grpSp>
      <p:cxnSp>
        <p:nvCxnSpPr>
          <p:cNvPr id="34" name="Straight Arrow Connector 70">
            <a:extLst>
              <a:ext uri="{FF2B5EF4-FFF2-40B4-BE49-F238E27FC236}">
                <a16:creationId xmlns:a16="http://schemas.microsoft.com/office/drawing/2014/main" id="{B7C404DE-4FD7-1117-E654-0A4E6E3E86B9}"/>
              </a:ext>
            </a:extLst>
          </p:cNvPr>
          <p:cNvCxnSpPr>
            <a:cxnSpLocks/>
            <a:stCxn id="133" idx="2"/>
            <a:endCxn id="33" idx="0"/>
          </p:cNvCxnSpPr>
          <p:nvPr/>
        </p:nvCxnSpPr>
        <p:spPr>
          <a:xfrm>
            <a:off x="9175391" y="2904394"/>
            <a:ext cx="0" cy="94470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157B2D3-B93E-9387-902F-CE77DCB99ACE}"/>
              </a:ext>
            </a:extLst>
          </p:cNvPr>
          <p:cNvGrpSpPr/>
          <p:nvPr/>
        </p:nvGrpSpPr>
        <p:grpSpPr>
          <a:xfrm>
            <a:off x="9739243" y="3849094"/>
            <a:ext cx="421559" cy="488148"/>
            <a:chOff x="8972010" y="3969076"/>
            <a:chExt cx="421559" cy="488148"/>
          </a:xfrm>
        </p:grpSpPr>
        <p:sp>
          <p:nvSpPr>
            <p:cNvPr id="48" name="Oval 40">
              <a:extLst>
                <a:ext uri="{FF2B5EF4-FFF2-40B4-BE49-F238E27FC236}">
                  <a16:creationId xmlns:a16="http://schemas.microsoft.com/office/drawing/2014/main" id="{FAD283F2-0972-E350-5D3C-39D09F04DAF7}"/>
                </a:ext>
              </a:extLst>
            </p:cNvPr>
            <p:cNvSpPr/>
            <p:nvPr/>
          </p:nvSpPr>
          <p:spPr>
            <a:xfrm>
              <a:off x="9092789" y="4277224"/>
              <a:ext cx="180000" cy="180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7F7F7F"/>
              </a:solidFill>
            </a:ln>
            <a:effectLst>
              <a:glow rad="50800">
                <a:schemeClr val="accent1">
                  <a:alpha val="40000"/>
                </a:schemeClr>
              </a:glow>
            </a:effectLst>
          </p:spPr>
          <p:txBody>
            <a:bodyPr wrap="non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E2BBE59-BDF4-3968-A723-CAD457889493}"/>
                </a:ext>
              </a:extLst>
            </p:cNvPr>
            <p:cNvSpPr txBox="1"/>
            <p:nvPr/>
          </p:nvSpPr>
          <p:spPr>
            <a:xfrm>
              <a:off x="8972010" y="3969076"/>
              <a:ext cx="421559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>
                  <a:ln>
                    <a:solidFill>
                      <a:srgbClr val="3E8AF7">
                        <a:alpha val="0"/>
                      </a:srgbClr>
                    </a:solidFill>
                  </a:ln>
                  <a:solidFill>
                    <a:srgbClr val="2E2E38"/>
                  </a:solidFill>
                  <a:effectLst/>
                  <a:uLnTx/>
                  <a:uFillTx/>
                  <a:latin typeface="+mn-ea"/>
                  <a:cs typeface="+mn-cs"/>
                </a:rPr>
                <a:t>’26.1</a:t>
              </a:r>
              <a:endParaRPr kumimoji="0" lang="ko-KR" altLang="en-US" sz="1000" b="1" i="0" u="none" strike="noStrike" kern="1200" cap="none" spc="0" normalizeH="0" baseline="0" noProof="0">
                <a:ln>
                  <a:solidFill>
                    <a:srgbClr val="3E8AF7">
                      <a:alpha val="0"/>
                    </a:srgbClr>
                  </a:solidFill>
                </a:ln>
                <a:solidFill>
                  <a:srgbClr val="2E2E38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</p:grpSp>
      <p:sp>
        <p:nvSpPr>
          <p:cNvPr id="50" name="Rectangle: Rounded Corners 50">
            <a:extLst>
              <a:ext uri="{FF2B5EF4-FFF2-40B4-BE49-F238E27FC236}">
                <a16:creationId xmlns:a16="http://schemas.microsoft.com/office/drawing/2014/main" id="{8DEDB1C6-EA90-445C-6589-B90983E96F79}"/>
              </a:ext>
            </a:extLst>
          </p:cNvPr>
          <p:cNvSpPr/>
          <p:nvPr/>
        </p:nvSpPr>
        <p:spPr>
          <a:xfrm>
            <a:off x="9098181" y="5003260"/>
            <a:ext cx="1703682" cy="712944"/>
          </a:xfrm>
          <a:prstGeom prst="round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200" b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</a:rPr>
              <a:t>금융분야 </a:t>
            </a:r>
            <a:endParaRPr lang="en-US" altLang="ko-KR" sz="1200" b="1" spc="-7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latin typeface="+mn-ea"/>
            </a:endParaRPr>
          </a:p>
          <a:p>
            <a:pPr algn="ctr"/>
            <a:r>
              <a:rPr lang="en-US" altLang="ko-KR" sz="1200" b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</a:rPr>
              <a:t>AI </a:t>
            </a:r>
            <a:r>
              <a:rPr lang="ko-KR" altLang="en-US" sz="1200" b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</a:rPr>
              <a:t>위험관리 프레임워크</a:t>
            </a:r>
            <a:br>
              <a:rPr lang="en-US" altLang="ko-KR" sz="1200" b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</a:rPr>
            </a:br>
            <a:r>
              <a:rPr lang="en-US" altLang="ko-KR" sz="1200" b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</a:rPr>
              <a:t>(AI RMF)</a:t>
            </a:r>
            <a:endParaRPr lang="ko-KR" altLang="en-US" sz="1200" b="1" spc="-7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latin typeface="+mn-ea"/>
            </a:endParaRPr>
          </a:p>
        </p:txBody>
      </p:sp>
      <p:cxnSp>
        <p:nvCxnSpPr>
          <p:cNvPr id="51" name="Straight Arrow Connector 70">
            <a:extLst>
              <a:ext uri="{FF2B5EF4-FFF2-40B4-BE49-F238E27FC236}">
                <a16:creationId xmlns:a16="http://schemas.microsoft.com/office/drawing/2014/main" id="{AF7A1E92-3258-F9AB-199E-E6FCFAD36D38}"/>
              </a:ext>
            </a:extLst>
          </p:cNvPr>
          <p:cNvCxnSpPr>
            <a:cxnSpLocks/>
            <a:stCxn id="50" idx="0"/>
          </p:cNvCxnSpPr>
          <p:nvPr/>
        </p:nvCxnSpPr>
        <p:spPr>
          <a:xfrm flipV="1">
            <a:off x="9950022" y="4337242"/>
            <a:ext cx="0" cy="66601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865DA2AF-F2F8-B64F-7E65-C32C8B6601FE}"/>
              </a:ext>
            </a:extLst>
          </p:cNvPr>
          <p:cNvCxnSpPr>
            <a:cxnSpLocks/>
            <a:stCxn id="116" idx="2"/>
          </p:cNvCxnSpPr>
          <p:nvPr/>
        </p:nvCxnSpPr>
        <p:spPr>
          <a:xfrm rot="5400000">
            <a:off x="5562545" y="2263182"/>
            <a:ext cx="103698" cy="1386120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CCE2A573-4041-E8CC-CA8E-AB9873ECF5F9}"/>
              </a:ext>
            </a:extLst>
          </p:cNvPr>
          <p:cNvCxnSpPr>
            <a:cxnSpLocks/>
          </p:cNvCxnSpPr>
          <p:nvPr/>
        </p:nvCxnSpPr>
        <p:spPr>
          <a:xfrm rot="16200000" flipV="1">
            <a:off x="5562545" y="2366880"/>
            <a:ext cx="103698" cy="1386120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51D0FE82-8F41-E717-243C-6F97EF0ADAC7}"/>
              </a:ext>
            </a:extLst>
          </p:cNvPr>
          <p:cNvCxnSpPr>
            <a:cxnSpLocks/>
          </p:cNvCxnSpPr>
          <p:nvPr/>
        </p:nvCxnSpPr>
        <p:spPr>
          <a:xfrm rot="5400000">
            <a:off x="6952875" y="2263182"/>
            <a:ext cx="103698" cy="1386120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Connector: Elbow 77">
            <a:extLst>
              <a:ext uri="{FF2B5EF4-FFF2-40B4-BE49-F238E27FC236}">
                <a16:creationId xmlns:a16="http://schemas.microsoft.com/office/drawing/2014/main" id="{17A59F62-E575-E163-835F-7A395387E8EA}"/>
              </a:ext>
            </a:extLst>
          </p:cNvPr>
          <p:cNvCxnSpPr>
            <a:cxnSpLocks/>
          </p:cNvCxnSpPr>
          <p:nvPr/>
        </p:nvCxnSpPr>
        <p:spPr>
          <a:xfrm rot="16200000" flipV="1">
            <a:off x="6952875" y="2366880"/>
            <a:ext cx="103698" cy="1386120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0E76045E-9E06-1660-9D98-06E4DB22706B}"/>
              </a:ext>
            </a:extLst>
          </p:cNvPr>
          <p:cNvCxnSpPr>
            <a:stCxn id="117" idx="3"/>
            <a:endCxn id="118" idx="1"/>
          </p:cNvCxnSpPr>
          <p:nvPr/>
        </p:nvCxnSpPr>
        <p:spPr>
          <a:xfrm>
            <a:off x="5570979" y="5359732"/>
            <a:ext cx="8683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: Rounded Corners 50">
            <a:extLst>
              <a:ext uri="{FF2B5EF4-FFF2-40B4-BE49-F238E27FC236}">
                <a16:creationId xmlns:a16="http://schemas.microsoft.com/office/drawing/2014/main" id="{DF53CFE0-20B6-40E8-3D42-87937C23AF69}"/>
              </a:ext>
            </a:extLst>
          </p:cNvPr>
          <p:cNvSpPr/>
          <p:nvPr/>
        </p:nvSpPr>
        <p:spPr>
          <a:xfrm>
            <a:off x="4874656" y="3800484"/>
            <a:ext cx="1650101" cy="357044"/>
          </a:xfrm>
          <a:prstGeom prst="rect">
            <a:avLst/>
          </a:prstGeom>
          <a:noFill/>
          <a:ln w="19050">
            <a:noFill/>
            <a:prstDash val="dash"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50" b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ED7D3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AI</a:t>
            </a:r>
            <a:r>
              <a:rPr lang="ko-KR" altLang="en-US" sz="1050" b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ED7D3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기본법 하위법령집</a:t>
            </a:r>
            <a:endParaRPr kumimoji="0" lang="ko-KR" altLang="en-US" sz="1050" b="1" i="0" u="none" strike="noStrike" kern="1200" cap="none" spc="-7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ED7D31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5EACFAC-5A92-3F98-918C-D059A408F4F0}"/>
              </a:ext>
            </a:extLst>
          </p:cNvPr>
          <p:cNvSpPr/>
          <p:nvPr/>
        </p:nvSpPr>
        <p:spPr>
          <a:xfrm>
            <a:off x="10473470" y="1454139"/>
            <a:ext cx="1310542" cy="2096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</a:rPr>
              <a:t>과학기술정보통신부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465A0EA-F2AB-B3C6-0229-3B69D32F750A}"/>
              </a:ext>
            </a:extLst>
          </p:cNvPr>
          <p:cNvSpPr/>
          <p:nvPr/>
        </p:nvSpPr>
        <p:spPr>
          <a:xfrm>
            <a:off x="9719783" y="1454139"/>
            <a:ext cx="739767" cy="2096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/>
            <a:r>
              <a:rPr lang="ko-KR" altLang="en-US" sz="1000">
                <a:solidFill>
                  <a:schemeClr val="tx1"/>
                </a:solidFill>
              </a:rPr>
              <a:t>소관부서</a:t>
            </a:r>
            <a:r>
              <a:rPr lang="en-US" altLang="ko-KR" sz="1000">
                <a:solidFill>
                  <a:schemeClr val="tx1"/>
                </a:solidFill>
              </a:rPr>
              <a:t>:</a:t>
            </a:r>
            <a:endParaRPr lang="ko-KR" alt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5304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F76C4C6-E46F-B196-D78C-068C535452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II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．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AI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거버넌스 컨설팅 추진 내역</a:t>
            </a:r>
            <a:endParaRPr lang="en-US" altLang="ko-KR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2B6F27E-7E8F-C84E-B1E8-DC670F8CD89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ko-KR" altLang="en-US"/>
              <a:t>본 사업 추진 개요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2BEC55F-BD95-9515-49BA-2BCEAE6ACBA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인공지능기본법</a:t>
            </a:r>
            <a:r>
              <a:rPr lang="en-US" altLang="ko-KR"/>
              <a:t> </a:t>
            </a:r>
            <a:r>
              <a:rPr lang="ko-KR" altLang="en-US"/>
              <a:t>및 시행령</a:t>
            </a:r>
            <a:r>
              <a:rPr lang="en-US" altLang="ko-KR"/>
              <a:t>, </a:t>
            </a:r>
            <a:r>
              <a:rPr lang="ko-KR" altLang="en-US"/>
              <a:t>관련 가이드라인</a:t>
            </a:r>
            <a:r>
              <a:rPr lang="en-US" altLang="ko-KR"/>
              <a:t> </a:t>
            </a:r>
            <a:r>
              <a:rPr lang="ko-KR" altLang="en-US"/>
              <a:t>등 규제에 적합한 </a:t>
            </a:r>
            <a:r>
              <a:rPr lang="en-US" altLang="ko-KR"/>
              <a:t>AI </a:t>
            </a:r>
            <a:r>
              <a:rPr lang="ko-KR" altLang="en-US"/>
              <a:t>위험관리 규정 및 지침 수립을 통해 </a:t>
            </a:r>
            <a:r>
              <a:rPr lang="en-US" altLang="ko-KR"/>
              <a:t>AI </a:t>
            </a:r>
            <a:r>
              <a:rPr lang="ko-KR" altLang="en-US"/>
              <a:t>서비스 위험관리체계를 마련함</a:t>
            </a:r>
          </a:p>
        </p:txBody>
      </p:sp>
      <p:sp>
        <p:nvSpPr>
          <p:cNvPr id="8" name="사각형: 둥근 모서리 20">
            <a:extLst>
              <a:ext uri="{FF2B5EF4-FFF2-40B4-BE49-F238E27FC236}">
                <a16:creationId xmlns:a16="http://schemas.microsoft.com/office/drawing/2014/main" id="{D2F5BFC3-0004-C7A2-3555-A4B59F43CB1C}"/>
              </a:ext>
            </a:extLst>
          </p:cNvPr>
          <p:cNvSpPr/>
          <p:nvPr/>
        </p:nvSpPr>
        <p:spPr>
          <a:xfrm>
            <a:off x="6987540" y="1772687"/>
            <a:ext cx="4904423" cy="325410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프로젝트 범위</a:t>
            </a:r>
            <a:endParaRPr lang="en" altLang="ko-KR" sz="1200" b="1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16" name="사각형: 둥근 모서리 20">
            <a:extLst>
              <a:ext uri="{FF2B5EF4-FFF2-40B4-BE49-F238E27FC236}">
                <a16:creationId xmlns:a16="http://schemas.microsoft.com/office/drawing/2014/main" id="{D1A89FD4-9F2E-28B2-5EBE-7F52CEF72034}"/>
              </a:ext>
            </a:extLst>
          </p:cNvPr>
          <p:cNvSpPr/>
          <p:nvPr/>
        </p:nvSpPr>
        <p:spPr>
          <a:xfrm>
            <a:off x="324596" y="1736725"/>
            <a:ext cx="1176233" cy="524434"/>
          </a:xfrm>
          <a:prstGeom prst="roundRect">
            <a:avLst>
              <a:gd name="adj" fmla="val 0"/>
            </a:avLst>
          </a:prstGeom>
          <a:solidFill>
            <a:srgbClr val="7F7F7F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400" b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+mn-ea"/>
              </a:rPr>
              <a:t>사업명</a:t>
            </a:r>
            <a:endParaRPr lang="en" altLang="ko-KR" sz="1400" b="1" spc="-7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sp>
        <p:nvSpPr>
          <p:cNvPr id="17" name="사각형: 둥근 모서리 20">
            <a:extLst>
              <a:ext uri="{FF2B5EF4-FFF2-40B4-BE49-F238E27FC236}">
                <a16:creationId xmlns:a16="http://schemas.microsoft.com/office/drawing/2014/main" id="{FBB779AB-8A1C-73F9-807C-C276797C0C04}"/>
              </a:ext>
            </a:extLst>
          </p:cNvPr>
          <p:cNvSpPr/>
          <p:nvPr/>
        </p:nvSpPr>
        <p:spPr>
          <a:xfrm>
            <a:off x="1552023" y="1736725"/>
            <a:ext cx="5196018" cy="524434"/>
          </a:xfrm>
          <a:prstGeom prst="roundRect">
            <a:avLst>
              <a:gd name="adj" fmla="val 0"/>
            </a:avLst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72000" tIns="0" rIns="72000" bIns="0" rtlCol="0" anchor="ctr"/>
          <a:lstStyle/>
          <a:p>
            <a:pPr defTabSz="914400"/>
            <a: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‘AI&amp;IT </a:t>
            </a:r>
            <a:r>
              <a:rPr lang="ko-KR" altLang="en-US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혁신 기반 확보를 위한 전사 클라우드 구축 사업</a:t>
            </a:r>
            <a: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’ - AI </a:t>
            </a:r>
            <a:r>
              <a:rPr lang="ko-KR" altLang="en-US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거버넌스 컨설팅</a:t>
            </a:r>
            <a:endParaRPr lang="en" altLang="ko-KR" sz="1200" b="1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5" name="사각형: 둥근 모서리 20">
            <a:extLst>
              <a:ext uri="{FF2B5EF4-FFF2-40B4-BE49-F238E27FC236}">
                <a16:creationId xmlns:a16="http://schemas.microsoft.com/office/drawing/2014/main" id="{8DD2859E-53C1-7F48-6D55-8199EA1A5A1F}"/>
              </a:ext>
            </a:extLst>
          </p:cNvPr>
          <p:cNvSpPr/>
          <p:nvPr/>
        </p:nvSpPr>
        <p:spPr>
          <a:xfrm>
            <a:off x="324596" y="2329003"/>
            <a:ext cx="1176233" cy="524434"/>
          </a:xfrm>
          <a:prstGeom prst="roundRect">
            <a:avLst>
              <a:gd name="adj" fmla="val 0"/>
            </a:avLst>
          </a:prstGeom>
          <a:solidFill>
            <a:srgbClr val="7F7F7F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400" b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+mn-ea"/>
              </a:rPr>
              <a:t>지향점</a:t>
            </a:r>
            <a:endParaRPr lang="en" altLang="ko-KR" sz="1400" b="1" spc="-7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사각형: 둥근 모서리 20">
            <a:extLst>
              <a:ext uri="{FF2B5EF4-FFF2-40B4-BE49-F238E27FC236}">
                <a16:creationId xmlns:a16="http://schemas.microsoft.com/office/drawing/2014/main" id="{3D450450-157A-CC6E-E582-3B7FDBB7AB54}"/>
              </a:ext>
            </a:extLst>
          </p:cNvPr>
          <p:cNvSpPr/>
          <p:nvPr/>
        </p:nvSpPr>
        <p:spPr>
          <a:xfrm>
            <a:off x="1552023" y="2329003"/>
            <a:ext cx="5196018" cy="524434"/>
          </a:xfrm>
          <a:prstGeom prst="roundRect">
            <a:avLst>
              <a:gd name="adj" fmla="val 0"/>
            </a:avLst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72000" tIns="0" rIns="72000" bIns="0" rtlCol="0" anchor="ctr"/>
          <a:lstStyle/>
          <a:p>
            <a:pPr defTabSz="914400"/>
            <a:r>
              <a:rPr lang="en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 </a:t>
            </a:r>
            <a:r>
              <a:rPr lang="ko-KR" altLang="en-US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거버넌스 실행 방안 수립</a:t>
            </a:r>
            <a:endParaRPr lang="en" altLang="ko-KR" sz="1200" b="1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9" name="사각형: 둥근 모서리 20">
            <a:extLst>
              <a:ext uri="{FF2B5EF4-FFF2-40B4-BE49-F238E27FC236}">
                <a16:creationId xmlns:a16="http://schemas.microsoft.com/office/drawing/2014/main" id="{CC9A8E7B-282A-5364-1E2F-D05F9A4E5D1B}"/>
              </a:ext>
            </a:extLst>
          </p:cNvPr>
          <p:cNvSpPr/>
          <p:nvPr/>
        </p:nvSpPr>
        <p:spPr>
          <a:xfrm>
            <a:off x="324596" y="2921281"/>
            <a:ext cx="1176233" cy="524434"/>
          </a:xfrm>
          <a:prstGeom prst="roundRect">
            <a:avLst>
              <a:gd name="adj" fmla="val 0"/>
            </a:avLst>
          </a:prstGeom>
          <a:solidFill>
            <a:srgbClr val="7F7F7F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400" b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+mn-ea"/>
              </a:rPr>
              <a:t>사업기간</a:t>
            </a:r>
            <a:endParaRPr lang="en" altLang="ko-KR" sz="1400" b="1" spc="-7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sp>
        <p:nvSpPr>
          <p:cNvPr id="10" name="사각형: 둥근 모서리 20">
            <a:extLst>
              <a:ext uri="{FF2B5EF4-FFF2-40B4-BE49-F238E27FC236}">
                <a16:creationId xmlns:a16="http://schemas.microsoft.com/office/drawing/2014/main" id="{9D271370-5CC0-2A1B-587A-1CD816ECD81E}"/>
              </a:ext>
            </a:extLst>
          </p:cNvPr>
          <p:cNvSpPr/>
          <p:nvPr/>
        </p:nvSpPr>
        <p:spPr>
          <a:xfrm>
            <a:off x="1552023" y="2921281"/>
            <a:ext cx="5196018" cy="524434"/>
          </a:xfrm>
          <a:prstGeom prst="roundRect">
            <a:avLst>
              <a:gd name="adj" fmla="val 0"/>
            </a:avLst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72000" tIns="0" rIns="72000" bIns="0" rtlCol="0" anchor="ctr"/>
          <a:lstStyle/>
          <a:p>
            <a:pPr defTabSz="914400"/>
            <a:r>
              <a:rPr lang="en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2025.11.01 ~ 2026.02.27 (16</a:t>
            </a:r>
            <a:r>
              <a:rPr lang="ko-KR" altLang="en-US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주</a:t>
            </a:r>
            <a: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) </a:t>
            </a:r>
          </a:p>
        </p:txBody>
      </p:sp>
      <p:sp>
        <p:nvSpPr>
          <p:cNvPr id="11" name="사각형: 둥근 모서리 20">
            <a:extLst>
              <a:ext uri="{FF2B5EF4-FFF2-40B4-BE49-F238E27FC236}">
                <a16:creationId xmlns:a16="http://schemas.microsoft.com/office/drawing/2014/main" id="{14D14C5A-8866-F35B-9C43-C1B7E7608740}"/>
              </a:ext>
            </a:extLst>
          </p:cNvPr>
          <p:cNvSpPr/>
          <p:nvPr/>
        </p:nvSpPr>
        <p:spPr>
          <a:xfrm>
            <a:off x="324596" y="3513559"/>
            <a:ext cx="1176233" cy="524434"/>
          </a:xfrm>
          <a:prstGeom prst="roundRect">
            <a:avLst>
              <a:gd name="adj" fmla="val 0"/>
            </a:avLst>
          </a:prstGeom>
          <a:solidFill>
            <a:srgbClr val="7F7F7F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400" b="1" spc="-7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+mn-ea"/>
              </a:rPr>
              <a:t>수행사</a:t>
            </a:r>
            <a:endParaRPr lang="en" altLang="ko-KR" sz="1400" b="1" spc="-7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sp>
        <p:nvSpPr>
          <p:cNvPr id="12" name="사각형: 둥근 모서리 20">
            <a:extLst>
              <a:ext uri="{FF2B5EF4-FFF2-40B4-BE49-F238E27FC236}">
                <a16:creationId xmlns:a16="http://schemas.microsoft.com/office/drawing/2014/main" id="{E54B05DC-518D-C092-1EA7-128C3003005D}"/>
              </a:ext>
            </a:extLst>
          </p:cNvPr>
          <p:cNvSpPr/>
          <p:nvPr/>
        </p:nvSpPr>
        <p:spPr>
          <a:xfrm>
            <a:off x="1552023" y="3513559"/>
            <a:ext cx="5196018" cy="524434"/>
          </a:xfrm>
          <a:prstGeom prst="roundRect">
            <a:avLst>
              <a:gd name="adj" fmla="val 0"/>
            </a:avLst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72000" tIns="0" rIns="72000" bIns="0" rtlCol="0" anchor="ctr"/>
          <a:lstStyle/>
          <a:p>
            <a:pPr defTabSz="914400"/>
            <a: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EY</a:t>
            </a:r>
            <a:r>
              <a:rPr lang="ko-KR" altLang="en-US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컨설팅 </a:t>
            </a:r>
            <a:endParaRPr lang="en" altLang="ko-KR" sz="1200" b="1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13" name="사각형: 둥근 모서리 20">
            <a:extLst>
              <a:ext uri="{FF2B5EF4-FFF2-40B4-BE49-F238E27FC236}">
                <a16:creationId xmlns:a16="http://schemas.microsoft.com/office/drawing/2014/main" id="{386DC304-D7D5-FFA8-5CB0-83D6020BCD48}"/>
              </a:ext>
            </a:extLst>
          </p:cNvPr>
          <p:cNvSpPr/>
          <p:nvPr/>
        </p:nvSpPr>
        <p:spPr>
          <a:xfrm>
            <a:off x="324596" y="4105835"/>
            <a:ext cx="1176233" cy="2418790"/>
          </a:xfrm>
          <a:prstGeom prst="roundRect">
            <a:avLst>
              <a:gd name="adj" fmla="val 0"/>
            </a:avLst>
          </a:prstGeom>
          <a:solidFill>
            <a:srgbClr val="7F7F7F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400" b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+mn-ea"/>
              </a:rPr>
              <a:t>공식산출물</a:t>
            </a:r>
            <a:endParaRPr lang="en" altLang="ko-KR" sz="1400" b="1" spc="-7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sp>
        <p:nvSpPr>
          <p:cNvPr id="14" name="사각형: 둥근 모서리 20">
            <a:extLst>
              <a:ext uri="{FF2B5EF4-FFF2-40B4-BE49-F238E27FC236}">
                <a16:creationId xmlns:a16="http://schemas.microsoft.com/office/drawing/2014/main" id="{39E38B57-C75F-24D1-95C8-B98A4781A82F}"/>
              </a:ext>
            </a:extLst>
          </p:cNvPr>
          <p:cNvSpPr/>
          <p:nvPr/>
        </p:nvSpPr>
        <p:spPr>
          <a:xfrm>
            <a:off x="1552023" y="4105835"/>
            <a:ext cx="5196018" cy="2418790"/>
          </a:xfrm>
          <a:prstGeom prst="roundRect">
            <a:avLst>
              <a:gd name="adj" fmla="val 0"/>
            </a:avLst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72000" tIns="0" rIns="72000" bIns="0" rtlCol="0" anchor="ctr"/>
          <a:lstStyle/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ko-KR" altLang="en-US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규정 및 지침</a:t>
            </a:r>
            <a:b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</a:br>
            <a: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- AI </a:t>
            </a:r>
            <a:r>
              <a:rPr lang="ko-KR" altLang="en-US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윤리기준</a:t>
            </a:r>
            <a:b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</a:br>
            <a: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- AI </a:t>
            </a:r>
            <a:r>
              <a:rPr lang="ko-KR" altLang="en-US" sz="1200" b="1" kern="0" spc="-50" err="1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거버넌스규정서</a:t>
            </a:r>
            <a:b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</a:br>
            <a: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- AI </a:t>
            </a:r>
            <a:r>
              <a:rPr lang="ko-KR" altLang="en-US" sz="1200" b="1" kern="0" spc="-50" err="1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거버넌스운영지침서</a:t>
            </a:r>
            <a:b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</a:br>
            <a: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- AI </a:t>
            </a:r>
            <a:r>
              <a:rPr lang="ko-KR" altLang="en-US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개발</a:t>
            </a:r>
            <a: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·</a:t>
            </a:r>
            <a:r>
              <a:rPr lang="ko-KR" altLang="en-US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운영지침서</a:t>
            </a:r>
            <a:b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</a:br>
            <a: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- </a:t>
            </a:r>
            <a:r>
              <a:rPr lang="en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 </a:t>
            </a:r>
            <a:r>
              <a:rPr lang="ko-KR" altLang="en-US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거버넌스 요건 매트릭스</a:t>
            </a:r>
            <a:endParaRPr lang="en-US" altLang="ko-KR" sz="1200" b="1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ko-KR" altLang="en-US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활용 도구 및 템플릿</a:t>
            </a:r>
            <a:b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</a:br>
            <a: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- </a:t>
            </a:r>
            <a:r>
              <a:rPr lang="en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 </a:t>
            </a:r>
            <a:r>
              <a:rPr lang="ko-KR" altLang="en-US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거버넌스 지원 템플릿</a:t>
            </a:r>
            <a: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r>
              <a:rPr lang="ko-KR" altLang="en-US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및 체크리스트 등</a:t>
            </a:r>
            <a: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r>
              <a:rPr lang="ko-KR" altLang="en-US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１５종 </a:t>
            </a:r>
            <a:endParaRPr lang="en-US" altLang="ko-KR" sz="1200" b="1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en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 </a:t>
            </a:r>
            <a:r>
              <a:rPr lang="ko-KR" altLang="en-US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위험 평가</a:t>
            </a:r>
            <a: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&amp;</a:t>
            </a:r>
            <a:r>
              <a:rPr lang="ko-KR" altLang="en-US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완화 방안</a:t>
            </a:r>
            <a:b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</a:br>
            <a: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- AI </a:t>
            </a:r>
            <a:r>
              <a:rPr lang="ko-KR" altLang="en-US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위험 평가</a:t>
            </a:r>
            <a: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&amp;</a:t>
            </a:r>
            <a:r>
              <a:rPr lang="ko-KR" altLang="en-US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완화 방안 및 시스템 구축 요건</a:t>
            </a:r>
            <a:b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</a:br>
            <a: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- </a:t>
            </a:r>
            <a:r>
              <a:rPr lang="en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 </a:t>
            </a:r>
            <a:r>
              <a:rPr lang="ko-KR" altLang="en-US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성능 품질 개선 및 고도화 방안　</a:t>
            </a:r>
            <a:endParaRPr lang="en" altLang="ko-KR" sz="1200" b="1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20" name="Rectangle: Rounded Corners 50">
            <a:extLst>
              <a:ext uri="{FF2B5EF4-FFF2-40B4-BE49-F238E27FC236}">
                <a16:creationId xmlns:a16="http://schemas.microsoft.com/office/drawing/2014/main" id="{88D07347-C899-FF49-07AF-CF587ECD472D}"/>
              </a:ext>
            </a:extLst>
          </p:cNvPr>
          <p:cNvSpPr/>
          <p:nvPr/>
        </p:nvSpPr>
        <p:spPr>
          <a:xfrm>
            <a:off x="6987540" y="2191450"/>
            <a:ext cx="1152000" cy="922140"/>
          </a:xfrm>
          <a:prstGeom prst="round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400" b="1" spc="-7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</a:rPr>
              <a:t>내외부</a:t>
            </a:r>
            <a:r>
              <a:rPr lang="ko-KR" altLang="en-US" sz="1400" b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</a:rPr>
              <a:t> 환경분석</a:t>
            </a:r>
          </a:p>
        </p:txBody>
      </p:sp>
      <p:sp>
        <p:nvSpPr>
          <p:cNvPr id="21" name="사각형: 둥근 모서리 21">
            <a:extLst>
              <a:ext uri="{FF2B5EF4-FFF2-40B4-BE49-F238E27FC236}">
                <a16:creationId xmlns:a16="http://schemas.microsoft.com/office/drawing/2014/main" id="{E58CC79E-4973-2AF1-09A7-B0E92D1C84D4}"/>
              </a:ext>
            </a:extLst>
          </p:cNvPr>
          <p:cNvSpPr/>
          <p:nvPr/>
        </p:nvSpPr>
        <p:spPr>
          <a:xfrm>
            <a:off x="8229019" y="2191450"/>
            <a:ext cx="3662944" cy="92214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txBody>
          <a:bodyPr lIns="72000" tIns="0" rIns="0" bIns="18000" rtlCol="0" anchor="ctr"/>
          <a:lstStyle/>
          <a:p>
            <a:pPr marL="171450" marR="0" lvl="0" indent="-17145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12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국내외 법제도</a:t>
            </a:r>
            <a:r>
              <a:rPr kumimoji="1" lang="en-US" altLang="ko-KR" sz="12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, </a:t>
            </a:r>
            <a:r>
              <a:rPr kumimoji="1" lang="ko-KR" altLang="en-US" sz="12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정부기관의 가이드라인 및 정책 등 최신 </a:t>
            </a:r>
            <a:r>
              <a:rPr kumimoji="1" lang="en-US" altLang="ko-KR" sz="12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1" lang="ko-KR" altLang="en-US" sz="12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규제 동향 분석</a:t>
            </a:r>
            <a:endParaRPr kumimoji="1" lang="en-US" altLang="ko-KR" sz="12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171450" marR="0" lvl="0" indent="-17145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ko-KR" sz="12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NIST, ISO,</a:t>
            </a:r>
            <a:r>
              <a:rPr kumimoji="1" lang="ko-KR" altLang="en-US" sz="12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 글로벌 </a:t>
            </a:r>
            <a:r>
              <a:rPr kumimoji="1" lang="ko-KR" altLang="en-US" sz="1200" kern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금융사</a:t>
            </a:r>
            <a:r>
              <a:rPr kumimoji="1" lang="ko-KR" altLang="en-US" sz="12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 벤치마킹 사례 등을 </a:t>
            </a:r>
            <a:r>
              <a:rPr kumimoji="1" lang="ko-KR" altLang="en-US" sz="1200" kern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미래에셋증권</a:t>
            </a:r>
            <a:r>
              <a:rPr kumimoji="1" lang="ko-KR" altLang="en-US" sz="12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 내부 현황에 맞게 적용 </a:t>
            </a:r>
            <a:endParaRPr kumimoji="1" lang="en" altLang="ko-KR" sz="12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4" name="Rectangle: Rounded Corners 50">
            <a:extLst>
              <a:ext uri="{FF2B5EF4-FFF2-40B4-BE49-F238E27FC236}">
                <a16:creationId xmlns:a16="http://schemas.microsoft.com/office/drawing/2014/main" id="{0B309820-B05D-7CD9-E288-3321249B2094}"/>
              </a:ext>
            </a:extLst>
          </p:cNvPr>
          <p:cNvSpPr/>
          <p:nvPr/>
        </p:nvSpPr>
        <p:spPr>
          <a:xfrm>
            <a:off x="6987540" y="3264127"/>
            <a:ext cx="1152000" cy="922140"/>
          </a:xfrm>
          <a:prstGeom prst="round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400" b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</a:rPr>
              <a:t>규정</a:t>
            </a:r>
            <a:r>
              <a:rPr lang="en-US" altLang="ko-KR" sz="1400" b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</a:rPr>
              <a:t> · </a:t>
            </a:r>
            <a:r>
              <a:rPr lang="ko-KR" altLang="en-US" sz="1400" b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</a:rPr>
              <a:t>지침　및 지원도구</a:t>
            </a:r>
            <a:endParaRPr lang="en-US" altLang="ko-KR" sz="1400" b="1" spc="-7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latin typeface="+mn-ea"/>
            </a:endParaRPr>
          </a:p>
          <a:p>
            <a:pPr algn="ctr"/>
            <a:r>
              <a:rPr lang="en-US" altLang="ko-KR" sz="105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</a:rPr>
              <a:t>(</a:t>
            </a:r>
            <a:r>
              <a:rPr lang="ko-KR" altLang="en-US" sz="105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</a:rPr>
              <a:t>템플릿</a:t>
            </a:r>
            <a:r>
              <a:rPr lang="en-US" altLang="ko-KR" sz="105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</a:rPr>
              <a:t>, </a:t>
            </a:r>
            <a:r>
              <a:rPr lang="ko-KR" altLang="en-US" sz="105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</a:rPr>
              <a:t>체크리스트 등</a:t>
            </a:r>
            <a:r>
              <a:rPr lang="en-US" altLang="ko-KR" sz="105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</a:rPr>
              <a:t>) </a:t>
            </a:r>
            <a:endParaRPr lang="ko-KR" altLang="en-US" b="1" spc="-7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latin typeface="+mn-ea"/>
            </a:endParaRPr>
          </a:p>
        </p:txBody>
      </p:sp>
      <p:sp>
        <p:nvSpPr>
          <p:cNvPr id="25" name="사각형: 둥근 모서리 21">
            <a:extLst>
              <a:ext uri="{FF2B5EF4-FFF2-40B4-BE49-F238E27FC236}">
                <a16:creationId xmlns:a16="http://schemas.microsoft.com/office/drawing/2014/main" id="{83113A52-7E79-8F31-9A4B-DFDDE73D5590}"/>
              </a:ext>
            </a:extLst>
          </p:cNvPr>
          <p:cNvSpPr/>
          <p:nvPr/>
        </p:nvSpPr>
        <p:spPr>
          <a:xfrm>
            <a:off x="8229019" y="3264127"/>
            <a:ext cx="3662944" cy="92214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txBody>
          <a:bodyPr lIns="72000" tIns="0" rIns="0" bIns="18000" rtlCol="0" anchor="ctr"/>
          <a:lstStyle/>
          <a:p>
            <a:pPr marL="171450" marR="0" lvl="0" indent="-17145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ko-KR" sz="12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 </a:t>
            </a:r>
            <a:r>
              <a:rPr kumimoji="1" lang="ko-KR" altLang="en-US" sz="12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서비스 위험 수준을 객관적으로 식별하고 평가하기 위한 운영안 마련</a:t>
            </a:r>
            <a:endParaRPr kumimoji="1" lang="en-US" altLang="ko-KR" sz="12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171450" marR="0" lvl="0" indent="-17145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ko-KR" sz="12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AI </a:t>
            </a:r>
            <a:r>
              <a:rPr kumimoji="1" lang="ko-KR" altLang="en-US" sz="12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위험관리를 위한</a:t>
            </a:r>
            <a:r>
              <a:rPr kumimoji="1" lang="en-US" altLang="ko-KR" sz="12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 AI </a:t>
            </a:r>
            <a:r>
              <a:rPr kumimoji="1" lang="ko-KR" altLang="en-US" sz="1200" kern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거버넌스운영지침</a:t>
            </a:r>
            <a:r>
              <a:rPr kumimoji="1" lang="en-US" altLang="ko-KR" sz="12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, AI </a:t>
            </a:r>
            <a:r>
              <a:rPr kumimoji="1" lang="ko-KR" altLang="en-US" sz="12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개발</a:t>
            </a:r>
            <a:r>
              <a:rPr kumimoji="1" lang="en-US" altLang="ko-KR" sz="12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·</a:t>
            </a:r>
            <a:r>
              <a:rPr kumimoji="1" lang="ko-KR" altLang="en-US" sz="12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운영지침 제공</a:t>
            </a:r>
            <a:endParaRPr kumimoji="1" lang="en" altLang="ko-KR" sz="12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7" name="Rectangle: Rounded Corners 50">
            <a:extLst>
              <a:ext uri="{FF2B5EF4-FFF2-40B4-BE49-F238E27FC236}">
                <a16:creationId xmlns:a16="http://schemas.microsoft.com/office/drawing/2014/main" id="{89D21E6F-ACE8-5C1C-AD44-AF4BF611683C}"/>
              </a:ext>
            </a:extLst>
          </p:cNvPr>
          <p:cNvSpPr/>
          <p:nvPr/>
        </p:nvSpPr>
        <p:spPr>
          <a:xfrm>
            <a:off x="6987540" y="4336804"/>
            <a:ext cx="1152000" cy="922140"/>
          </a:xfrm>
          <a:prstGeom prst="round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400" b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</a:rPr>
              <a:t> 평가</a:t>
            </a:r>
            <a:r>
              <a:rPr lang="en-US" altLang="ko-KR" sz="1400" b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</a:rPr>
              <a:t>·</a:t>
            </a:r>
            <a:r>
              <a:rPr lang="ko-KR" altLang="en-US" sz="1400" b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</a:rPr>
              <a:t>완화</a:t>
            </a:r>
            <a:r>
              <a:rPr lang="en-US" altLang="ko-KR" sz="1400" b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</a:rPr>
              <a:t> </a:t>
            </a:r>
            <a:r>
              <a:rPr lang="ko-KR" altLang="en-US" sz="1400" b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</a:rPr>
              <a:t>및 </a:t>
            </a:r>
            <a:r>
              <a:rPr lang="en-US" altLang="ko-KR" sz="1400" b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</a:rPr>
              <a:t> </a:t>
            </a:r>
            <a:r>
              <a:rPr lang="ko-KR" altLang="en-US" sz="1400" b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</a:rPr>
              <a:t>성능</a:t>
            </a:r>
            <a:r>
              <a:rPr lang="en-US" altLang="ko-KR" sz="1400" b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</a:rPr>
              <a:t>·</a:t>
            </a:r>
            <a:r>
              <a:rPr lang="ko-KR" altLang="en-US" sz="1400" b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</a:rPr>
              <a:t>고도화 방안 정의서 </a:t>
            </a:r>
          </a:p>
        </p:txBody>
      </p:sp>
      <p:sp>
        <p:nvSpPr>
          <p:cNvPr id="28" name="사각형: 둥근 모서리 21">
            <a:extLst>
              <a:ext uri="{FF2B5EF4-FFF2-40B4-BE49-F238E27FC236}">
                <a16:creationId xmlns:a16="http://schemas.microsoft.com/office/drawing/2014/main" id="{A6031AAE-27B8-F54A-1216-A8A4AE693B2F}"/>
              </a:ext>
            </a:extLst>
          </p:cNvPr>
          <p:cNvSpPr/>
          <p:nvPr/>
        </p:nvSpPr>
        <p:spPr>
          <a:xfrm>
            <a:off x="8229019" y="4336804"/>
            <a:ext cx="3662944" cy="92214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txBody>
          <a:bodyPr lIns="72000" tIns="0" rIns="0" bIns="18000" rtlCol="0" anchor="ctr"/>
          <a:lstStyle/>
          <a:p>
            <a:pPr marL="171450" marR="0" lvl="0" indent="-17145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12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실 기술관점에서 </a:t>
            </a:r>
            <a:r>
              <a:rPr kumimoji="1" lang="en-US" altLang="ko-KR" sz="12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 </a:t>
            </a:r>
            <a:r>
              <a:rPr kumimoji="1" lang="ko-KR" altLang="en-US" sz="12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위험 평가 방안 수립</a:t>
            </a:r>
          </a:p>
          <a:p>
            <a:pPr marL="171450" marR="0" lvl="0" indent="-17145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12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업무</a:t>
            </a:r>
            <a:r>
              <a:rPr kumimoji="1" lang="en-US" altLang="ko-KR" sz="12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/</a:t>
            </a:r>
            <a:r>
              <a:rPr kumimoji="1" lang="ko-KR" altLang="en-US" sz="12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기술</a:t>
            </a:r>
            <a:r>
              <a:rPr kumimoji="1" lang="en-US" altLang="ko-KR" sz="12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/</a:t>
            </a:r>
            <a:r>
              <a:rPr kumimoji="1" lang="ko-KR" altLang="en-US" sz="12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데이터 관점에서 모니터링을 통한 </a:t>
            </a:r>
            <a:r>
              <a:rPr kumimoji="1" lang="en-US" altLang="ko-KR" sz="12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 </a:t>
            </a:r>
            <a:r>
              <a:rPr kumimoji="1" lang="ko-KR" altLang="en-US" sz="12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성능 고도화 방안 수립</a:t>
            </a:r>
            <a:endParaRPr kumimoji="1" lang="en" altLang="ko-KR" sz="12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0" name="Rectangle: Rounded Corners 50">
            <a:extLst>
              <a:ext uri="{FF2B5EF4-FFF2-40B4-BE49-F238E27FC236}">
                <a16:creationId xmlns:a16="http://schemas.microsoft.com/office/drawing/2014/main" id="{91B5BF6A-C6E6-B76C-6557-1CC4F90C6DAF}"/>
              </a:ext>
            </a:extLst>
          </p:cNvPr>
          <p:cNvSpPr/>
          <p:nvPr/>
        </p:nvSpPr>
        <p:spPr>
          <a:xfrm>
            <a:off x="6987540" y="5409482"/>
            <a:ext cx="1152000" cy="922140"/>
          </a:xfrm>
          <a:prstGeom prst="roundRect">
            <a:avLst/>
          </a:prstGeom>
          <a:solidFill>
            <a:srgbClr val="ED7D31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400" b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</a:rPr>
              <a:t>구축 요건</a:t>
            </a:r>
          </a:p>
        </p:txBody>
      </p:sp>
      <p:sp>
        <p:nvSpPr>
          <p:cNvPr id="31" name="사각형: 둥근 모서리 21">
            <a:extLst>
              <a:ext uri="{FF2B5EF4-FFF2-40B4-BE49-F238E27FC236}">
                <a16:creationId xmlns:a16="http://schemas.microsoft.com/office/drawing/2014/main" id="{AC34A4C8-C541-F306-37F1-C1B583793AB4}"/>
              </a:ext>
            </a:extLst>
          </p:cNvPr>
          <p:cNvSpPr/>
          <p:nvPr/>
        </p:nvSpPr>
        <p:spPr>
          <a:xfrm>
            <a:off x="8229019" y="5409482"/>
            <a:ext cx="3662944" cy="92214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txBody>
          <a:bodyPr lIns="72000" tIns="0" rIns="0" bIns="18000" rtlCol="0" anchor="ctr"/>
          <a:lstStyle/>
          <a:p>
            <a:pPr marL="171450" indent="-1714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en-US" altLang="ko-KR" sz="12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kumimoji="1" lang="ko-KR" altLang="en-US" sz="12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위험 평가 및 관리시스템 구축 요건 수립</a:t>
            </a:r>
            <a:endParaRPr kumimoji="1" lang="en-US" altLang="ko-KR" sz="1200" kern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88627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0135D-8332-E5C1-209A-016E4F574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0969D563-C003-E728-56E3-7FC50AF2C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1430" y="5212410"/>
            <a:ext cx="1650024" cy="1255672"/>
          </a:xfrm>
          <a:prstGeom prst="rect">
            <a:avLst/>
          </a:prstGeom>
        </p:spPr>
      </p:pic>
      <p:pic>
        <p:nvPicPr>
          <p:cNvPr id="96" name="Picture 95">
            <a:extLst>
              <a:ext uri="{FF2B5EF4-FFF2-40B4-BE49-F238E27FC236}">
                <a16:creationId xmlns:a16="http://schemas.microsoft.com/office/drawing/2014/main" id="{80AC7625-B269-98C0-697F-C5557FC741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851" t="9760" r="7550"/>
          <a:stretch>
            <a:fillRect/>
          </a:stretch>
        </p:blipFill>
        <p:spPr>
          <a:xfrm>
            <a:off x="6242200" y="5035482"/>
            <a:ext cx="1059507" cy="1484980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8966C94D-DBC2-2B1F-A23A-82B1F726B71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193" t="8454" r="7571"/>
          <a:stretch>
            <a:fillRect/>
          </a:stretch>
        </p:blipFill>
        <p:spPr>
          <a:xfrm>
            <a:off x="7389365" y="5035482"/>
            <a:ext cx="1040474" cy="1481563"/>
          </a:xfrm>
          <a:prstGeom prst="rect">
            <a:avLst/>
          </a:prstGeom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0EEEEE85-BDB1-1FB8-BA2B-349CDCCA450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918" t="9152" r="10107"/>
          <a:stretch>
            <a:fillRect/>
          </a:stretch>
        </p:blipFill>
        <p:spPr>
          <a:xfrm>
            <a:off x="8517496" y="5035481"/>
            <a:ext cx="1017934" cy="1473157"/>
          </a:xfrm>
          <a:prstGeom prst="rect">
            <a:avLst/>
          </a:prstGeom>
        </p:spPr>
      </p:pic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8858A51E-E847-AEC2-3250-C2D8E094817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II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．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AI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거버넌스 컨설팅 추진 내역</a:t>
            </a:r>
            <a:endParaRPr lang="en-US" altLang="ko-KR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A1F8F0B7-B5FB-9B75-8A17-E81D61D3A6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ko-KR" altLang="en-US"/>
              <a:t>본 사업 추진 경과</a:t>
            </a:r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11B64F8A-80B1-9030-8A61-CD009FA4D0D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t"/>
          <a:lstStyle/>
          <a:p>
            <a:pPr latinLnBrk="0"/>
            <a:r>
              <a:rPr lang="ko-KR" altLang="en-US"/>
              <a:t>금융권 </a:t>
            </a:r>
            <a:r>
              <a:rPr lang="en-US" altLang="ko-KR"/>
              <a:t>AI </a:t>
            </a:r>
            <a:r>
              <a:rPr lang="ko-KR" altLang="en-US"/>
              <a:t>현황을 종합적으로 분석하고</a:t>
            </a:r>
            <a:r>
              <a:rPr lang="en-US" altLang="ko-KR"/>
              <a:t>, </a:t>
            </a:r>
            <a:r>
              <a:rPr lang="ko-KR" altLang="en-US"/>
              <a:t>이를 바탕으로 </a:t>
            </a:r>
            <a:r>
              <a:rPr lang="en-US" altLang="ko-KR"/>
              <a:t>AI </a:t>
            </a:r>
            <a:r>
              <a:rPr lang="ko-KR" altLang="en-US"/>
              <a:t>거버넌스 규정 및 지침서를 마련함과 동시에</a:t>
            </a:r>
            <a:r>
              <a:rPr lang="en-US" altLang="ko-KR"/>
              <a:t>, </a:t>
            </a:r>
            <a:r>
              <a:rPr lang="ko-KR" altLang="en-US"/>
              <a:t>내부 리뷰 절차를 통해 </a:t>
            </a:r>
            <a:r>
              <a:rPr lang="en-US" altLang="ko-KR"/>
              <a:t>AI </a:t>
            </a:r>
            <a:r>
              <a:rPr lang="ko-KR" altLang="en-US"/>
              <a:t>거버넌스 체계의 실효성과 적합성을 주기적으로 점검 및 </a:t>
            </a:r>
            <a:r>
              <a:rPr lang="ko-KR" altLang="en-US" err="1"/>
              <a:t>고도화함</a:t>
            </a:r>
            <a:r>
              <a:rPr lang="ko-KR" altLang="en-US"/>
              <a:t> </a:t>
            </a:r>
          </a:p>
        </p:txBody>
      </p:sp>
      <p:grpSp>
        <p:nvGrpSpPr>
          <p:cNvPr id="3" name="그룹 37">
            <a:extLst>
              <a:ext uri="{FF2B5EF4-FFF2-40B4-BE49-F238E27FC236}">
                <a16:creationId xmlns:a16="http://schemas.microsoft.com/office/drawing/2014/main" id="{1AD9DA2E-5D81-F67A-115A-A8299F62B854}"/>
              </a:ext>
            </a:extLst>
          </p:cNvPr>
          <p:cNvGrpSpPr/>
          <p:nvPr/>
        </p:nvGrpSpPr>
        <p:grpSpPr>
          <a:xfrm>
            <a:off x="1583840" y="5066924"/>
            <a:ext cx="2012682" cy="1088948"/>
            <a:chOff x="2195871" y="4856524"/>
            <a:chExt cx="2213950" cy="1233090"/>
          </a:xfrm>
        </p:grpSpPr>
        <p:pic>
          <p:nvPicPr>
            <p:cNvPr id="10" name="그림 38">
              <a:extLst>
                <a:ext uri="{FF2B5EF4-FFF2-40B4-BE49-F238E27FC236}">
                  <a16:creationId xmlns:a16="http://schemas.microsoft.com/office/drawing/2014/main" id="{F131B426-454C-0EE4-CFD8-849DFA4F17E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05619" y="4861559"/>
              <a:ext cx="2204202" cy="1228055"/>
            </a:xfrm>
            <a:prstGeom prst="snip1Rect">
              <a:avLst/>
            </a:prstGeom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1" name="직사각형 39">
              <a:extLst>
                <a:ext uri="{FF2B5EF4-FFF2-40B4-BE49-F238E27FC236}">
                  <a16:creationId xmlns:a16="http://schemas.microsoft.com/office/drawing/2014/main" id="{D91F063D-422D-D2E4-A679-A5F074C85522}"/>
                </a:ext>
              </a:extLst>
            </p:cNvPr>
            <p:cNvSpPr/>
            <p:nvPr/>
          </p:nvSpPr>
          <p:spPr>
            <a:xfrm>
              <a:off x="2195871" y="4856524"/>
              <a:ext cx="2204202" cy="1232963"/>
            </a:xfrm>
            <a:prstGeom prst="snip1Rect">
              <a:avLst/>
            </a:prstGeom>
            <a:solidFill>
              <a:srgbClr val="000000">
                <a:alpha val="40000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 latinLnBrk="0">
                <a:spcAft>
                  <a:spcPts val="600"/>
                </a:spcAft>
              </a:pPr>
              <a:endParaRPr lang="en-US" altLang="ko-KR" sz="2000" b="1" kern="0">
                <a:ln>
                  <a:solidFill>
                    <a:srgbClr val="808080">
                      <a:alpha val="0"/>
                    </a:srgbClr>
                  </a:solidFill>
                </a:ln>
                <a:latin typeface="+mn-ea"/>
              </a:endParaRPr>
            </a:p>
          </p:txBody>
        </p:sp>
      </p:grpSp>
      <p:grpSp>
        <p:nvGrpSpPr>
          <p:cNvPr id="4" name="그룹 40">
            <a:extLst>
              <a:ext uri="{FF2B5EF4-FFF2-40B4-BE49-F238E27FC236}">
                <a16:creationId xmlns:a16="http://schemas.microsoft.com/office/drawing/2014/main" id="{185A73FC-A1AD-0BB7-1F14-56AC4BA6A6E7}"/>
              </a:ext>
            </a:extLst>
          </p:cNvPr>
          <p:cNvGrpSpPr/>
          <p:nvPr/>
        </p:nvGrpSpPr>
        <p:grpSpPr>
          <a:xfrm>
            <a:off x="2720345" y="5148586"/>
            <a:ext cx="2009390" cy="1125556"/>
            <a:chOff x="2463794" y="4949914"/>
            <a:chExt cx="2210329" cy="1274544"/>
          </a:xfrm>
        </p:grpSpPr>
        <p:pic>
          <p:nvPicPr>
            <p:cNvPr id="8" name="그림 41">
              <a:extLst>
                <a:ext uri="{FF2B5EF4-FFF2-40B4-BE49-F238E27FC236}">
                  <a16:creationId xmlns:a16="http://schemas.microsoft.com/office/drawing/2014/main" id="{2F424776-4350-5A12-2605-888676F75CB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r="20941"/>
            <a:stretch>
              <a:fillRect/>
            </a:stretch>
          </p:blipFill>
          <p:spPr>
            <a:xfrm>
              <a:off x="2469920" y="4949914"/>
              <a:ext cx="2204203" cy="1274544"/>
            </a:xfrm>
            <a:prstGeom prst="snip1Rect">
              <a:avLst/>
            </a:prstGeom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9" name="직사각형 43">
              <a:extLst>
                <a:ext uri="{FF2B5EF4-FFF2-40B4-BE49-F238E27FC236}">
                  <a16:creationId xmlns:a16="http://schemas.microsoft.com/office/drawing/2014/main" id="{974B5091-E5F5-68C1-84E4-42AA8975DB60}"/>
                </a:ext>
              </a:extLst>
            </p:cNvPr>
            <p:cNvSpPr/>
            <p:nvPr/>
          </p:nvSpPr>
          <p:spPr>
            <a:xfrm>
              <a:off x="2463794" y="4949914"/>
              <a:ext cx="2210329" cy="1274544"/>
            </a:xfrm>
            <a:prstGeom prst="snip1Rect">
              <a:avLst/>
            </a:prstGeom>
            <a:solidFill>
              <a:srgbClr val="000000">
                <a:alpha val="40000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 latinLnBrk="0">
                <a:spcAft>
                  <a:spcPts val="600"/>
                </a:spcAft>
              </a:pPr>
              <a:endParaRPr lang="en-US" altLang="ko-KR" sz="2000" b="1" kern="0">
                <a:ln>
                  <a:solidFill>
                    <a:srgbClr val="808080">
                      <a:alpha val="0"/>
                    </a:srgbClr>
                  </a:solidFill>
                </a:ln>
                <a:latin typeface="+mn-ea"/>
              </a:endParaRPr>
            </a:p>
          </p:txBody>
        </p:sp>
      </p:grpSp>
      <p:grpSp>
        <p:nvGrpSpPr>
          <p:cNvPr id="5" name="그룹 44">
            <a:extLst>
              <a:ext uri="{FF2B5EF4-FFF2-40B4-BE49-F238E27FC236}">
                <a16:creationId xmlns:a16="http://schemas.microsoft.com/office/drawing/2014/main" id="{9049C81B-578B-F55B-3590-434AE2503055}"/>
              </a:ext>
            </a:extLst>
          </p:cNvPr>
          <p:cNvGrpSpPr/>
          <p:nvPr/>
        </p:nvGrpSpPr>
        <p:grpSpPr>
          <a:xfrm>
            <a:off x="3857560" y="5266676"/>
            <a:ext cx="2092698" cy="1085338"/>
            <a:chOff x="3854060" y="5496916"/>
            <a:chExt cx="2301968" cy="1229002"/>
          </a:xfrm>
        </p:grpSpPr>
        <p:pic>
          <p:nvPicPr>
            <p:cNvPr id="6" name="그림 45">
              <a:extLst>
                <a:ext uri="{FF2B5EF4-FFF2-40B4-BE49-F238E27FC236}">
                  <a16:creationId xmlns:a16="http://schemas.microsoft.com/office/drawing/2014/main" id="{866989DB-3144-FFC2-F0F0-54BAC37A567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b="17714"/>
            <a:stretch>
              <a:fillRect/>
            </a:stretch>
          </p:blipFill>
          <p:spPr>
            <a:xfrm>
              <a:off x="3854060" y="5496916"/>
              <a:ext cx="2301968" cy="1211618"/>
            </a:xfrm>
            <a:prstGeom prst="snip1Rect">
              <a:avLst/>
            </a:prstGeom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7" name="직사각형 47">
              <a:extLst>
                <a:ext uri="{FF2B5EF4-FFF2-40B4-BE49-F238E27FC236}">
                  <a16:creationId xmlns:a16="http://schemas.microsoft.com/office/drawing/2014/main" id="{1CAC0019-465B-038F-ABE0-340CC7833E3A}"/>
                </a:ext>
              </a:extLst>
            </p:cNvPr>
            <p:cNvSpPr/>
            <p:nvPr/>
          </p:nvSpPr>
          <p:spPr>
            <a:xfrm>
              <a:off x="3854060" y="5496916"/>
              <a:ext cx="2295839" cy="1229002"/>
            </a:xfrm>
            <a:prstGeom prst="snip1Rect">
              <a:avLst/>
            </a:prstGeom>
            <a:solidFill>
              <a:srgbClr val="000000">
                <a:alpha val="40000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 latinLnBrk="0">
                <a:spcAft>
                  <a:spcPts val="600"/>
                </a:spcAft>
              </a:pPr>
              <a:endParaRPr lang="ko-KR" altLang="en-US" sz="2000" b="1" kern="0">
                <a:ln>
                  <a:solidFill>
                    <a:srgbClr val="808080">
                      <a:alpha val="0"/>
                    </a:srgbClr>
                  </a:solidFill>
                </a:ln>
                <a:latin typeface="+mn-ea"/>
              </a:endParaRPr>
            </a:p>
          </p:txBody>
        </p:sp>
      </p:grpSp>
      <p:sp>
        <p:nvSpPr>
          <p:cNvPr id="12" name="Rectangle: Rounded Corners 43">
            <a:extLst>
              <a:ext uri="{FF2B5EF4-FFF2-40B4-BE49-F238E27FC236}">
                <a16:creationId xmlns:a16="http://schemas.microsoft.com/office/drawing/2014/main" id="{592868DE-A357-8F44-6211-215CD0404A73}"/>
              </a:ext>
            </a:extLst>
          </p:cNvPr>
          <p:cNvSpPr/>
          <p:nvPr/>
        </p:nvSpPr>
        <p:spPr>
          <a:xfrm>
            <a:off x="407988" y="4926455"/>
            <a:ext cx="938068" cy="1587755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rPr>
              <a:t>산출물</a:t>
            </a:r>
          </a:p>
        </p:txBody>
      </p:sp>
      <p:cxnSp>
        <p:nvCxnSpPr>
          <p:cNvPr id="13" name="직선 연결선 78">
            <a:extLst>
              <a:ext uri="{FF2B5EF4-FFF2-40B4-BE49-F238E27FC236}">
                <a16:creationId xmlns:a16="http://schemas.microsoft.com/office/drawing/2014/main" id="{99737EDE-CA84-03A1-5B4A-492254C67B7D}"/>
              </a:ext>
            </a:extLst>
          </p:cNvPr>
          <p:cNvCxnSpPr>
            <a:cxnSpLocks/>
          </p:cNvCxnSpPr>
          <p:nvPr/>
        </p:nvCxnSpPr>
        <p:spPr>
          <a:xfrm>
            <a:off x="4228947" y="2426632"/>
            <a:ext cx="0" cy="2390576"/>
          </a:xfrm>
          <a:prstGeom prst="line">
            <a:avLst/>
          </a:prstGeom>
          <a:ln w="6350">
            <a:solidFill>
              <a:srgbClr val="8F8F9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81">
            <a:extLst>
              <a:ext uri="{FF2B5EF4-FFF2-40B4-BE49-F238E27FC236}">
                <a16:creationId xmlns:a16="http://schemas.microsoft.com/office/drawing/2014/main" id="{90E70192-EDDB-7159-DF2C-248948AE36AB}"/>
              </a:ext>
            </a:extLst>
          </p:cNvPr>
          <p:cNvCxnSpPr>
            <a:cxnSpLocks/>
          </p:cNvCxnSpPr>
          <p:nvPr/>
        </p:nvCxnSpPr>
        <p:spPr>
          <a:xfrm>
            <a:off x="6172401" y="2426632"/>
            <a:ext cx="0" cy="4082007"/>
          </a:xfrm>
          <a:prstGeom prst="line">
            <a:avLst/>
          </a:prstGeom>
          <a:ln w="6350">
            <a:solidFill>
              <a:srgbClr val="8F8F9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오른쪽 화살표 115">
            <a:extLst>
              <a:ext uri="{FF2B5EF4-FFF2-40B4-BE49-F238E27FC236}">
                <a16:creationId xmlns:a16="http://schemas.microsoft.com/office/drawing/2014/main" id="{3243861A-3AB1-26AE-13D1-1E2D700F92E0}"/>
              </a:ext>
            </a:extLst>
          </p:cNvPr>
          <p:cNvSpPr/>
          <p:nvPr/>
        </p:nvSpPr>
        <p:spPr>
          <a:xfrm>
            <a:off x="9532278" y="1910967"/>
            <a:ext cx="2060170" cy="453682"/>
          </a:xfrm>
          <a:prstGeom prst="homePlate">
            <a:avLst>
              <a:gd name="adj" fmla="val 33777"/>
            </a:avLst>
          </a:prstGeom>
          <a:solidFill>
            <a:schemeClr val="tx1"/>
          </a:solidFill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lIns="0" tIns="0" rIns="0" bIns="0" anchor="ctr" anchorCtr="0"/>
          <a:lstStyle/>
          <a:p>
            <a:pPr marL="0" marR="0" lvl="0" indent="0" algn="ctr" defTabSz="740153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40000"/>
              <a:buFontTx/>
              <a:buNone/>
              <a:tabLst/>
              <a:defRPr/>
            </a:pPr>
            <a:r>
              <a:rPr kumimoji="0" lang="en-US" altLang="ko-KR" sz="1400" b="1" i="0" u="none" strike="noStrike" kern="0" cap="none" spc="-100" normalizeH="0" baseline="0" noProof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Next </a:t>
            </a:r>
            <a:r>
              <a:rPr kumimoji="0" lang="ko-KR" altLang="en-US" sz="1400" b="1" i="0" u="none" strike="noStrike" kern="0" cap="none" spc="-100" normalizeH="0" baseline="0" noProof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추진 계획</a:t>
            </a:r>
          </a:p>
        </p:txBody>
      </p:sp>
      <p:sp>
        <p:nvSpPr>
          <p:cNvPr id="21" name="오른쪽 화살표 115">
            <a:extLst>
              <a:ext uri="{FF2B5EF4-FFF2-40B4-BE49-F238E27FC236}">
                <a16:creationId xmlns:a16="http://schemas.microsoft.com/office/drawing/2014/main" id="{5A62FCC7-859A-D094-18EC-1E8C4DAD65CA}"/>
              </a:ext>
            </a:extLst>
          </p:cNvPr>
          <p:cNvSpPr/>
          <p:nvPr/>
        </p:nvSpPr>
        <p:spPr>
          <a:xfrm>
            <a:off x="6046175" y="1910967"/>
            <a:ext cx="3833608" cy="453682"/>
          </a:xfrm>
          <a:prstGeom prst="homePlate">
            <a:avLst>
              <a:gd name="adj" fmla="val 33777"/>
            </a:avLst>
          </a:prstGeom>
          <a:solidFill>
            <a:schemeClr val="tx1">
              <a:lumMod val="75000"/>
              <a:lumOff val="25000"/>
            </a:schemeClr>
          </a:solidFill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lIns="0" tIns="0" rIns="0" bIns="0" anchor="ctr" anchorCtr="0"/>
          <a:lstStyle/>
          <a:p>
            <a:pPr marL="0" marR="0" lvl="0" indent="0" algn="ctr" defTabSz="740153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40000"/>
              <a:buFontTx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rPr>
              <a:t>산출물 작성</a:t>
            </a:r>
          </a:p>
        </p:txBody>
      </p:sp>
      <p:sp>
        <p:nvSpPr>
          <p:cNvPr id="22" name="오른쪽 화살표 115">
            <a:extLst>
              <a:ext uri="{FF2B5EF4-FFF2-40B4-BE49-F238E27FC236}">
                <a16:creationId xmlns:a16="http://schemas.microsoft.com/office/drawing/2014/main" id="{689471FF-CE40-1F57-E384-14B264D821A3}"/>
              </a:ext>
            </a:extLst>
          </p:cNvPr>
          <p:cNvSpPr/>
          <p:nvPr/>
        </p:nvSpPr>
        <p:spPr>
          <a:xfrm>
            <a:off x="4135639" y="1910967"/>
            <a:ext cx="2230318" cy="453682"/>
          </a:xfrm>
          <a:prstGeom prst="homePlate">
            <a:avLst>
              <a:gd name="adj" fmla="val 33777"/>
            </a:avLst>
          </a:prstGeom>
          <a:solidFill>
            <a:schemeClr val="bg2">
              <a:lumMod val="50000"/>
            </a:schemeClr>
          </a:solidFill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lIns="0" tIns="0" rIns="0" bIns="0" anchor="ctr" anchorCtr="0"/>
          <a:lstStyle/>
          <a:p>
            <a:pPr marL="0" marR="0" lvl="0" indent="0" algn="ctr" defTabSz="740153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40000"/>
              <a:buFontTx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요건 정의</a:t>
            </a:r>
            <a:endParaRPr kumimoji="0" lang="en-US" altLang="ko-KR" sz="1400" b="1" i="0" u="none" strike="noStrike" kern="0" cap="none" spc="0" normalizeH="0" baseline="0" noProof="0">
              <a:ln>
                <a:solidFill>
                  <a:prstClr val="white">
                    <a:alpha val="10000"/>
                  </a:prstClr>
                </a:solidFill>
              </a:ln>
              <a:solidFill>
                <a:schemeClr val="bg1"/>
              </a:solidFill>
              <a:effectLst/>
              <a:uLnTx/>
              <a:uFillTx/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23" name="오른쪽 화살표 115">
            <a:extLst>
              <a:ext uri="{FF2B5EF4-FFF2-40B4-BE49-F238E27FC236}">
                <a16:creationId xmlns:a16="http://schemas.microsoft.com/office/drawing/2014/main" id="{0BCA4779-1B07-3135-5F26-78B275A97E5E}"/>
              </a:ext>
            </a:extLst>
          </p:cNvPr>
          <p:cNvSpPr/>
          <p:nvPr/>
        </p:nvSpPr>
        <p:spPr>
          <a:xfrm>
            <a:off x="1475265" y="1902415"/>
            <a:ext cx="2941575" cy="453682"/>
          </a:xfrm>
          <a:prstGeom prst="homePlate">
            <a:avLst>
              <a:gd name="adj" fmla="val 39324"/>
            </a:avLst>
          </a:prstGeom>
          <a:solidFill>
            <a:schemeClr val="bg2">
              <a:lumMod val="90000"/>
            </a:schemeClr>
          </a:solidFill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lIns="0" tIns="0" rIns="0" bIns="0" anchor="ctr" anchorCtr="0"/>
          <a:lstStyle/>
          <a:p>
            <a:pPr marL="0" marR="0" lvl="0" indent="0" algn="ctr" defTabSz="740153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40000"/>
              <a:buFontTx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>
                <a:ln>
                  <a:solidFill>
                    <a:prstClr val="white">
                      <a:alpha val="10000"/>
                    </a:prstClr>
                  </a:solidFill>
                </a:ln>
                <a:effectLst/>
                <a:uLnTx/>
                <a:uFillTx/>
                <a:latin typeface="+mn-ea"/>
                <a:cs typeface="+mn-cs"/>
              </a:rPr>
              <a:t>현황분석</a:t>
            </a:r>
            <a:endParaRPr kumimoji="0" lang="en-US" altLang="ko-KR" sz="1400" b="1" i="0" u="none" strike="noStrike" kern="0" cap="none" spc="0" normalizeH="0" baseline="0" noProof="0">
              <a:ln>
                <a:solidFill>
                  <a:prstClr val="white">
                    <a:alpha val="10000"/>
                  </a:prstClr>
                </a:solidFill>
              </a:ln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5" name="사각형: 잘린 한쪽 모서리 91">
            <a:extLst>
              <a:ext uri="{FF2B5EF4-FFF2-40B4-BE49-F238E27FC236}">
                <a16:creationId xmlns:a16="http://schemas.microsoft.com/office/drawing/2014/main" id="{EEF0AD10-D8E2-7F9B-0728-8A4162AE9169}"/>
              </a:ext>
            </a:extLst>
          </p:cNvPr>
          <p:cNvSpPr/>
          <p:nvPr/>
        </p:nvSpPr>
        <p:spPr>
          <a:xfrm>
            <a:off x="6245963" y="5035480"/>
            <a:ext cx="1081378" cy="1489145"/>
          </a:xfrm>
          <a:prstGeom prst="snip1Rect">
            <a:avLst/>
          </a:prstGeom>
          <a:solidFill>
            <a:srgbClr val="0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rgbClr val="808080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6" name="직사각형 186">
            <a:extLst>
              <a:ext uri="{FF2B5EF4-FFF2-40B4-BE49-F238E27FC236}">
                <a16:creationId xmlns:a16="http://schemas.microsoft.com/office/drawing/2014/main" id="{EDAEB2E0-F184-4751-CD8A-ABA7001FC887}"/>
              </a:ext>
            </a:extLst>
          </p:cNvPr>
          <p:cNvSpPr/>
          <p:nvPr/>
        </p:nvSpPr>
        <p:spPr>
          <a:xfrm>
            <a:off x="6259229" y="5604189"/>
            <a:ext cx="1042478" cy="425052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</a:ln>
          <a:effectLst/>
        </p:spPr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-70" normalizeH="0" baseline="0" noProof="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srgbClr val="ED7D31"/>
                </a:solidFill>
                <a:effectLst/>
                <a:uLnTx/>
                <a:uFillTx/>
                <a:latin typeface="+mn-ea"/>
                <a:cs typeface="+mn-cs"/>
              </a:rPr>
              <a:t>AI </a:t>
            </a:r>
            <a:r>
              <a:rPr kumimoji="0" lang="ko-KR" altLang="en-US" sz="1100" b="1" i="0" u="none" strike="noStrike" kern="0" cap="none" spc="-70" normalizeH="0" baseline="0" noProof="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srgbClr val="ED7D31"/>
                </a:solidFill>
                <a:effectLst/>
                <a:uLnTx/>
                <a:uFillTx/>
                <a:latin typeface="+mn-ea"/>
                <a:cs typeface="+mn-cs"/>
              </a:rPr>
              <a:t>거버넌스</a:t>
            </a:r>
            <a:br>
              <a:rPr kumimoji="0" lang="en-US" altLang="ko-KR" sz="1100" b="1" i="0" u="none" strike="noStrike" kern="0" cap="none" spc="-70" normalizeH="0" baseline="0" noProof="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srgbClr val="ED7D31"/>
                </a:solidFill>
                <a:effectLst/>
                <a:uLnTx/>
                <a:uFillTx/>
                <a:latin typeface="+mn-ea"/>
                <a:cs typeface="+mn-cs"/>
              </a:rPr>
            </a:br>
            <a:r>
              <a:rPr kumimoji="0" lang="ko-KR" altLang="en-US" sz="1100" b="1" i="0" u="none" strike="noStrike" kern="0" cap="none" spc="-70" normalizeH="0" baseline="0" noProof="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srgbClr val="ED7D31"/>
                </a:solidFill>
                <a:effectLst/>
                <a:uLnTx/>
                <a:uFillTx/>
                <a:latin typeface="+mn-ea"/>
                <a:cs typeface="+mn-cs"/>
              </a:rPr>
              <a:t>규정서</a:t>
            </a:r>
            <a:endParaRPr kumimoji="0" lang="en-US" altLang="ko-KR" sz="1100" b="1" i="0" u="none" strike="noStrike" kern="0" cap="none" spc="-70" normalizeH="0" baseline="0" noProof="0">
              <a:ln>
                <a:solidFill>
                  <a:srgbClr val="808080">
                    <a:alpha val="0"/>
                  </a:srgbClr>
                </a:solidFill>
              </a:ln>
              <a:solidFill>
                <a:srgbClr val="ED7D31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8" name="사각형: 잘린 한쪽 모서리 90">
            <a:extLst>
              <a:ext uri="{FF2B5EF4-FFF2-40B4-BE49-F238E27FC236}">
                <a16:creationId xmlns:a16="http://schemas.microsoft.com/office/drawing/2014/main" id="{7D19F2A9-8DE4-9F1D-7B95-974D0F1992A8}"/>
              </a:ext>
            </a:extLst>
          </p:cNvPr>
          <p:cNvSpPr/>
          <p:nvPr/>
        </p:nvSpPr>
        <p:spPr>
          <a:xfrm>
            <a:off x="7397139" y="5035480"/>
            <a:ext cx="1069240" cy="1489145"/>
          </a:xfrm>
          <a:prstGeom prst="snip1Rect">
            <a:avLst/>
          </a:prstGeom>
          <a:solidFill>
            <a:srgbClr val="0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rgbClr val="808080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9" name="직사각형 186">
            <a:extLst>
              <a:ext uri="{FF2B5EF4-FFF2-40B4-BE49-F238E27FC236}">
                <a16:creationId xmlns:a16="http://schemas.microsoft.com/office/drawing/2014/main" id="{C4316BE3-676C-4DD6-6E05-5A19E92C605A}"/>
              </a:ext>
            </a:extLst>
          </p:cNvPr>
          <p:cNvSpPr/>
          <p:nvPr/>
        </p:nvSpPr>
        <p:spPr>
          <a:xfrm>
            <a:off x="7402030" y="5604189"/>
            <a:ext cx="1042478" cy="425052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</a:ln>
          <a:effectLst/>
        </p:spPr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-70" normalizeH="0" baseline="0" noProof="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srgbClr val="ED7D31"/>
                </a:solidFill>
                <a:effectLst/>
                <a:uLnTx/>
                <a:uFillTx/>
                <a:latin typeface="+mn-ea"/>
                <a:cs typeface="+mn-cs"/>
              </a:rPr>
              <a:t>AI </a:t>
            </a:r>
            <a:r>
              <a:rPr kumimoji="0" lang="ko-KR" altLang="en-US" sz="1100" b="1" i="0" u="none" strike="noStrike" kern="0" cap="none" spc="-70" normalizeH="0" baseline="0" noProof="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srgbClr val="ED7D31"/>
                </a:solidFill>
                <a:effectLst/>
                <a:uLnTx/>
                <a:uFillTx/>
                <a:latin typeface="+mn-ea"/>
                <a:cs typeface="+mn-cs"/>
              </a:rPr>
              <a:t>거버넌스</a:t>
            </a:r>
            <a:br>
              <a:rPr kumimoji="0" lang="en-US" altLang="ko-KR" sz="1100" b="1" i="0" u="none" strike="noStrike" kern="0" cap="none" spc="-70" normalizeH="0" baseline="0" noProof="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srgbClr val="ED7D31"/>
                </a:solidFill>
                <a:effectLst/>
                <a:uLnTx/>
                <a:uFillTx/>
                <a:latin typeface="+mn-ea"/>
                <a:cs typeface="+mn-cs"/>
              </a:rPr>
            </a:br>
            <a:r>
              <a:rPr kumimoji="0" lang="ko-KR" altLang="en-US" sz="1100" b="1" i="0" u="none" strike="noStrike" kern="0" cap="none" spc="-70" normalizeH="0" baseline="0" noProof="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srgbClr val="ED7D31"/>
                </a:solidFill>
                <a:effectLst/>
                <a:uLnTx/>
                <a:uFillTx/>
                <a:latin typeface="+mn-ea"/>
                <a:cs typeface="+mn-cs"/>
              </a:rPr>
              <a:t>운영지침서</a:t>
            </a:r>
            <a:endParaRPr kumimoji="0" lang="en-US" altLang="ko-KR" sz="1100" b="1" i="0" u="none" strike="noStrike" kern="0" cap="none" spc="-70" normalizeH="0" baseline="0" noProof="0">
              <a:ln>
                <a:solidFill>
                  <a:srgbClr val="808080">
                    <a:alpha val="0"/>
                  </a:srgbClr>
                </a:solidFill>
              </a:ln>
              <a:solidFill>
                <a:srgbClr val="ED7D31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1" name="사각형: 잘린 한쪽 모서리 94">
            <a:extLst>
              <a:ext uri="{FF2B5EF4-FFF2-40B4-BE49-F238E27FC236}">
                <a16:creationId xmlns:a16="http://schemas.microsoft.com/office/drawing/2014/main" id="{EF96296C-B9BC-A619-5DFD-CEA1BA46653A}"/>
              </a:ext>
            </a:extLst>
          </p:cNvPr>
          <p:cNvSpPr/>
          <p:nvPr/>
        </p:nvSpPr>
        <p:spPr>
          <a:xfrm>
            <a:off x="8531565" y="5035480"/>
            <a:ext cx="1077615" cy="1489145"/>
          </a:xfrm>
          <a:prstGeom prst="snip1Rect">
            <a:avLst/>
          </a:prstGeom>
          <a:solidFill>
            <a:srgbClr val="0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rgbClr val="808080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2" name="직사각형 186">
            <a:extLst>
              <a:ext uri="{FF2B5EF4-FFF2-40B4-BE49-F238E27FC236}">
                <a16:creationId xmlns:a16="http://schemas.microsoft.com/office/drawing/2014/main" id="{D1BDAF35-AF2D-F26F-5644-E784A0046BF7}"/>
              </a:ext>
            </a:extLst>
          </p:cNvPr>
          <p:cNvSpPr/>
          <p:nvPr/>
        </p:nvSpPr>
        <p:spPr>
          <a:xfrm>
            <a:off x="8544831" y="5604189"/>
            <a:ext cx="1042478" cy="425052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</a:ln>
          <a:effectLst/>
        </p:spPr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-70" normalizeH="0" baseline="0" noProof="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srgbClr val="ED7D31"/>
                </a:solidFill>
                <a:effectLst/>
                <a:uLnTx/>
                <a:uFillTx/>
                <a:latin typeface="+mn-ea"/>
                <a:cs typeface="+mn-cs"/>
              </a:rPr>
              <a:t>AI </a:t>
            </a:r>
            <a:r>
              <a:rPr kumimoji="0" lang="ko-KR" altLang="en-US" sz="1100" b="1" i="0" u="none" strike="noStrike" kern="0" cap="none" spc="-70" normalizeH="0" baseline="0" noProof="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srgbClr val="ED7D31"/>
                </a:solidFill>
                <a:effectLst/>
                <a:uLnTx/>
                <a:uFillTx/>
                <a:latin typeface="+mn-ea"/>
                <a:cs typeface="+mn-cs"/>
              </a:rPr>
              <a:t>개발</a:t>
            </a:r>
            <a:r>
              <a:rPr kumimoji="0" lang="en-US" altLang="ko-KR" sz="1100" b="1" i="0" u="none" strike="noStrike" kern="0" cap="none" spc="-70" normalizeH="0" baseline="0" noProof="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srgbClr val="ED7D31"/>
                </a:solidFill>
                <a:effectLst/>
                <a:uLnTx/>
                <a:uFillTx/>
                <a:latin typeface="+mn-ea"/>
                <a:cs typeface="+mn-cs"/>
              </a:rPr>
              <a:t>·</a:t>
            </a:r>
            <a:r>
              <a:rPr kumimoji="0" lang="ko-KR" altLang="en-US" sz="1100" b="1" i="0" u="none" strike="noStrike" kern="0" cap="none" spc="-70" normalizeH="0" baseline="0" noProof="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srgbClr val="ED7D31"/>
                </a:solidFill>
                <a:effectLst/>
                <a:uLnTx/>
                <a:uFillTx/>
                <a:latin typeface="+mn-ea"/>
                <a:cs typeface="+mn-cs"/>
              </a:rPr>
              <a:t>운영</a:t>
            </a:r>
            <a:br>
              <a:rPr kumimoji="0" lang="en-US" altLang="ko-KR" sz="1100" b="1" i="0" u="none" strike="noStrike" kern="0" cap="none" spc="-70" normalizeH="0" baseline="0" noProof="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srgbClr val="ED7D31"/>
                </a:solidFill>
                <a:effectLst/>
                <a:uLnTx/>
                <a:uFillTx/>
                <a:latin typeface="+mn-ea"/>
                <a:cs typeface="+mn-cs"/>
              </a:rPr>
            </a:br>
            <a:r>
              <a:rPr kumimoji="0" lang="ko-KR" altLang="en-US" sz="1100" b="1" i="0" u="none" strike="noStrike" kern="0" cap="none" spc="-70" normalizeH="0" baseline="0" noProof="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srgbClr val="ED7D31"/>
                </a:solidFill>
                <a:effectLst/>
                <a:uLnTx/>
                <a:uFillTx/>
                <a:latin typeface="+mn-ea"/>
                <a:cs typeface="+mn-cs"/>
              </a:rPr>
              <a:t>지침서</a:t>
            </a:r>
            <a:endParaRPr kumimoji="0" lang="en-US" altLang="ko-KR" sz="1100" b="1" i="0" u="none" strike="noStrike" kern="0" cap="none" spc="-70" normalizeH="0" baseline="0" noProof="0">
              <a:ln>
                <a:solidFill>
                  <a:srgbClr val="808080">
                    <a:alpha val="0"/>
                  </a:srgbClr>
                </a:solidFill>
              </a:ln>
              <a:solidFill>
                <a:srgbClr val="ED7D31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3" name="직사각형 186">
            <a:extLst>
              <a:ext uri="{FF2B5EF4-FFF2-40B4-BE49-F238E27FC236}">
                <a16:creationId xmlns:a16="http://schemas.microsoft.com/office/drawing/2014/main" id="{AC399833-57EF-CA34-CAA6-832C20CD70BF}"/>
              </a:ext>
            </a:extLst>
          </p:cNvPr>
          <p:cNvSpPr/>
          <p:nvPr/>
        </p:nvSpPr>
        <p:spPr>
          <a:xfrm>
            <a:off x="2041705" y="5603756"/>
            <a:ext cx="3013948" cy="425485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</a:ln>
          <a:effectLst/>
        </p:spPr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-70" normalizeH="0" baseline="0" noProof="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srgbClr val="ED7D31"/>
                </a:solidFill>
                <a:effectLst/>
                <a:uLnTx/>
                <a:uFillTx/>
                <a:latin typeface="+mn-ea"/>
                <a:cs typeface="+mn-cs"/>
              </a:rPr>
              <a:t>요건  매트릭스 정의서</a:t>
            </a:r>
            <a:endParaRPr kumimoji="0" lang="en-US" altLang="ko-KR" sz="1100" b="1" i="0" u="none" strike="noStrike" kern="0" cap="none" spc="-70" normalizeH="0" baseline="0" noProof="0">
              <a:ln>
                <a:solidFill>
                  <a:srgbClr val="808080">
                    <a:alpha val="0"/>
                  </a:srgbClr>
                </a:solidFill>
              </a:ln>
              <a:solidFill>
                <a:srgbClr val="ED7D31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6" name="직사각형 2057">
            <a:extLst>
              <a:ext uri="{FF2B5EF4-FFF2-40B4-BE49-F238E27FC236}">
                <a16:creationId xmlns:a16="http://schemas.microsoft.com/office/drawing/2014/main" id="{20B406CA-4E66-3F08-772A-E0F60BBB2049}"/>
              </a:ext>
            </a:extLst>
          </p:cNvPr>
          <p:cNvSpPr/>
          <p:nvPr/>
        </p:nvSpPr>
        <p:spPr>
          <a:xfrm>
            <a:off x="9780563" y="5035480"/>
            <a:ext cx="1818453" cy="1489145"/>
          </a:xfrm>
          <a:prstGeom prst="snip1Rect">
            <a:avLst>
              <a:gd name="adj" fmla="val 12660"/>
            </a:avLst>
          </a:prstGeom>
          <a:solidFill>
            <a:srgbClr val="0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rgbClr val="808080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7" name="직사각형 186">
            <a:extLst>
              <a:ext uri="{FF2B5EF4-FFF2-40B4-BE49-F238E27FC236}">
                <a16:creationId xmlns:a16="http://schemas.microsoft.com/office/drawing/2014/main" id="{BE9A28A3-9F17-BE2D-37F0-25E63F20E867}"/>
              </a:ext>
            </a:extLst>
          </p:cNvPr>
          <p:cNvSpPr/>
          <p:nvPr/>
        </p:nvSpPr>
        <p:spPr>
          <a:xfrm>
            <a:off x="9860931" y="5614934"/>
            <a:ext cx="1650024" cy="414307"/>
          </a:xfrm>
          <a:prstGeom prst="roundRect">
            <a:avLst>
              <a:gd name="adj" fmla="val 17001"/>
            </a:avLst>
          </a:prstGeom>
          <a:solidFill>
            <a:schemeClr val="bg1"/>
          </a:solidFill>
          <a:ln w="3175" cap="flat" cmpd="sng" algn="ctr">
            <a:noFill/>
            <a:prstDash val="solid"/>
          </a:ln>
          <a:effectLst/>
        </p:spPr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srgbClr val="ED7D31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0" lang="ko-KR" altLang="en-US" sz="1100" b="1" i="0" u="none" strike="noStrike" kern="0" cap="none" spc="0" normalizeH="0" baseline="0" noProof="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srgbClr val="ED7D31"/>
                </a:solidFill>
                <a:effectLst/>
                <a:uLnTx/>
                <a:uFillTx/>
                <a:latin typeface="+mn-ea"/>
                <a:cs typeface="+mn-cs"/>
              </a:rPr>
              <a:t>거버넌스 시스템</a:t>
            </a:r>
            <a:br>
              <a:rPr kumimoji="0" lang="en-US" altLang="ko-KR" sz="1100" b="1" i="0" u="none" strike="noStrike" kern="0" cap="none" spc="0" normalizeH="0" baseline="0" noProof="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srgbClr val="ED7D31"/>
                </a:solidFill>
                <a:effectLst/>
                <a:uLnTx/>
                <a:uFillTx/>
                <a:latin typeface="+mn-ea"/>
                <a:cs typeface="+mn-cs"/>
              </a:rPr>
            </a:br>
            <a:r>
              <a:rPr kumimoji="0" lang="ko-KR" altLang="en-US" sz="1100" b="1" i="0" u="none" strike="noStrike" kern="0" cap="none" spc="0" normalizeH="0" baseline="0" noProof="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srgbClr val="ED7D31"/>
                </a:solidFill>
                <a:effectLst/>
                <a:uLnTx/>
                <a:uFillTx/>
                <a:latin typeface="+mn-ea"/>
                <a:cs typeface="+mn-cs"/>
              </a:rPr>
              <a:t>목표 구성도</a:t>
            </a:r>
          </a:p>
        </p:txBody>
      </p:sp>
      <p:cxnSp>
        <p:nvCxnSpPr>
          <p:cNvPr id="38" name="직선 연결선 2068">
            <a:extLst>
              <a:ext uri="{FF2B5EF4-FFF2-40B4-BE49-F238E27FC236}">
                <a16:creationId xmlns:a16="http://schemas.microsoft.com/office/drawing/2014/main" id="{34CA897B-806D-AC94-00DE-46CBEFF12E80}"/>
              </a:ext>
            </a:extLst>
          </p:cNvPr>
          <p:cNvCxnSpPr>
            <a:cxnSpLocks/>
          </p:cNvCxnSpPr>
          <p:nvPr/>
        </p:nvCxnSpPr>
        <p:spPr>
          <a:xfrm>
            <a:off x="9710504" y="2414223"/>
            <a:ext cx="0" cy="4094415"/>
          </a:xfrm>
          <a:prstGeom prst="line">
            <a:avLst/>
          </a:prstGeom>
          <a:ln w="6350">
            <a:solidFill>
              <a:srgbClr val="8F8F9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직사각형 186">
            <a:extLst>
              <a:ext uri="{FF2B5EF4-FFF2-40B4-BE49-F238E27FC236}">
                <a16:creationId xmlns:a16="http://schemas.microsoft.com/office/drawing/2014/main" id="{2C410CD5-D27E-F61C-8CBC-894BF174ADF6}"/>
              </a:ext>
            </a:extLst>
          </p:cNvPr>
          <p:cNvSpPr/>
          <p:nvPr/>
        </p:nvSpPr>
        <p:spPr>
          <a:xfrm>
            <a:off x="9776717" y="2414223"/>
            <a:ext cx="1691044" cy="2133695"/>
          </a:xfrm>
          <a:prstGeom prst="roundRect">
            <a:avLst>
              <a:gd name="adj" fmla="val 5853"/>
            </a:avLst>
          </a:prstGeom>
          <a:solidFill>
            <a:srgbClr val="ED7D31"/>
          </a:solidFill>
          <a:ln w="3175" cap="flat" cmpd="sng" algn="ctr">
            <a:noFill/>
            <a:prstDash val="solid"/>
          </a:ln>
          <a:effectLst/>
        </p:spPr>
        <p:txBody>
          <a:bodyPr lIns="0" tIns="36000" rIns="0" bIns="0" rtlCol="0" anchor="t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-100" normalizeH="0" baseline="0" noProof="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n-cs"/>
              </a:rPr>
              <a:t>고도화 계획 수립</a:t>
            </a:r>
            <a:endParaRPr kumimoji="0" lang="en-US" altLang="ko-KR" sz="1200" b="1" i="0" u="none" strike="noStrike" kern="0" cap="none" spc="-100" normalizeH="0" baseline="0" noProof="0">
              <a:ln>
                <a:solidFill>
                  <a:srgbClr val="808080">
                    <a:alpha val="0"/>
                  </a:srgbClr>
                </a:solidFill>
              </a:ln>
              <a:solidFill>
                <a:schemeClr val="bg1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41" name="Rectangle: Rounded Corners 43">
            <a:extLst>
              <a:ext uri="{FF2B5EF4-FFF2-40B4-BE49-F238E27FC236}">
                <a16:creationId xmlns:a16="http://schemas.microsoft.com/office/drawing/2014/main" id="{BD4F3C85-2182-605C-C66A-E9DCA181AFF0}"/>
              </a:ext>
            </a:extLst>
          </p:cNvPr>
          <p:cNvSpPr/>
          <p:nvPr/>
        </p:nvSpPr>
        <p:spPr>
          <a:xfrm>
            <a:off x="407988" y="2407153"/>
            <a:ext cx="938068" cy="2410051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rPr>
              <a:t>수행</a:t>
            </a:r>
            <a:br>
              <a:rPr kumimoji="0" lang="en-US" altLang="ko-KR" sz="1600" b="1" i="0" u="none" strike="noStrike" kern="120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rPr>
            </a:br>
            <a:r>
              <a:rPr kumimoji="0" lang="ko-KR" altLang="en-US" sz="1600" b="1" i="0" u="none" strike="noStrike" kern="120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rPr>
              <a:t>내역</a:t>
            </a:r>
          </a:p>
        </p:txBody>
      </p:sp>
      <p:sp>
        <p:nvSpPr>
          <p:cNvPr id="42" name="직사각형 186">
            <a:extLst>
              <a:ext uri="{FF2B5EF4-FFF2-40B4-BE49-F238E27FC236}">
                <a16:creationId xmlns:a16="http://schemas.microsoft.com/office/drawing/2014/main" id="{C9FC8E1E-D0A0-474E-7224-D255036E8575}"/>
              </a:ext>
            </a:extLst>
          </p:cNvPr>
          <p:cNvSpPr/>
          <p:nvPr/>
        </p:nvSpPr>
        <p:spPr>
          <a:xfrm>
            <a:off x="4352827" y="2414225"/>
            <a:ext cx="1743173" cy="527351"/>
          </a:xfrm>
          <a:prstGeom prst="roundRect">
            <a:avLst>
              <a:gd name="adj" fmla="val 14403"/>
            </a:avLst>
          </a:prstGeom>
          <a:solidFill>
            <a:srgbClr val="ED7D31"/>
          </a:solidFill>
          <a:ln w="3175" cap="flat" cmpd="sng" algn="ctr">
            <a:noFill/>
            <a:prstDash val="solid"/>
          </a:ln>
          <a:effectLst/>
        </p:spPr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0" lang="ko-KR" altLang="en-US" sz="1200" b="1" i="0" u="none" strike="noStrike" kern="0" cap="none" spc="0" normalizeH="0" baseline="0" noProof="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n-cs"/>
              </a:rPr>
              <a:t>거</a:t>
            </a:r>
            <a:r>
              <a:rPr lang="ko-KR" altLang="en-US" sz="1200" b="1" kern="0" err="1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schemeClr val="bg1"/>
                </a:solidFill>
                <a:latin typeface="+mn-ea"/>
              </a:rPr>
              <a:t>버넌스</a:t>
            </a:r>
            <a:r>
              <a:rPr lang="ko-KR" altLang="en-US" sz="1200" b="1" kern="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schemeClr val="bg1"/>
                </a:solidFill>
                <a:latin typeface="+mn-ea"/>
              </a:rPr>
              <a:t> </a:t>
            </a:r>
            <a:r>
              <a:rPr kumimoji="0" lang="ko-KR" altLang="en-US" sz="1200" b="1" i="0" u="none" strike="noStrike" kern="0" cap="none" spc="0" normalizeH="0" baseline="0" noProof="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n-cs"/>
              </a:rPr>
              <a:t>요건 분석</a:t>
            </a:r>
          </a:p>
        </p:txBody>
      </p:sp>
      <p:sp>
        <p:nvSpPr>
          <p:cNvPr id="44" name="직사각형 186">
            <a:extLst>
              <a:ext uri="{FF2B5EF4-FFF2-40B4-BE49-F238E27FC236}">
                <a16:creationId xmlns:a16="http://schemas.microsoft.com/office/drawing/2014/main" id="{529179F6-081B-8EEC-5DA9-272D0288E2D0}"/>
              </a:ext>
            </a:extLst>
          </p:cNvPr>
          <p:cNvSpPr/>
          <p:nvPr/>
        </p:nvSpPr>
        <p:spPr>
          <a:xfrm>
            <a:off x="6246743" y="2414222"/>
            <a:ext cx="1990593" cy="1439963"/>
          </a:xfrm>
          <a:prstGeom prst="roundRect">
            <a:avLst>
              <a:gd name="adj" fmla="val 7867"/>
            </a:avLst>
          </a:prstGeom>
          <a:solidFill>
            <a:srgbClr val="ED7D31"/>
          </a:solidFill>
          <a:ln w="3175" cap="flat" cmpd="sng" algn="ctr">
            <a:noFill/>
            <a:prstDash val="solid"/>
          </a:ln>
          <a:effectLst/>
        </p:spPr>
        <p:txBody>
          <a:bodyPr lIns="0" tIns="36000" rIns="0" bIns="0" rtlCol="0" anchor="t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-100" normalizeH="0" baseline="0" noProof="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n-cs"/>
              </a:rPr>
              <a:t>규정 및 지침 작성</a:t>
            </a:r>
            <a:endParaRPr kumimoji="0" lang="ko-KR" altLang="en-US" sz="1100" b="1" i="0" u="none" strike="noStrike" kern="0" cap="none" spc="-100" normalizeH="0" baseline="0" noProof="0">
              <a:ln>
                <a:solidFill>
                  <a:srgbClr val="808080">
                    <a:alpha val="0"/>
                  </a:srgbClr>
                </a:solidFill>
              </a:ln>
              <a:solidFill>
                <a:schemeClr val="bg1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45" name="직사각형 186">
            <a:extLst>
              <a:ext uri="{FF2B5EF4-FFF2-40B4-BE49-F238E27FC236}">
                <a16:creationId xmlns:a16="http://schemas.microsoft.com/office/drawing/2014/main" id="{1128B0E7-5D21-422A-EE1A-64A06AF71BE4}"/>
              </a:ext>
            </a:extLst>
          </p:cNvPr>
          <p:cNvSpPr/>
          <p:nvPr/>
        </p:nvSpPr>
        <p:spPr>
          <a:xfrm>
            <a:off x="6237588" y="3935119"/>
            <a:ext cx="3448919" cy="612799"/>
          </a:xfrm>
          <a:prstGeom prst="roundRect">
            <a:avLst>
              <a:gd name="adj" fmla="val 8092"/>
            </a:avLst>
          </a:prstGeom>
          <a:solidFill>
            <a:srgbClr val="ED7D31"/>
          </a:solidFill>
          <a:ln w="3175" cap="flat" cmpd="sng" algn="ctr">
            <a:noFill/>
            <a:prstDash val="solid"/>
          </a:ln>
          <a:effectLst/>
        </p:spPr>
        <p:txBody>
          <a:bodyPr lIns="0" tIns="0" rIns="0" bIns="0" rtlCol="0" anchor="t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kern="0" spc="-7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schemeClr val="bg1"/>
                </a:solidFill>
                <a:latin typeface="+mn-ea"/>
              </a:rPr>
              <a:t>AI</a:t>
            </a:r>
            <a:r>
              <a:rPr lang="ko-KR" altLang="en-US" sz="1200" b="1" kern="0" spc="-7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schemeClr val="bg1"/>
                </a:solidFill>
                <a:latin typeface="+mn-ea"/>
              </a:rPr>
              <a:t> 거버넌스 지원도구 설계 </a:t>
            </a:r>
            <a:endParaRPr lang="en-US" altLang="ko-KR" sz="1200" b="1" kern="0" spc="-70">
              <a:ln>
                <a:solidFill>
                  <a:srgbClr val="808080">
                    <a:alpha val="0"/>
                  </a:srgbClr>
                </a:solidFill>
              </a:ln>
              <a:solidFill>
                <a:schemeClr val="bg1"/>
              </a:solidFill>
              <a:latin typeface="+mn-ea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1" i="0" u="none" strike="noStrike" kern="0" cap="none" spc="-70" normalizeH="0" baseline="0" noProof="0">
              <a:ln>
                <a:solidFill>
                  <a:srgbClr val="808080">
                    <a:alpha val="0"/>
                  </a:srgbClr>
                </a:solidFill>
              </a:ln>
              <a:solidFill>
                <a:schemeClr val="bg1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1" i="0" u="none" strike="noStrike" kern="0" cap="none" spc="-70" normalizeH="0" baseline="0" noProof="0">
              <a:ln>
                <a:solidFill>
                  <a:srgbClr val="808080">
                    <a:alpha val="0"/>
                  </a:srgbClr>
                </a:solidFill>
              </a:ln>
              <a:solidFill>
                <a:schemeClr val="bg1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46" name="직사각형 186">
            <a:extLst>
              <a:ext uri="{FF2B5EF4-FFF2-40B4-BE49-F238E27FC236}">
                <a16:creationId xmlns:a16="http://schemas.microsoft.com/office/drawing/2014/main" id="{7F3C8FBD-D16F-704D-D0A1-6D2459254CE0}"/>
              </a:ext>
            </a:extLst>
          </p:cNvPr>
          <p:cNvSpPr/>
          <p:nvPr/>
        </p:nvSpPr>
        <p:spPr>
          <a:xfrm>
            <a:off x="6425338" y="2994271"/>
            <a:ext cx="1633403" cy="204303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</a:ln>
          <a:effectLst/>
        </p:spPr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0" cap="none" spc="-100" normalizeH="0" baseline="0" noProof="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0" lang="ko-KR" altLang="en-US" sz="1100" b="0" i="0" u="none" strike="noStrike" kern="0" cap="none" spc="-100" normalizeH="0" baseline="0" noProof="0" err="1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거버넌스규정</a:t>
            </a:r>
            <a:endParaRPr kumimoji="0" lang="ko-KR" altLang="en-US" sz="1100" b="0" i="0" u="none" strike="noStrike" kern="0" cap="none" spc="-70" normalizeH="0" baseline="0" noProof="0">
              <a:ln>
                <a:solidFill>
                  <a:srgbClr val="80808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47" name="직사각형 186">
            <a:extLst>
              <a:ext uri="{FF2B5EF4-FFF2-40B4-BE49-F238E27FC236}">
                <a16:creationId xmlns:a16="http://schemas.microsoft.com/office/drawing/2014/main" id="{D007B21D-09F2-5BDD-36B5-1C9A7AF56DEF}"/>
              </a:ext>
            </a:extLst>
          </p:cNvPr>
          <p:cNvSpPr/>
          <p:nvPr/>
        </p:nvSpPr>
        <p:spPr>
          <a:xfrm>
            <a:off x="6425338" y="3269456"/>
            <a:ext cx="1633403" cy="204303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</a:ln>
          <a:effectLst/>
        </p:spPr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0" cap="none" spc="-100" normalizeH="0" baseline="0" noProof="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0" lang="ko-KR" altLang="en-US" sz="1100" b="0" i="0" u="none" strike="noStrike" kern="0" cap="none" spc="-100" normalizeH="0" baseline="0" noProof="0" err="1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거버넌스운영지침</a:t>
            </a:r>
            <a:endParaRPr kumimoji="0" lang="ko-KR" altLang="en-US" sz="1100" b="0" i="0" u="none" strike="noStrike" kern="0" cap="none" spc="-70" normalizeH="0" baseline="0" noProof="0">
              <a:ln>
                <a:solidFill>
                  <a:srgbClr val="80808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48" name="직사각형 186">
            <a:extLst>
              <a:ext uri="{FF2B5EF4-FFF2-40B4-BE49-F238E27FC236}">
                <a16:creationId xmlns:a16="http://schemas.microsoft.com/office/drawing/2014/main" id="{E1B9BA25-303E-E894-1C80-EA4171DCE045}"/>
              </a:ext>
            </a:extLst>
          </p:cNvPr>
          <p:cNvSpPr/>
          <p:nvPr/>
        </p:nvSpPr>
        <p:spPr>
          <a:xfrm>
            <a:off x="6425338" y="3544640"/>
            <a:ext cx="1633403" cy="204303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</a:ln>
          <a:effectLst/>
        </p:spPr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0" cap="none" spc="-100" normalizeH="0" baseline="0" noProof="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0" lang="ko-KR" altLang="en-US" sz="1100" b="0" i="0" u="none" strike="noStrike" kern="0" cap="none" spc="-100" normalizeH="0" baseline="0" noProof="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개발 </a:t>
            </a:r>
            <a:r>
              <a:rPr kumimoji="0" lang="en-US" altLang="ko-KR" sz="1100" b="0" i="0" u="none" strike="noStrike" kern="0" cap="none" spc="-100" normalizeH="0" baseline="0" noProof="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· </a:t>
            </a:r>
            <a:r>
              <a:rPr kumimoji="0" lang="ko-KR" altLang="en-US" sz="1100" b="0" i="0" u="none" strike="noStrike" kern="0" cap="none" spc="-100" normalizeH="0" baseline="0" noProof="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운영지침</a:t>
            </a:r>
            <a:endParaRPr kumimoji="0" lang="ko-KR" altLang="en-US" sz="1100" b="0" i="0" u="none" strike="noStrike" kern="0" cap="none" spc="-70" normalizeH="0" baseline="0" noProof="0">
              <a:ln>
                <a:solidFill>
                  <a:srgbClr val="80808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49" name="직사각형 186">
            <a:extLst>
              <a:ext uri="{FF2B5EF4-FFF2-40B4-BE49-F238E27FC236}">
                <a16:creationId xmlns:a16="http://schemas.microsoft.com/office/drawing/2014/main" id="{312A289C-E42A-F27C-1018-DDA965F547A2}"/>
              </a:ext>
            </a:extLst>
          </p:cNvPr>
          <p:cNvSpPr/>
          <p:nvPr/>
        </p:nvSpPr>
        <p:spPr>
          <a:xfrm>
            <a:off x="1460257" y="2414225"/>
            <a:ext cx="2635767" cy="349648"/>
          </a:xfrm>
          <a:prstGeom prst="roundRect">
            <a:avLst/>
          </a:prstGeom>
          <a:solidFill>
            <a:srgbClr val="ED7D31"/>
          </a:solidFill>
          <a:ln w="3175" cap="flat" cmpd="sng" algn="ctr">
            <a:noFill/>
            <a:prstDash val="solid"/>
          </a:ln>
          <a:effectLst/>
        </p:spPr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kern="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schemeClr val="bg1"/>
                </a:solidFill>
                <a:latin typeface="+mn-ea"/>
              </a:rPr>
              <a:t>총 </a:t>
            </a:r>
            <a:r>
              <a:rPr lang="en-US" altLang="ko-KR" sz="1200" b="1" kern="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schemeClr val="bg1"/>
                </a:solidFill>
                <a:latin typeface="+mn-ea"/>
              </a:rPr>
              <a:t>16 </a:t>
            </a:r>
            <a:r>
              <a:rPr lang="ko-KR" altLang="en-US" sz="1200" b="1" kern="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schemeClr val="bg1"/>
                </a:solidFill>
                <a:latin typeface="+mn-ea"/>
              </a:rPr>
              <a:t>종 현황 </a:t>
            </a:r>
            <a:r>
              <a:rPr kumimoji="0" lang="ko-KR" altLang="en-US" sz="1200" b="1" i="0" u="none" strike="noStrike" kern="0" cap="none" spc="0" normalizeH="0" baseline="0" noProof="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n-cs"/>
              </a:rPr>
              <a:t>분석</a:t>
            </a:r>
          </a:p>
        </p:txBody>
      </p:sp>
      <p:sp>
        <p:nvSpPr>
          <p:cNvPr id="50" name="직사각형 186">
            <a:extLst>
              <a:ext uri="{FF2B5EF4-FFF2-40B4-BE49-F238E27FC236}">
                <a16:creationId xmlns:a16="http://schemas.microsoft.com/office/drawing/2014/main" id="{C6F1CCAE-645C-6A4D-179C-9F0386E3F82E}"/>
              </a:ext>
            </a:extLst>
          </p:cNvPr>
          <p:cNvSpPr/>
          <p:nvPr/>
        </p:nvSpPr>
        <p:spPr>
          <a:xfrm>
            <a:off x="1480357" y="3258316"/>
            <a:ext cx="1250242" cy="164076"/>
          </a:xfrm>
          <a:prstGeom prst="foldedCorner">
            <a:avLst>
              <a:gd name="adj" fmla="val 0"/>
            </a:avLst>
          </a:prstGeom>
          <a:noFill/>
          <a:ln w="3175" cap="flat" cmpd="sng" algn="ctr">
            <a:noFill/>
            <a:prstDash val="solid"/>
          </a:ln>
          <a:effectLst/>
        </p:spPr>
        <p:txBody>
          <a:bodyPr lIns="0" tIns="0" rIns="0" bIns="0" rtlCol="0" anchor="ctr" anchorCtr="0"/>
          <a:lstStyle/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800" b="0" i="0" u="none" strike="noStrike" kern="0" cap="none" spc="-100" normalizeH="0" baseline="0" noProof="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srgbClr val="323232"/>
                </a:solidFill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인공지능기본법</a:t>
            </a:r>
          </a:p>
        </p:txBody>
      </p:sp>
      <p:sp>
        <p:nvSpPr>
          <p:cNvPr id="51" name="사각형: 둥근 모서리 8">
            <a:extLst>
              <a:ext uri="{FF2B5EF4-FFF2-40B4-BE49-F238E27FC236}">
                <a16:creationId xmlns:a16="http://schemas.microsoft.com/office/drawing/2014/main" id="{649F1B05-CDD7-AEFF-0DFF-7BCA12DF707B}"/>
              </a:ext>
            </a:extLst>
          </p:cNvPr>
          <p:cNvSpPr/>
          <p:nvPr/>
        </p:nvSpPr>
        <p:spPr>
          <a:xfrm>
            <a:off x="1475265" y="2851533"/>
            <a:ext cx="1250998" cy="34744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200" b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latin typeface="+mn-ea"/>
              </a:rPr>
              <a:t>확정 </a:t>
            </a:r>
            <a:r>
              <a:rPr lang="en-US" altLang="ko-KR" sz="1200" b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latin typeface="+mn-ea"/>
              </a:rPr>
              <a:t>4</a:t>
            </a:r>
            <a:r>
              <a:rPr lang="ko-KR" altLang="en-US" sz="1200" b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latin typeface="+mn-ea"/>
              </a:rPr>
              <a:t>종</a:t>
            </a:r>
            <a:endParaRPr lang="en-US" altLang="ko-KR" sz="1200" b="1" spc="-7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52" name="직사각형 186">
            <a:extLst>
              <a:ext uri="{FF2B5EF4-FFF2-40B4-BE49-F238E27FC236}">
                <a16:creationId xmlns:a16="http://schemas.microsoft.com/office/drawing/2014/main" id="{D704FE23-F646-1711-3E01-79592B29CC79}"/>
              </a:ext>
            </a:extLst>
          </p:cNvPr>
          <p:cNvSpPr/>
          <p:nvPr/>
        </p:nvSpPr>
        <p:spPr>
          <a:xfrm>
            <a:off x="2836168" y="3258316"/>
            <a:ext cx="1250242" cy="164076"/>
          </a:xfrm>
          <a:prstGeom prst="foldedCorner">
            <a:avLst>
              <a:gd name="adj" fmla="val 0"/>
            </a:avLst>
          </a:prstGeom>
          <a:noFill/>
          <a:ln w="3175" cap="flat" cmpd="sng" algn="ctr">
            <a:noFill/>
            <a:prstDash val="solid"/>
          </a:ln>
          <a:effectLst/>
        </p:spPr>
        <p:txBody>
          <a:bodyPr lIns="0" tIns="0" rIns="0" bIns="0" rtlCol="0" anchor="ctr" anchorCtr="0"/>
          <a:lstStyle/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800" b="0" i="0" u="none" strike="noStrike" kern="0" cap="none" spc="-100" normalizeH="0" baseline="0" noProof="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srgbClr val="323232"/>
                </a:solidFill>
                <a:effectLst/>
                <a:uLnTx/>
                <a:uFillTx/>
                <a:latin typeface="+mn-ea"/>
                <a:cs typeface="+mn-cs"/>
              </a:rPr>
              <a:t>인공지능기본법 시행령</a:t>
            </a:r>
          </a:p>
        </p:txBody>
      </p:sp>
      <p:sp>
        <p:nvSpPr>
          <p:cNvPr id="53" name="직사각형 186">
            <a:extLst>
              <a:ext uri="{FF2B5EF4-FFF2-40B4-BE49-F238E27FC236}">
                <a16:creationId xmlns:a16="http://schemas.microsoft.com/office/drawing/2014/main" id="{C1499820-7AF7-2A47-6B5C-27495BAAB1C7}"/>
              </a:ext>
            </a:extLst>
          </p:cNvPr>
          <p:cNvSpPr/>
          <p:nvPr/>
        </p:nvSpPr>
        <p:spPr>
          <a:xfrm>
            <a:off x="1480357" y="3530148"/>
            <a:ext cx="1250242" cy="164076"/>
          </a:xfrm>
          <a:prstGeom prst="foldedCorner">
            <a:avLst>
              <a:gd name="adj" fmla="val 0"/>
            </a:avLst>
          </a:prstGeom>
          <a:noFill/>
          <a:ln w="3175" cap="flat" cmpd="sng" algn="ctr">
            <a:noFill/>
            <a:prstDash val="solid"/>
          </a:ln>
          <a:effectLst/>
        </p:spPr>
        <p:txBody>
          <a:bodyPr lIns="0" tIns="0" rIns="0" bIns="0" rtlCol="0" anchor="ctr" anchorCtr="0"/>
          <a:lstStyle/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800" b="0" i="0" u="none" strike="noStrike" kern="0" cap="none" spc="-100" normalizeH="0" baseline="0" noProof="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srgbClr val="323232"/>
                </a:solidFill>
                <a:effectLst/>
                <a:uLnTx/>
                <a:uFillTx/>
                <a:latin typeface="+mn-ea"/>
                <a:cs typeface="+mn-cs"/>
              </a:rPr>
              <a:t>금융분야 </a:t>
            </a:r>
            <a:br>
              <a:rPr kumimoji="0" lang="ko-KR" altLang="en-US" sz="800" b="0" i="0" u="none" strike="noStrike" kern="0" cap="none" spc="-100" normalizeH="0" baseline="0" noProof="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srgbClr val="323232"/>
                </a:solidFill>
                <a:effectLst/>
                <a:uLnTx/>
                <a:uFillTx/>
                <a:latin typeface="+mn-ea"/>
                <a:cs typeface="+mn-cs"/>
              </a:rPr>
            </a:br>
            <a:r>
              <a:rPr kumimoji="0" lang="en-US" altLang="ko-KR" sz="800" b="0" i="0" u="none" strike="noStrike" kern="0" cap="none" spc="-100" normalizeH="0" baseline="0" noProof="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srgbClr val="323232"/>
                </a:solidFill>
                <a:effectLst/>
                <a:uLnTx/>
                <a:uFillTx/>
                <a:latin typeface="+mn-ea"/>
                <a:cs typeface="+mn-cs"/>
              </a:rPr>
              <a:t>AI </a:t>
            </a:r>
            <a:r>
              <a:rPr kumimoji="0" lang="ko-KR" altLang="en-US" sz="800" b="0" i="0" u="none" strike="noStrike" kern="0" cap="none" spc="-100" normalizeH="0" baseline="0" noProof="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srgbClr val="323232"/>
                </a:solidFill>
                <a:effectLst/>
                <a:uLnTx/>
                <a:uFillTx/>
                <a:latin typeface="+mn-ea"/>
                <a:cs typeface="+mn-cs"/>
              </a:rPr>
              <a:t>개발</a:t>
            </a:r>
            <a:r>
              <a:rPr kumimoji="0" lang="en-US" altLang="ko-KR" sz="800" b="0" i="0" u="none" strike="noStrike" kern="0" cap="none" spc="-100" normalizeH="0" baseline="0" noProof="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srgbClr val="323232"/>
                </a:solidFill>
                <a:effectLst/>
                <a:uLnTx/>
                <a:uFillTx/>
                <a:latin typeface="+mn-ea"/>
                <a:cs typeface="+mn-cs"/>
              </a:rPr>
              <a:t>·</a:t>
            </a:r>
            <a:r>
              <a:rPr kumimoji="0" lang="ko-KR" altLang="en-US" sz="800" b="0" i="0" u="none" strike="noStrike" kern="0" cap="none" spc="-100" normalizeH="0" baseline="0" noProof="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srgbClr val="323232"/>
                </a:solidFill>
                <a:effectLst/>
                <a:uLnTx/>
                <a:uFillTx/>
                <a:latin typeface="+mn-ea"/>
                <a:cs typeface="+mn-cs"/>
              </a:rPr>
              <a:t>활용 안내서</a:t>
            </a:r>
          </a:p>
        </p:txBody>
      </p:sp>
      <p:sp>
        <p:nvSpPr>
          <p:cNvPr id="54" name="직사각형 186">
            <a:extLst>
              <a:ext uri="{FF2B5EF4-FFF2-40B4-BE49-F238E27FC236}">
                <a16:creationId xmlns:a16="http://schemas.microsoft.com/office/drawing/2014/main" id="{33503234-25F0-F8D6-467C-B86DA9B515B7}"/>
              </a:ext>
            </a:extLst>
          </p:cNvPr>
          <p:cNvSpPr/>
          <p:nvPr/>
        </p:nvSpPr>
        <p:spPr>
          <a:xfrm>
            <a:off x="1480357" y="4073809"/>
            <a:ext cx="1250242" cy="164076"/>
          </a:xfrm>
          <a:prstGeom prst="foldedCorner">
            <a:avLst>
              <a:gd name="adj" fmla="val 0"/>
            </a:avLst>
          </a:prstGeom>
          <a:noFill/>
          <a:ln w="3175" cap="flat" cmpd="sng" algn="ctr">
            <a:noFill/>
            <a:prstDash val="solid"/>
          </a:ln>
          <a:effectLst/>
        </p:spPr>
        <p:txBody>
          <a:bodyPr lIns="0" tIns="0" rIns="0" bIns="0" rtlCol="0" anchor="ctr" anchorCtr="0"/>
          <a:lstStyle/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800" b="0" i="0" u="none" strike="noStrike" kern="0" cap="none" spc="-100" normalizeH="0" baseline="0" noProof="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srgbClr val="323232"/>
                </a:solidFill>
                <a:effectLst/>
                <a:uLnTx/>
                <a:uFillTx/>
                <a:latin typeface="+mn-ea"/>
                <a:cs typeface="+mn-cs"/>
              </a:rPr>
              <a:t>금융분야 </a:t>
            </a:r>
            <a:r>
              <a:rPr kumimoji="0" lang="en-US" altLang="ko-KR" sz="800" b="0" i="0" u="none" strike="noStrike" kern="0" cap="none" spc="-100" normalizeH="0" baseline="0" noProof="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srgbClr val="323232"/>
                </a:solidFill>
                <a:effectLst/>
                <a:uLnTx/>
                <a:uFillTx/>
                <a:latin typeface="+mn-ea"/>
                <a:cs typeface="+mn-cs"/>
              </a:rPr>
              <a:t>AI </a:t>
            </a:r>
            <a:r>
              <a:rPr kumimoji="0" lang="ko-KR" altLang="en-US" sz="800" b="0" i="0" u="none" strike="noStrike" kern="0" cap="none" spc="-100" normalizeH="0" baseline="0" noProof="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srgbClr val="323232"/>
                </a:solidFill>
                <a:effectLst/>
                <a:uLnTx/>
                <a:uFillTx/>
                <a:latin typeface="+mn-ea"/>
                <a:cs typeface="+mn-cs"/>
              </a:rPr>
              <a:t>기반 </a:t>
            </a:r>
            <a:br>
              <a:rPr kumimoji="0" lang="ko-KR" altLang="en-US" sz="800" b="0" i="0" u="none" strike="noStrike" kern="0" cap="none" spc="-100" normalizeH="0" baseline="0" noProof="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srgbClr val="323232"/>
                </a:solidFill>
                <a:effectLst/>
                <a:uLnTx/>
                <a:uFillTx/>
                <a:latin typeface="+mn-ea"/>
                <a:cs typeface="+mn-cs"/>
              </a:rPr>
            </a:br>
            <a:r>
              <a:rPr kumimoji="0" lang="ko-KR" altLang="en-US" sz="800" b="0" i="0" u="none" strike="noStrike" kern="0" cap="none" spc="-100" normalizeH="0" baseline="0" noProof="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srgbClr val="323232"/>
                </a:solidFill>
                <a:effectLst/>
                <a:uLnTx/>
                <a:uFillTx/>
                <a:latin typeface="+mn-ea"/>
                <a:cs typeface="+mn-cs"/>
              </a:rPr>
              <a:t>보안 가이드라인</a:t>
            </a:r>
          </a:p>
        </p:txBody>
      </p:sp>
      <p:sp>
        <p:nvSpPr>
          <p:cNvPr id="55" name="직사각형 186">
            <a:extLst>
              <a:ext uri="{FF2B5EF4-FFF2-40B4-BE49-F238E27FC236}">
                <a16:creationId xmlns:a16="http://schemas.microsoft.com/office/drawing/2014/main" id="{8138FE21-BF96-C23F-D2E1-18F7446326CF}"/>
              </a:ext>
            </a:extLst>
          </p:cNvPr>
          <p:cNvSpPr/>
          <p:nvPr/>
        </p:nvSpPr>
        <p:spPr>
          <a:xfrm>
            <a:off x="1480357" y="3801979"/>
            <a:ext cx="1250242" cy="164076"/>
          </a:xfrm>
          <a:prstGeom prst="foldedCorner">
            <a:avLst>
              <a:gd name="adj" fmla="val 0"/>
            </a:avLst>
          </a:prstGeom>
          <a:noFill/>
          <a:ln w="3175" cap="flat" cmpd="sng" algn="ctr">
            <a:noFill/>
            <a:prstDash val="solid"/>
          </a:ln>
          <a:effectLst/>
        </p:spPr>
        <p:txBody>
          <a:bodyPr lIns="0" tIns="0" rIns="0" bIns="0" rtlCol="0" anchor="ctr" anchorCtr="0"/>
          <a:lstStyle/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800" b="0" i="0" u="none" strike="noStrike" kern="0" cap="none" spc="-100" normalizeH="0" baseline="0" noProof="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srgbClr val="323232"/>
                </a:solidFill>
                <a:effectLst/>
                <a:uLnTx/>
                <a:uFillTx/>
                <a:latin typeface="+mn-ea"/>
                <a:cs typeface="+mn-cs"/>
              </a:rPr>
              <a:t>금융분야 </a:t>
            </a:r>
            <a:r>
              <a:rPr kumimoji="0" lang="en-US" altLang="ko-KR" sz="800" b="0" i="0" u="none" strike="noStrike" kern="0" cap="none" spc="-100" normalizeH="0" baseline="0" noProof="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srgbClr val="323232"/>
                </a:solidFill>
                <a:effectLst/>
                <a:uLnTx/>
                <a:uFillTx/>
                <a:latin typeface="+mn-ea"/>
                <a:cs typeface="+mn-cs"/>
              </a:rPr>
              <a:t>AI </a:t>
            </a:r>
            <a:r>
              <a:rPr kumimoji="0" lang="ko-KR" altLang="en-US" sz="800" b="0" i="0" u="none" strike="noStrike" kern="0" cap="none" spc="-100" normalizeH="0" baseline="0" noProof="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srgbClr val="323232"/>
                </a:solidFill>
                <a:effectLst/>
                <a:uLnTx/>
                <a:uFillTx/>
                <a:latin typeface="+mn-ea"/>
                <a:cs typeface="+mn-cs"/>
              </a:rPr>
              <a:t>운영 가이드라인</a:t>
            </a:r>
          </a:p>
        </p:txBody>
      </p:sp>
      <p:sp>
        <p:nvSpPr>
          <p:cNvPr id="56" name="직사각형 186">
            <a:extLst>
              <a:ext uri="{FF2B5EF4-FFF2-40B4-BE49-F238E27FC236}">
                <a16:creationId xmlns:a16="http://schemas.microsoft.com/office/drawing/2014/main" id="{5D81F67E-E6A1-AA3E-490D-9468902E381D}"/>
              </a:ext>
            </a:extLst>
          </p:cNvPr>
          <p:cNvSpPr/>
          <p:nvPr/>
        </p:nvSpPr>
        <p:spPr>
          <a:xfrm>
            <a:off x="2836168" y="3462189"/>
            <a:ext cx="1250242" cy="164076"/>
          </a:xfrm>
          <a:prstGeom prst="foldedCorner">
            <a:avLst>
              <a:gd name="adj" fmla="val 0"/>
            </a:avLst>
          </a:prstGeom>
          <a:noFill/>
          <a:ln w="3175" cap="flat" cmpd="sng" algn="ctr">
            <a:noFill/>
            <a:prstDash val="solid"/>
          </a:ln>
          <a:effectLst/>
        </p:spPr>
        <p:txBody>
          <a:bodyPr lIns="0" tIns="0" rIns="0" bIns="0" rtlCol="0" anchor="ctr" anchorCtr="0"/>
          <a:lstStyle/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sz="800" kern="0" spc="-10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srgbClr val="323232"/>
                </a:solidFill>
                <a:latin typeface="+mn-ea"/>
              </a:rPr>
              <a:t>AI</a:t>
            </a:r>
            <a:r>
              <a:rPr lang="ko-KR" altLang="en-US" sz="800" kern="0" spc="-10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srgbClr val="323232"/>
                </a:solidFill>
                <a:latin typeface="+mn-ea"/>
              </a:rPr>
              <a:t> 투명성 확보 가이드라인</a:t>
            </a:r>
            <a:endParaRPr kumimoji="0" lang="en-US" altLang="ko-KR" sz="800" b="0" i="0" u="none" strike="noStrike" kern="0" cap="none" spc="-100" normalizeH="0" baseline="0" noProof="0">
              <a:ln>
                <a:solidFill>
                  <a:srgbClr val="808080">
                    <a:alpha val="0"/>
                  </a:srgbClr>
                </a:solidFill>
              </a:ln>
              <a:solidFill>
                <a:srgbClr val="323232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57" name="직사각형 186">
            <a:extLst>
              <a:ext uri="{FF2B5EF4-FFF2-40B4-BE49-F238E27FC236}">
                <a16:creationId xmlns:a16="http://schemas.microsoft.com/office/drawing/2014/main" id="{964F15E8-B3F2-E061-A1B5-622E75156C58}"/>
              </a:ext>
            </a:extLst>
          </p:cNvPr>
          <p:cNvSpPr/>
          <p:nvPr/>
        </p:nvSpPr>
        <p:spPr>
          <a:xfrm>
            <a:off x="2836168" y="3666062"/>
            <a:ext cx="1250242" cy="164076"/>
          </a:xfrm>
          <a:prstGeom prst="foldedCorner">
            <a:avLst>
              <a:gd name="adj" fmla="val 0"/>
            </a:avLst>
          </a:prstGeom>
          <a:noFill/>
          <a:ln w="3175" cap="flat" cmpd="sng" algn="ctr">
            <a:noFill/>
            <a:prstDash val="solid"/>
          </a:ln>
          <a:effectLst/>
        </p:spPr>
        <p:txBody>
          <a:bodyPr lIns="0" tIns="0" rIns="0" bIns="0" rtlCol="0" anchor="ctr" anchorCtr="0"/>
          <a:lstStyle/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800" b="0" i="0" u="none" strike="noStrike" kern="0" cap="none" spc="-100" normalizeH="0" baseline="0" noProof="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srgbClr val="323232"/>
                </a:solidFill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사업자 책무 고시</a:t>
            </a:r>
            <a:endParaRPr kumimoji="0" lang="en-US" altLang="ko-KR" sz="800" b="0" i="0" u="none" strike="noStrike" kern="0" cap="none" spc="-100" normalizeH="0" baseline="0" noProof="0">
              <a:ln>
                <a:solidFill>
                  <a:srgbClr val="808080">
                    <a:alpha val="0"/>
                  </a:srgbClr>
                </a:solidFill>
              </a:ln>
              <a:solidFill>
                <a:srgbClr val="323232"/>
              </a:solidFill>
              <a:effectLst/>
              <a:uLnTx/>
              <a:uFillTx/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59" name="직사각형 186">
            <a:extLst>
              <a:ext uri="{FF2B5EF4-FFF2-40B4-BE49-F238E27FC236}">
                <a16:creationId xmlns:a16="http://schemas.microsoft.com/office/drawing/2014/main" id="{8024C316-CC0C-95D0-D802-40DB3DC2F6AB}"/>
              </a:ext>
            </a:extLst>
          </p:cNvPr>
          <p:cNvSpPr/>
          <p:nvPr/>
        </p:nvSpPr>
        <p:spPr>
          <a:xfrm>
            <a:off x="2836168" y="4073809"/>
            <a:ext cx="1250242" cy="164076"/>
          </a:xfrm>
          <a:prstGeom prst="foldedCorner">
            <a:avLst>
              <a:gd name="adj" fmla="val 0"/>
            </a:avLst>
          </a:prstGeom>
          <a:noFill/>
          <a:ln w="3175" cap="flat" cmpd="sng" algn="ctr">
            <a:noFill/>
            <a:prstDash val="solid"/>
          </a:ln>
          <a:effectLst/>
        </p:spPr>
        <p:txBody>
          <a:bodyPr lIns="0" tIns="0" rIns="0" bIns="0" rtlCol="0" anchor="ctr" anchorCtr="0"/>
          <a:lstStyle/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800" b="1" i="0" u="none" strike="noStrike" kern="0" cap="none" spc="0" normalizeH="0" baseline="0" noProof="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srgbClr val="323232"/>
                </a:solidFill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…</a:t>
            </a:r>
            <a:endParaRPr kumimoji="0" lang="ko-KR" altLang="en-US" sz="800" b="1" i="0" u="none" strike="noStrike" kern="0" cap="none" spc="0" normalizeH="0" baseline="0" noProof="0">
              <a:ln>
                <a:solidFill>
                  <a:srgbClr val="808080">
                    <a:alpha val="0"/>
                  </a:srgbClr>
                </a:solidFill>
              </a:ln>
              <a:solidFill>
                <a:srgbClr val="323232"/>
              </a:solidFill>
              <a:effectLst/>
              <a:uLnTx/>
              <a:uFillTx/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60" name="사각형: 둥근 모서리 30">
            <a:extLst>
              <a:ext uri="{FF2B5EF4-FFF2-40B4-BE49-F238E27FC236}">
                <a16:creationId xmlns:a16="http://schemas.microsoft.com/office/drawing/2014/main" id="{F621DC09-9925-800F-4F04-15E71DD35359}"/>
              </a:ext>
            </a:extLst>
          </p:cNvPr>
          <p:cNvSpPr/>
          <p:nvPr/>
        </p:nvSpPr>
        <p:spPr>
          <a:xfrm>
            <a:off x="2835412" y="2851529"/>
            <a:ext cx="1250998" cy="347447"/>
          </a:xfrm>
          <a:prstGeom prst="roundRect">
            <a:avLst/>
          </a:prstGeom>
          <a:solidFill>
            <a:srgbClr val="F4B183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200" b="1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신규</a:t>
            </a:r>
            <a:r>
              <a:rPr lang="ko-KR" altLang="en-US" sz="1200" b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b="1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10</a:t>
            </a:r>
            <a:r>
              <a:rPr lang="ko-KR" altLang="en-US" sz="1200" b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latin typeface="+mn-ea"/>
              </a:rPr>
              <a:t>종</a:t>
            </a:r>
            <a:endParaRPr lang="en-US" altLang="ko-KR" sz="1200" b="1" spc="-7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61" name="직사각형 186">
            <a:extLst>
              <a:ext uri="{FF2B5EF4-FFF2-40B4-BE49-F238E27FC236}">
                <a16:creationId xmlns:a16="http://schemas.microsoft.com/office/drawing/2014/main" id="{9AF481F2-5080-2160-4BCE-A1B538FF3818}"/>
              </a:ext>
            </a:extLst>
          </p:cNvPr>
          <p:cNvSpPr/>
          <p:nvPr/>
        </p:nvSpPr>
        <p:spPr>
          <a:xfrm>
            <a:off x="4352827" y="3039973"/>
            <a:ext cx="1743173" cy="527351"/>
          </a:xfrm>
          <a:prstGeom prst="roundRect">
            <a:avLst>
              <a:gd name="adj" fmla="val 14403"/>
            </a:avLst>
          </a:prstGeom>
          <a:solidFill>
            <a:srgbClr val="ED7D31"/>
          </a:solidFill>
          <a:ln w="3175" cap="flat" cmpd="sng" algn="ctr">
            <a:noFill/>
            <a:prstDash val="solid"/>
          </a:ln>
          <a:effectLst/>
        </p:spPr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n-cs"/>
              </a:rPr>
              <a:t>To-Be</a:t>
            </a:r>
            <a:br>
              <a:rPr kumimoji="0" lang="en-US" altLang="ko-KR" sz="1200" b="1" i="0" u="none" strike="noStrike" kern="0" cap="none" spc="0" normalizeH="0" baseline="0" noProof="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n-cs"/>
              </a:rPr>
            </a:br>
            <a:r>
              <a:rPr kumimoji="0" lang="ko-KR" altLang="en-US" sz="1200" b="1" i="0" u="none" strike="noStrike" kern="0" cap="none" spc="0" normalizeH="0" baseline="0" noProof="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n-cs"/>
              </a:rPr>
              <a:t>적용 방안 및 모델 수립 </a:t>
            </a:r>
          </a:p>
        </p:txBody>
      </p:sp>
      <p:sp>
        <p:nvSpPr>
          <p:cNvPr id="62" name="직사각형 186">
            <a:extLst>
              <a:ext uri="{FF2B5EF4-FFF2-40B4-BE49-F238E27FC236}">
                <a16:creationId xmlns:a16="http://schemas.microsoft.com/office/drawing/2014/main" id="{AEEAD836-10DE-E690-6489-F5EA1925A29D}"/>
              </a:ext>
            </a:extLst>
          </p:cNvPr>
          <p:cNvSpPr/>
          <p:nvPr/>
        </p:nvSpPr>
        <p:spPr>
          <a:xfrm>
            <a:off x="9879783" y="2854779"/>
            <a:ext cx="1484912" cy="371134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</a:ln>
          <a:effectLst/>
        </p:spPr>
        <p:txBody>
          <a:bodyPr lIns="0" tIns="0" rIns="0" bIns="0" rtlCol="0" anchor="ctr" anchorCtr="0"/>
          <a:lstStyle/>
          <a:p>
            <a:pPr lvl="0" algn="ctr" defTabSz="457200" latinLnBrk="0">
              <a:spcAft>
                <a:spcPts val="600"/>
              </a:spcAft>
              <a:defRPr/>
            </a:pPr>
            <a:r>
              <a:rPr lang="ko-KR" altLang="en-US" sz="1200" kern="0" spc="-10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위험평가 및 완화 방안</a:t>
            </a:r>
            <a:endParaRPr lang="ko-KR" altLang="en-US" sz="1200" kern="0" spc="-70">
              <a:ln>
                <a:solidFill>
                  <a:srgbClr val="80808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63" name="직사각형 186">
            <a:extLst>
              <a:ext uri="{FF2B5EF4-FFF2-40B4-BE49-F238E27FC236}">
                <a16:creationId xmlns:a16="http://schemas.microsoft.com/office/drawing/2014/main" id="{724765A6-461B-E657-0137-C402710BF70F}"/>
              </a:ext>
            </a:extLst>
          </p:cNvPr>
          <p:cNvSpPr/>
          <p:nvPr/>
        </p:nvSpPr>
        <p:spPr>
          <a:xfrm>
            <a:off x="9879783" y="3394949"/>
            <a:ext cx="1484912" cy="371134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</a:ln>
          <a:effectLst/>
        </p:spPr>
        <p:txBody>
          <a:bodyPr lIns="0" tIns="0" rIns="0" bIns="0" rtlCol="0" anchor="ctr" anchorCtr="0"/>
          <a:lstStyle/>
          <a:p>
            <a:pPr algn="ctr">
              <a:spcAft>
                <a:spcPts val="600"/>
              </a:spcAft>
            </a:pPr>
            <a:r>
              <a:rPr lang="ko-KR" altLang="en-US" sz="1200" kern="0" spc="-10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위험평가</a:t>
            </a:r>
            <a:r>
              <a:rPr lang="en-US" altLang="ko-KR" sz="1200" kern="0" spc="-10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ea typeface="맑은 고딕" panose="020B0503020000020004" pitchFamily="50" charset="-127"/>
              </a:rPr>
              <a:t>〮</a:t>
            </a:r>
            <a:r>
              <a:rPr lang="ko-KR" altLang="en-US" sz="1200" kern="0" spc="-10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관리시스템 구축 요건</a:t>
            </a:r>
            <a:endParaRPr lang="en-US" altLang="ko-KR" sz="1200" kern="0" spc="-100">
              <a:ln>
                <a:solidFill>
                  <a:srgbClr val="80808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64" name="직사각형 186">
            <a:extLst>
              <a:ext uri="{FF2B5EF4-FFF2-40B4-BE49-F238E27FC236}">
                <a16:creationId xmlns:a16="http://schemas.microsoft.com/office/drawing/2014/main" id="{408576A0-2650-98C6-275B-1F212E70A064}"/>
              </a:ext>
            </a:extLst>
          </p:cNvPr>
          <p:cNvSpPr/>
          <p:nvPr/>
        </p:nvSpPr>
        <p:spPr>
          <a:xfrm>
            <a:off x="9879783" y="3935119"/>
            <a:ext cx="1484912" cy="371134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</a:ln>
          <a:effectLst/>
        </p:spPr>
        <p:txBody>
          <a:bodyPr lIns="0" tIns="0" rIns="0" bIns="0" rtlCol="0" anchor="ctr" anchorCtr="0"/>
          <a:lstStyle/>
          <a:p>
            <a:pPr algn="ctr">
              <a:spcAft>
                <a:spcPts val="600"/>
              </a:spcAft>
            </a:pPr>
            <a:r>
              <a:rPr lang="en-US" altLang="ko-KR" sz="1200" kern="0" spc="-10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 </a:t>
            </a:r>
            <a:r>
              <a:rPr lang="ko-KR" altLang="en-US" sz="1200" kern="0" spc="-10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성능 품질 평가 및 고도화 방안</a:t>
            </a:r>
          </a:p>
        </p:txBody>
      </p:sp>
      <p:cxnSp>
        <p:nvCxnSpPr>
          <p:cNvPr id="65" name="직선 연결선 12">
            <a:extLst>
              <a:ext uri="{FF2B5EF4-FFF2-40B4-BE49-F238E27FC236}">
                <a16:creationId xmlns:a16="http://schemas.microsoft.com/office/drawing/2014/main" id="{7C92951F-4C6E-D3C9-EFE5-54E35CB385E3}"/>
              </a:ext>
            </a:extLst>
          </p:cNvPr>
          <p:cNvCxnSpPr>
            <a:cxnSpLocks/>
          </p:cNvCxnSpPr>
          <p:nvPr/>
        </p:nvCxnSpPr>
        <p:spPr>
          <a:xfrm>
            <a:off x="2780838" y="2851529"/>
            <a:ext cx="0" cy="1510823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사각형: 둥근 모서리 20">
            <a:extLst>
              <a:ext uri="{FF2B5EF4-FFF2-40B4-BE49-F238E27FC236}">
                <a16:creationId xmlns:a16="http://schemas.microsoft.com/office/drawing/2014/main" id="{8A53B2FF-71FF-EF47-283E-1CB04675C0CF}"/>
              </a:ext>
            </a:extLst>
          </p:cNvPr>
          <p:cNvSpPr/>
          <p:nvPr/>
        </p:nvSpPr>
        <p:spPr>
          <a:xfrm>
            <a:off x="1475265" y="4469757"/>
            <a:ext cx="1250998" cy="34744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200" b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latin typeface="+mn-ea"/>
              </a:rPr>
              <a:t>기타 </a:t>
            </a:r>
            <a:r>
              <a:rPr lang="en-US" altLang="ko-KR" sz="1200" b="1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2</a:t>
            </a:r>
            <a:r>
              <a:rPr lang="ko-KR" altLang="en-US" sz="1200" b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latin typeface="+mn-ea"/>
              </a:rPr>
              <a:t>종</a:t>
            </a:r>
            <a:endParaRPr lang="en-US" altLang="ko-KR" sz="1200" b="1" spc="-7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67" name="직사각형 186">
            <a:extLst>
              <a:ext uri="{FF2B5EF4-FFF2-40B4-BE49-F238E27FC236}">
                <a16:creationId xmlns:a16="http://schemas.microsoft.com/office/drawing/2014/main" id="{DB7F4B35-5F3E-CDF2-F2D5-022CBE70EAEA}"/>
              </a:ext>
            </a:extLst>
          </p:cNvPr>
          <p:cNvSpPr/>
          <p:nvPr/>
        </p:nvSpPr>
        <p:spPr>
          <a:xfrm>
            <a:off x="2836168" y="4505466"/>
            <a:ext cx="1250242" cy="164076"/>
          </a:xfrm>
          <a:prstGeom prst="foldedCorner">
            <a:avLst>
              <a:gd name="adj" fmla="val 0"/>
            </a:avLst>
          </a:prstGeom>
          <a:noFill/>
          <a:ln w="3175" cap="flat" cmpd="sng" algn="ctr">
            <a:noFill/>
            <a:prstDash val="solid"/>
          </a:ln>
          <a:effectLst/>
        </p:spPr>
        <p:txBody>
          <a:bodyPr lIns="0" tIns="0" rIns="0" bIns="0" rtlCol="0" anchor="ctr" anchorCtr="0"/>
          <a:lstStyle/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800" b="0" i="0" u="none" strike="noStrike" kern="0" cap="none" spc="-100" normalizeH="0" baseline="0" noProof="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srgbClr val="323232"/>
                </a:solidFill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신용정보법</a:t>
            </a:r>
            <a:endParaRPr kumimoji="0" lang="en-US" altLang="ko-KR" sz="800" b="0" i="0" u="none" strike="noStrike" kern="0" cap="none" spc="-100" normalizeH="0" baseline="0" noProof="0">
              <a:ln>
                <a:solidFill>
                  <a:srgbClr val="808080">
                    <a:alpha val="0"/>
                  </a:srgbClr>
                </a:solidFill>
              </a:ln>
              <a:solidFill>
                <a:srgbClr val="323232"/>
              </a:solidFill>
              <a:effectLst/>
              <a:uLnTx/>
              <a:uFillTx/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69" name="직사각형 186">
            <a:extLst>
              <a:ext uri="{FF2B5EF4-FFF2-40B4-BE49-F238E27FC236}">
                <a16:creationId xmlns:a16="http://schemas.microsoft.com/office/drawing/2014/main" id="{8979512F-E6EA-1316-1DE8-9E6C03515A24}"/>
              </a:ext>
            </a:extLst>
          </p:cNvPr>
          <p:cNvSpPr/>
          <p:nvPr/>
        </p:nvSpPr>
        <p:spPr>
          <a:xfrm>
            <a:off x="2836168" y="4668211"/>
            <a:ext cx="1250242" cy="164076"/>
          </a:xfrm>
          <a:prstGeom prst="foldedCorner">
            <a:avLst>
              <a:gd name="adj" fmla="val 0"/>
            </a:avLst>
          </a:prstGeom>
          <a:noFill/>
          <a:ln w="3175" cap="flat" cmpd="sng" algn="ctr">
            <a:noFill/>
            <a:prstDash val="solid"/>
          </a:ln>
          <a:effectLst/>
        </p:spPr>
        <p:txBody>
          <a:bodyPr lIns="0" tIns="0" rIns="0" bIns="0" rtlCol="0" anchor="ctr" anchorCtr="0"/>
          <a:lstStyle/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800" i="0" u="none" strike="noStrike" kern="0" cap="none" spc="0" normalizeH="0" baseline="0" noProof="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srgbClr val="323232"/>
                </a:solidFill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개인정보보호법</a:t>
            </a:r>
          </a:p>
        </p:txBody>
      </p:sp>
      <p:cxnSp>
        <p:nvCxnSpPr>
          <p:cNvPr id="70" name="직선 연결선 24">
            <a:extLst>
              <a:ext uri="{FF2B5EF4-FFF2-40B4-BE49-F238E27FC236}">
                <a16:creationId xmlns:a16="http://schemas.microsoft.com/office/drawing/2014/main" id="{3BE374C6-B273-68F4-209B-E5E3052340AB}"/>
              </a:ext>
            </a:extLst>
          </p:cNvPr>
          <p:cNvCxnSpPr>
            <a:cxnSpLocks/>
          </p:cNvCxnSpPr>
          <p:nvPr/>
        </p:nvCxnSpPr>
        <p:spPr>
          <a:xfrm flipV="1">
            <a:off x="1475265" y="4421683"/>
            <a:ext cx="2611145" cy="4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" name="그룹 78">
            <a:extLst>
              <a:ext uri="{FF2B5EF4-FFF2-40B4-BE49-F238E27FC236}">
                <a16:creationId xmlns:a16="http://schemas.microsoft.com/office/drawing/2014/main" id="{FDC90DEF-31CC-85E1-6952-6E2C0EC6A792}"/>
              </a:ext>
            </a:extLst>
          </p:cNvPr>
          <p:cNvGrpSpPr/>
          <p:nvPr/>
        </p:nvGrpSpPr>
        <p:grpSpPr>
          <a:xfrm>
            <a:off x="407988" y="1374190"/>
            <a:ext cx="11376025" cy="362535"/>
            <a:chOff x="407988" y="1722930"/>
            <a:chExt cx="5510674" cy="362535"/>
          </a:xfrm>
        </p:grpSpPr>
        <p:sp>
          <p:nvSpPr>
            <p:cNvPr id="71" name="직사각형 79">
              <a:extLst>
                <a:ext uri="{FF2B5EF4-FFF2-40B4-BE49-F238E27FC236}">
                  <a16:creationId xmlns:a16="http://schemas.microsoft.com/office/drawing/2014/main" id="{13034632-9A11-DC02-773F-ED5255EE7CF9}"/>
                </a:ext>
              </a:extLst>
            </p:cNvPr>
            <p:cNvSpPr/>
            <p:nvPr/>
          </p:nvSpPr>
          <p:spPr>
            <a:xfrm>
              <a:off x="407988" y="1722930"/>
              <a:ext cx="5510674" cy="36253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ctr">
              <a:noAutofit/>
            </a:bodyPr>
            <a:lstStyle/>
            <a:p>
              <a:pPr defTabSz="914400" latinLnBrk="1">
                <a:lnSpc>
                  <a:spcPct val="90000"/>
                </a:lnSpc>
                <a:spcBef>
                  <a:spcPts val="1000"/>
                </a:spcBef>
              </a:pPr>
              <a:r>
                <a:rPr lang="ko-KR" altLang="en-US" sz="1400" b="1" spc="-150" err="1">
                  <a:ln>
                    <a:solidFill>
                      <a:srgbClr val="41A050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Pretendard SemiBold" panose="02000703000000020004" pitchFamily="50" charset="-127"/>
                </a:rPr>
                <a:t>미래에셋증권</a:t>
              </a:r>
              <a:r>
                <a:rPr lang="ko-KR" altLang="en-US" sz="1400" b="1" spc="-150">
                  <a:ln>
                    <a:solidFill>
                      <a:srgbClr val="41A050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Pretendard SemiBold" panose="02000703000000020004" pitchFamily="50" charset="-127"/>
                </a:rPr>
                <a:t> </a:t>
              </a:r>
              <a:r>
                <a:rPr lang="en-US" altLang="ko-KR" sz="1400" b="1" spc="-150">
                  <a:ln>
                    <a:solidFill>
                      <a:srgbClr val="41A050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Pretendard SemiBold" panose="02000703000000020004" pitchFamily="50" charset="-127"/>
                </a:rPr>
                <a:t>AI</a:t>
              </a:r>
              <a:r>
                <a:rPr lang="ko-KR" altLang="en-US" sz="1400" b="1" spc="-150">
                  <a:ln>
                    <a:solidFill>
                      <a:srgbClr val="41A050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Pretendard SemiBold" panose="02000703000000020004" pitchFamily="50" charset="-127"/>
                </a:rPr>
                <a:t>거버넌스 컨설팅 추진 경과</a:t>
              </a:r>
            </a:p>
          </p:txBody>
        </p:sp>
        <p:cxnSp>
          <p:nvCxnSpPr>
            <p:cNvPr id="72" name="직선 연결선 80">
              <a:extLst>
                <a:ext uri="{FF2B5EF4-FFF2-40B4-BE49-F238E27FC236}">
                  <a16:creationId xmlns:a16="http://schemas.microsoft.com/office/drawing/2014/main" id="{12F842AE-949E-691B-D650-1129455B3C88}"/>
                </a:ext>
              </a:extLst>
            </p:cNvPr>
            <p:cNvCxnSpPr>
              <a:cxnSpLocks/>
            </p:cNvCxnSpPr>
            <p:nvPr/>
          </p:nvCxnSpPr>
          <p:spPr>
            <a:xfrm>
              <a:off x="407988" y="2085465"/>
              <a:ext cx="5510674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4" name="직사각형 186">
            <a:extLst>
              <a:ext uri="{FF2B5EF4-FFF2-40B4-BE49-F238E27FC236}">
                <a16:creationId xmlns:a16="http://schemas.microsoft.com/office/drawing/2014/main" id="{243B4991-71E8-0AFE-3983-CC56C43C4D5C}"/>
              </a:ext>
            </a:extLst>
          </p:cNvPr>
          <p:cNvSpPr/>
          <p:nvPr/>
        </p:nvSpPr>
        <p:spPr>
          <a:xfrm>
            <a:off x="2836168" y="3869935"/>
            <a:ext cx="1250242" cy="164076"/>
          </a:xfrm>
          <a:prstGeom prst="foldedCorner">
            <a:avLst>
              <a:gd name="adj" fmla="val 0"/>
            </a:avLst>
          </a:prstGeom>
          <a:noFill/>
          <a:ln w="3175" cap="flat" cmpd="sng" algn="ctr">
            <a:noFill/>
            <a:prstDash val="solid"/>
          </a:ln>
          <a:effectLst/>
        </p:spPr>
        <p:txBody>
          <a:bodyPr lIns="0" tIns="0" rIns="0" bIns="0" rtlCol="0" anchor="ctr" anchorCtr="0"/>
          <a:lstStyle/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800" b="0" i="0" u="none" strike="noStrike" kern="0" cap="none" spc="-100" normalizeH="0" baseline="0" noProof="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srgbClr val="323232"/>
                </a:solidFill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안전성 확보 고시</a:t>
            </a:r>
            <a:endParaRPr kumimoji="0" lang="en-US" altLang="ko-KR" sz="800" b="0" i="0" u="none" strike="noStrike" kern="0" cap="none" spc="-100" normalizeH="0" baseline="0" noProof="0">
              <a:ln>
                <a:solidFill>
                  <a:srgbClr val="808080">
                    <a:alpha val="0"/>
                  </a:srgbClr>
                </a:solidFill>
              </a:ln>
              <a:solidFill>
                <a:srgbClr val="323232"/>
              </a:solidFill>
              <a:effectLst/>
              <a:uLnTx/>
              <a:uFillTx/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85" name="직사각형 186">
            <a:extLst>
              <a:ext uri="{FF2B5EF4-FFF2-40B4-BE49-F238E27FC236}">
                <a16:creationId xmlns:a16="http://schemas.microsoft.com/office/drawing/2014/main" id="{549D8DCF-AB7F-248B-3D62-3873AE820E53}"/>
              </a:ext>
            </a:extLst>
          </p:cNvPr>
          <p:cNvSpPr/>
          <p:nvPr/>
        </p:nvSpPr>
        <p:spPr>
          <a:xfrm>
            <a:off x="6425338" y="2719086"/>
            <a:ext cx="1633403" cy="204303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</a:ln>
          <a:effectLst/>
        </p:spPr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0" cap="none" spc="-100" normalizeH="0" baseline="0" noProof="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0" lang="ko-KR" altLang="en-US" sz="1100" b="0" i="0" u="none" strike="noStrike" kern="0" cap="none" spc="-100" normalizeH="0" baseline="0" noProof="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윤리기준</a:t>
            </a:r>
            <a:endParaRPr kumimoji="0" lang="ko-KR" altLang="en-US" sz="1100" b="0" i="0" u="none" strike="noStrike" kern="0" cap="none" spc="-70" normalizeH="0" baseline="0" noProof="0">
              <a:ln>
                <a:solidFill>
                  <a:srgbClr val="80808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CB3E6B74-A1F9-1EBC-8308-5972AF1518A5}"/>
              </a:ext>
            </a:extLst>
          </p:cNvPr>
          <p:cNvGrpSpPr/>
          <p:nvPr/>
        </p:nvGrpSpPr>
        <p:grpSpPr>
          <a:xfrm>
            <a:off x="8287683" y="2414222"/>
            <a:ext cx="1398827" cy="1439963"/>
            <a:chOff x="6246743" y="3916675"/>
            <a:chExt cx="1990593" cy="842659"/>
          </a:xfrm>
        </p:grpSpPr>
        <p:sp>
          <p:nvSpPr>
            <p:cNvPr id="86" name="직사각형 186">
              <a:extLst>
                <a:ext uri="{FF2B5EF4-FFF2-40B4-BE49-F238E27FC236}">
                  <a16:creationId xmlns:a16="http://schemas.microsoft.com/office/drawing/2014/main" id="{CE0FA28F-EDB9-F277-6B52-78C84C62C903}"/>
                </a:ext>
              </a:extLst>
            </p:cNvPr>
            <p:cNvSpPr/>
            <p:nvPr/>
          </p:nvSpPr>
          <p:spPr>
            <a:xfrm>
              <a:off x="6246743" y="3916675"/>
              <a:ext cx="1990593" cy="842659"/>
            </a:xfrm>
            <a:prstGeom prst="roundRect">
              <a:avLst>
                <a:gd name="adj" fmla="val 7867"/>
              </a:avLst>
            </a:prstGeom>
            <a:solidFill>
              <a:srgbClr val="ED7D31"/>
            </a:solidFill>
            <a:ln w="3175" cap="flat" cmpd="sng" algn="ctr">
              <a:noFill/>
              <a:prstDash val="solid"/>
            </a:ln>
            <a:effectLst/>
          </p:spPr>
          <p:txBody>
            <a:bodyPr lIns="0" tIns="36000" rIns="0" bIns="0" rtlCol="0" anchor="t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0" cap="none" spc="-100" normalizeH="0" baseline="0" noProof="0">
                  <a:ln>
                    <a:solidFill>
                      <a:srgbClr val="808080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/>
                  <a:uLnTx/>
                  <a:uFillTx/>
                  <a:latin typeface="+mn-ea"/>
                  <a:cs typeface="+mn-cs"/>
                </a:rPr>
                <a:t>생성형 </a:t>
              </a:r>
              <a:r>
                <a:rPr kumimoji="0" lang="en-US" altLang="ko-KR" sz="1200" b="1" i="0" u="none" strike="noStrike" kern="0" cap="none" spc="-100" normalizeH="0" baseline="0" noProof="0">
                  <a:ln>
                    <a:solidFill>
                      <a:srgbClr val="808080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/>
                  <a:uLnTx/>
                  <a:uFillTx/>
                  <a:latin typeface="+mn-ea"/>
                  <a:cs typeface="+mn-cs"/>
                </a:rPr>
                <a:t>AI</a:t>
              </a:r>
              <a:r>
                <a:rPr lang="ko-KR" altLang="en-US" sz="1200" b="1" kern="0" spc="-100">
                  <a:ln>
                    <a:solidFill>
                      <a:srgbClr val="808080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+mn-ea"/>
                </a:rPr>
                <a:t>특화 보안 대책</a:t>
              </a:r>
              <a:endParaRPr kumimoji="0" lang="ko-KR" altLang="en-US" sz="1100" b="1" i="0" u="none" strike="noStrike" kern="0" cap="none" spc="-100" normalizeH="0" baseline="0" noProof="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87" name="직사각형 186">
              <a:extLst>
                <a:ext uri="{FF2B5EF4-FFF2-40B4-BE49-F238E27FC236}">
                  <a16:creationId xmlns:a16="http://schemas.microsoft.com/office/drawing/2014/main" id="{835BEF3C-3CC7-2D32-C4F1-35FCE0B66048}"/>
                </a:ext>
              </a:extLst>
            </p:cNvPr>
            <p:cNvSpPr/>
            <p:nvPr/>
          </p:nvSpPr>
          <p:spPr>
            <a:xfrm>
              <a:off x="6425338" y="4215130"/>
              <a:ext cx="1633403" cy="204303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noFill/>
              <a:prstDash val="solid"/>
            </a:ln>
            <a:effectLst/>
          </p:spPr>
          <p:txBody>
            <a:bodyPr lIns="0" tIns="0" rIns="0" b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0" i="0" u="none" strike="noStrike" kern="0" cap="none" spc="-100" normalizeH="0" baseline="0" noProof="0">
                  <a:ln>
                    <a:solidFill>
                      <a:srgbClr val="808080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rPr>
                <a:t>보안 대책서</a:t>
              </a:r>
              <a:endParaRPr kumimoji="0" lang="ko-KR" altLang="en-US" sz="1100" b="0" i="0" u="none" strike="noStrike" kern="0" cap="none" spc="-70" normalizeH="0" baseline="0" noProof="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88" name="직사각형 186">
              <a:extLst>
                <a:ext uri="{FF2B5EF4-FFF2-40B4-BE49-F238E27FC236}">
                  <a16:creationId xmlns:a16="http://schemas.microsoft.com/office/drawing/2014/main" id="{0EDE14A1-0A9C-E525-E7E0-7D064D6C28FB}"/>
                </a:ext>
              </a:extLst>
            </p:cNvPr>
            <p:cNvSpPr/>
            <p:nvPr/>
          </p:nvSpPr>
          <p:spPr>
            <a:xfrm>
              <a:off x="6425338" y="4490314"/>
              <a:ext cx="1633403" cy="204303"/>
            </a:xfrm>
            <a:prstGeom prst="roundRect">
              <a:avLst/>
            </a:prstGeom>
            <a:solidFill>
              <a:schemeClr val="bg1"/>
            </a:solidFill>
            <a:ln w="3175" cap="flat" cmpd="sng" algn="ctr">
              <a:noFill/>
              <a:prstDash val="solid"/>
            </a:ln>
            <a:effectLst/>
          </p:spPr>
          <p:txBody>
            <a:bodyPr lIns="0" tIns="0" rIns="0" bIns="0"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0" i="0" u="none" strike="noStrike" kern="0" cap="none" spc="-100" normalizeH="0" baseline="0" noProof="0">
                  <a:ln>
                    <a:solidFill>
                      <a:srgbClr val="808080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rPr>
                <a:t>보안 매뉴얼</a:t>
              </a:r>
              <a:endParaRPr kumimoji="0" lang="ko-KR" altLang="en-US" sz="1100" b="0" i="0" u="none" strike="noStrike" kern="0" cap="none" spc="-70" normalizeH="0" baseline="0" noProof="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</p:grpSp>
      <p:sp>
        <p:nvSpPr>
          <p:cNvPr id="91" name="직사각형 186">
            <a:extLst>
              <a:ext uri="{FF2B5EF4-FFF2-40B4-BE49-F238E27FC236}">
                <a16:creationId xmlns:a16="http://schemas.microsoft.com/office/drawing/2014/main" id="{DDB5F772-4D14-16F7-BB7F-25C5450C060C}"/>
              </a:ext>
            </a:extLst>
          </p:cNvPr>
          <p:cNvSpPr/>
          <p:nvPr/>
        </p:nvSpPr>
        <p:spPr>
          <a:xfrm>
            <a:off x="6365957" y="4273110"/>
            <a:ext cx="1536472" cy="204303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</a:ln>
          <a:effectLst/>
        </p:spPr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-100" normalizeH="0" baseline="0" noProof="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템플릿</a:t>
            </a:r>
            <a:endParaRPr kumimoji="0" lang="ko-KR" altLang="en-US" sz="1100" b="0" i="0" u="none" strike="noStrike" kern="0" cap="none" spc="-70" normalizeH="0" baseline="0" noProof="0">
              <a:ln>
                <a:solidFill>
                  <a:srgbClr val="80808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92" name="직사각형 186">
            <a:extLst>
              <a:ext uri="{FF2B5EF4-FFF2-40B4-BE49-F238E27FC236}">
                <a16:creationId xmlns:a16="http://schemas.microsoft.com/office/drawing/2014/main" id="{DA6AA5B9-2FDF-740B-9064-D63259CA2D95}"/>
              </a:ext>
            </a:extLst>
          </p:cNvPr>
          <p:cNvSpPr/>
          <p:nvPr/>
        </p:nvSpPr>
        <p:spPr>
          <a:xfrm>
            <a:off x="8024536" y="4273110"/>
            <a:ext cx="1536472" cy="204303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</a:ln>
          <a:effectLst/>
        </p:spPr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-100" normalizeH="0" baseline="0" noProof="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체크리스트</a:t>
            </a:r>
            <a:endParaRPr kumimoji="0" lang="ko-KR" altLang="en-US" sz="1100" b="0" i="0" u="none" strike="noStrike" kern="0" cap="none" spc="-70" normalizeH="0" baseline="0" noProof="0">
              <a:ln>
                <a:solidFill>
                  <a:srgbClr val="80808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94" name="Rectangle: Rounded Corners 50">
            <a:extLst>
              <a:ext uri="{FF2B5EF4-FFF2-40B4-BE49-F238E27FC236}">
                <a16:creationId xmlns:a16="http://schemas.microsoft.com/office/drawing/2014/main" id="{70C170F8-21CF-AD13-E12B-0C2CD2B7ACC1}"/>
              </a:ext>
            </a:extLst>
          </p:cNvPr>
          <p:cNvSpPr/>
          <p:nvPr/>
        </p:nvSpPr>
        <p:spPr>
          <a:xfrm>
            <a:off x="6589546" y="4792495"/>
            <a:ext cx="2938390" cy="218055"/>
          </a:xfrm>
          <a:prstGeom prst="rect">
            <a:avLst/>
          </a:prstGeom>
          <a:noFill/>
          <a:ln w="19050">
            <a:noFill/>
            <a:prstDash val="dash"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i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“ </a:t>
            </a:r>
            <a:r>
              <a:rPr lang="ko-KR" altLang="en-US" sz="1000" b="1" i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담당자 리뷰 완료 </a:t>
            </a:r>
            <a:r>
              <a:rPr lang="en-US" altLang="ko-KR" sz="1000" b="1" i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&amp;</a:t>
            </a:r>
            <a:r>
              <a:rPr lang="ko-KR" altLang="en-US" sz="1000" b="1" i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법무검토 및 </a:t>
            </a:r>
            <a:r>
              <a:rPr lang="ko-KR" altLang="en-US" sz="1000" b="1" i="1" spc="-7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유관부서</a:t>
            </a:r>
            <a:r>
              <a:rPr lang="ko-KR" altLang="en-US" sz="1000" b="1" i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리뷰 진행中</a:t>
            </a:r>
            <a:r>
              <a:rPr lang="en-US" altLang="ko-KR" sz="1000" b="1" i="1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”</a:t>
            </a:r>
            <a:endParaRPr kumimoji="0" lang="ko-KR" altLang="en-US" sz="1000" b="1" i="1" u="none" strike="noStrike" kern="1200" cap="none" spc="-7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1935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6EE2474-4D0A-501E-9A46-2A929E412BD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II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．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AI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거버넌스 컨설팅 추진 내역</a:t>
            </a:r>
            <a:endParaRPr lang="en-US" altLang="ko-KR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528C01E-0055-89F3-6121-E2AE9B0820E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AI</a:t>
            </a:r>
            <a:r>
              <a:rPr lang="ko-KR" altLang="en-US"/>
              <a:t>거버넌스 분석 대상 및 요건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C765919-4B87-FE2E-F557-5DE9881119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금융분야 정책 준수를 위해 확정 </a:t>
            </a:r>
            <a:r>
              <a:rPr lang="en-US" altLang="ko-KR"/>
              <a:t>4</a:t>
            </a:r>
            <a:r>
              <a:rPr lang="ko-KR" altLang="en-US"/>
              <a:t>종 및 기타 </a:t>
            </a:r>
            <a:r>
              <a:rPr lang="en-US" altLang="ko-KR"/>
              <a:t>2</a:t>
            </a:r>
            <a:r>
              <a:rPr lang="ko-KR" altLang="en-US"/>
              <a:t>종을 포함한 </a:t>
            </a:r>
            <a:r>
              <a:rPr lang="en-US" altLang="ko-KR"/>
              <a:t>AI</a:t>
            </a:r>
            <a:r>
              <a:rPr lang="ko-KR" altLang="en-US"/>
              <a:t>거버넌스 체계를 기반으로</a:t>
            </a:r>
            <a:r>
              <a:rPr lang="en-US" altLang="ko-KR"/>
              <a:t>, </a:t>
            </a:r>
            <a:r>
              <a:rPr lang="ko-KR" altLang="en-US"/>
              <a:t>프로젝트 기간 內 게재된 신규 </a:t>
            </a:r>
            <a:r>
              <a:rPr lang="en-US" altLang="ko-KR"/>
              <a:t>10</a:t>
            </a:r>
            <a:r>
              <a:rPr lang="ko-KR" altLang="en-US"/>
              <a:t>종에 관한 </a:t>
            </a:r>
            <a:r>
              <a:rPr lang="en-US" altLang="ko-KR"/>
              <a:t>AI</a:t>
            </a:r>
            <a:r>
              <a:rPr lang="ko-KR" altLang="en-US"/>
              <a:t>거버넌스 체계 수립을 완료함</a:t>
            </a:r>
          </a:p>
        </p:txBody>
      </p:sp>
      <p:sp>
        <p:nvSpPr>
          <p:cNvPr id="5" name="사각형: 둥근 모서리 20">
            <a:extLst>
              <a:ext uri="{FF2B5EF4-FFF2-40B4-BE49-F238E27FC236}">
                <a16:creationId xmlns:a16="http://schemas.microsoft.com/office/drawing/2014/main" id="{79166B77-D574-BC7B-6E4A-AFA2CD9DE2B2}"/>
              </a:ext>
            </a:extLst>
          </p:cNvPr>
          <p:cNvSpPr/>
          <p:nvPr/>
        </p:nvSpPr>
        <p:spPr>
          <a:xfrm>
            <a:off x="6342730" y="1733890"/>
            <a:ext cx="1775161" cy="324983"/>
          </a:xfrm>
          <a:prstGeom prst="roundRect">
            <a:avLst>
              <a:gd name="adj" fmla="val 0"/>
            </a:avLst>
          </a:prstGeom>
          <a:solidFill>
            <a:srgbClr val="F4B183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요건 상위 분류</a:t>
            </a:r>
            <a:endParaRPr lang="en" altLang="ko-KR" sz="1200" b="1" spc="-1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16" name="사각형: 둥근 모서리 20">
            <a:extLst>
              <a:ext uri="{FF2B5EF4-FFF2-40B4-BE49-F238E27FC236}">
                <a16:creationId xmlns:a16="http://schemas.microsoft.com/office/drawing/2014/main" id="{4145FAE7-742C-B4EF-25A6-6FF3E4C816CF}"/>
              </a:ext>
            </a:extLst>
          </p:cNvPr>
          <p:cNvSpPr/>
          <p:nvPr/>
        </p:nvSpPr>
        <p:spPr>
          <a:xfrm>
            <a:off x="6342730" y="1355107"/>
            <a:ext cx="4595171" cy="324983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err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미래에셋증권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 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AI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거버넌스 요건</a:t>
            </a:r>
            <a:endParaRPr lang="en" altLang="ko-KR" sz="1400" b="1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48323303-47EB-B25C-31E0-E77725738AF4}"/>
              </a:ext>
            </a:extLst>
          </p:cNvPr>
          <p:cNvSpPr/>
          <p:nvPr/>
        </p:nvSpPr>
        <p:spPr>
          <a:xfrm>
            <a:off x="6342730" y="3818638"/>
            <a:ext cx="1775161" cy="27998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위험관리</a:t>
            </a:r>
            <a:r>
              <a:rPr kumimoji="1" lang="en-US" altLang="ko-KR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·</a:t>
            </a:r>
            <a:r>
              <a:rPr kumimoji="1" lang="ko-KR" altLang="en-US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영향평가</a:t>
            </a:r>
            <a:endParaRPr kumimoji="1" lang="en" altLang="ko-KR" sz="1100" b="1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5D7FDD6E-F71E-B637-C4F9-14E8DDDAC203}"/>
              </a:ext>
            </a:extLst>
          </p:cNvPr>
          <p:cNvSpPr/>
          <p:nvPr/>
        </p:nvSpPr>
        <p:spPr>
          <a:xfrm>
            <a:off x="6342730" y="3138721"/>
            <a:ext cx="1775161" cy="27998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임직원 교육</a:t>
            </a:r>
            <a:endParaRPr kumimoji="1" lang="en" altLang="ko-KR" sz="1100" b="1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3216A9D2-8770-9A5A-5347-E7C410976943}"/>
              </a:ext>
            </a:extLst>
          </p:cNvPr>
          <p:cNvSpPr/>
          <p:nvPr/>
        </p:nvSpPr>
        <p:spPr>
          <a:xfrm>
            <a:off x="6342730" y="2118845"/>
            <a:ext cx="1775161" cy="27998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정의</a:t>
            </a:r>
            <a:r>
              <a:rPr kumimoji="1" lang="en-US" altLang="ko-KR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·</a:t>
            </a:r>
            <a:r>
              <a:rPr kumimoji="1" lang="ko-KR" altLang="en-US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적용 범위</a:t>
            </a:r>
            <a:endParaRPr kumimoji="1" lang="en" altLang="ko-KR" sz="1100" b="1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4D8F2B4B-FAF2-76A0-4248-F18EB674F621}"/>
              </a:ext>
            </a:extLst>
          </p:cNvPr>
          <p:cNvSpPr/>
          <p:nvPr/>
        </p:nvSpPr>
        <p:spPr>
          <a:xfrm>
            <a:off x="6342730" y="2458803"/>
            <a:ext cx="1775161" cy="27998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거버넌스 구조</a:t>
            </a:r>
            <a:endParaRPr kumimoji="1" lang="en" altLang="ko-KR" sz="1100" b="1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B1512CC1-CF6B-2BA4-8ACF-E389DF38877F}"/>
              </a:ext>
            </a:extLst>
          </p:cNvPr>
          <p:cNvSpPr/>
          <p:nvPr/>
        </p:nvSpPr>
        <p:spPr>
          <a:xfrm>
            <a:off x="6342730" y="2798762"/>
            <a:ext cx="1775161" cy="27998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위</a:t>
            </a:r>
            <a:r>
              <a:rPr kumimoji="1" lang="en-US" altLang="ko-KR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·</a:t>
            </a:r>
            <a:r>
              <a:rPr kumimoji="1" lang="ko-KR" altLang="en-US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수탁 및 </a:t>
            </a:r>
            <a:br>
              <a:rPr kumimoji="1" lang="en-US" altLang="ko-KR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</a:br>
            <a:r>
              <a:rPr kumimoji="1" lang="ko-KR" altLang="en-US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이용자</a:t>
            </a:r>
            <a:r>
              <a:rPr kumimoji="1" lang="en-US" altLang="ko-KR" sz="1100" b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·</a:t>
            </a:r>
            <a:r>
              <a:rPr kumimoji="1" lang="ko-KR" altLang="en-US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금융소비자 보호</a:t>
            </a:r>
            <a:endParaRPr kumimoji="1" lang="en" altLang="ko-KR" sz="1100" b="1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DA15AC78-5AA7-6840-715F-F3994CDAC760}"/>
              </a:ext>
            </a:extLst>
          </p:cNvPr>
          <p:cNvSpPr/>
          <p:nvPr/>
        </p:nvSpPr>
        <p:spPr>
          <a:xfrm>
            <a:off x="6342730" y="3478679"/>
            <a:ext cx="1775161" cy="27998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규제준수</a:t>
            </a:r>
            <a:r>
              <a:rPr kumimoji="1" lang="en-US" altLang="ko-KR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·</a:t>
            </a:r>
            <a:r>
              <a:rPr kumimoji="1" lang="ko-KR" altLang="en-US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윤리기준</a:t>
            </a:r>
            <a:endParaRPr kumimoji="1" lang="en" altLang="ko-KR" sz="1100" b="1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B553061C-48C8-CF5C-65ED-72175C9CD311}"/>
              </a:ext>
            </a:extLst>
          </p:cNvPr>
          <p:cNvSpPr/>
          <p:nvPr/>
        </p:nvSpPr>
        <p:spPr>
          <a:xfrm>
            <a:off x="6342730" y="4158597"/>
            <a:ext cx="1775161" cy="27998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안전성</a:t>
            </a:r>
            <a:r>
              <a:rPr kumimoji="1" lang="en-US" altLang="ko-KR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·</a:t>
            </a:r>
            <a:r>
              <a:rPr kumimoji="1" lang="ko-KR" altLang="en-US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보안</a:t>
            </a:r>
            <a:endParaRPr kumimoji="1" lang="en" altLang="ko-KR" sz="1100" b="1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80E104A7-BE4E-ADEA-6C18-EEBB7FA82821}"/>
              </a:ext>
            </a:extLst>
          </p:cNvPr>
          <p:cNvSpPr/>
          <p:nvPr/>
        </p:nvSpPr>
        <p:spPr>
          <a:xfrm>
            <a:off x="6342730" y="4498555"/>
            <a:ext cx="1775161" cy="27998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투명성</a:t>
            </a:r>
            <a:r>
              <a:rPr kumimoji="1" lang="en-US" altLang="ko-KR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·</a:t>
            </a:r>
            <a:r>
              <a:rPr kumimoji="1" lang="ko-KR" altLang="en-US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설명가능성</a:t>
            </a:r>
            <a:endParaRPr kumimoji="1" lang="en" altLang="ko-KR" sz="1100" b="1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C042DB7E-AD41-D7CA-F2EC-9078D4555AF1}"/>
              </a:ext>
            </a:extLst>
          </p:cNvPr>
          <p:cNvSpPr/>
          <p:nvPr/>
        </p:nvSpPr>
        <p:spPr>
          <a:xfrm>
            <a:off x="6342730" y="4838514"/>
            <a:ext cx="1775161" cy="27998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공정성</a:t>
            </a:r>
            <a:endParaRPr kumimoji="1" lang="en" altLang="ko-KR" sz="1100" b="1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779F97D4-F932-9E44-626E-D4A0F4BB3B54}"/>
              </a:ext>
            </a:extLst>
          </p:cNvPr>
          <p:cNvSpPr/>
          <p:nvPr/>
        </p:nvSpPr>
        <p:spPr>
          <a:xfrm>
            <a:off x="6342730" y="5178473"/>
            <a:ext cx="1775161" cy="27998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defTabSz="45720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기획</a:t>
            </a:r>
            <a:r>
              <a:rPr kumimoji="1" lang="en-US" altLang="ko-KR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·</a:t>
            </a:r>
            <a:r>
              <a:rPr kumimoji="1" lang="ko-KR" altLang="en-US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개발</a:t>
            </a:r>
            <a:r>
              <a:rPr kumimoji="1" lang="en-US" altLang="ko-KR" sz="1100" b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·</a:t>
            </a:r>
            <a:r>
              <a:rPr kumimoji="1" lang="ko-KR" altLang="en-US" sz="1100" b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평가</a:t>
            </a:r>
            <a:r>
              <a:rPr kumimoji="1" lang="en-US" altLang="ko-KR" sz="1100" b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·</a:t>
            </a:r>
            <a:r>
              <a:rPr kumimoji="1" lang="ko-KR" altLang="en-US" sz="1100" b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점검</a:t>
            </a:r>
            <a:endParaRPr kumimoji="1" lang="en" altLang="ko-KR" sz="1100" b="1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421B6409-0AEC-DA18-681D-69354FCCD620}"/>
              </a:ext>
            </a:extLst>
          </p:cNvPr>
          <p:cNvSpPr/>
          <p:nvPr/>
        </p:nvSpPr>
        <p:spPr>
          <a:xfrm>
            <a:off x="6342730" y="5518431"/>
            <a:ext cx="1775161" cy="27998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defTabSz="45720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100" b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운영</a:t>
            </a:r>
            <a:r>
              <a:rPr kumimoji="1" lang="en-US" altLang="ko-KR" sz="1100" b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·</a:t>
            </a:r>
            <a:r>
              <a:rPr kumimoji="1" lang="ko-KR" altLang="en-US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모니터링</a:t>
            </a:r>
            <a:endParaRPr kumimoji="1" lang="en" altLang="ko-KR" sz="1100" b="1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51AE9EE4-9E2B-A623-36D6-A740975B7381}"/>
              </a:ext>
            </a:extLst>
          </p:cNvPr>
          <p:cNvSpPr/>
          <p:nvPr/>
        </p:nvSpPr>
        <p:spPr>
          <a:xfrm>
            <a:off x="6342730" y="5918361"/>
            <a:ext cx="1775161" cy="279987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defTabSz="45720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100" b="1" i="0" u="none" strike="noStrike" kern="0" cap="none" spc="0" normalizeH="0" baseline="0" noProof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고영향</a:t>
            </a:r>
            <a:r>
              <a:rPr kumimoji="1" lang="ko-KR" altLang="en-US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 인공지능</a:t>
            </a:r>
            <a:endParaRPr kumimoji="1" lang="en" altLang="ko-KR" sz="1100" b="1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3AAB5ED8-1419-19D8-F821-A6B2540F5EF9}"/>
              </a:ext>
            </a:extLst>
          </p:cNvPr>
          <p:cNvSpPr/>
          <p:nvPr/>
        </p:nvSpPr>
        <p:spPr>
          <a:xfrm>
            <a:off x="6342730" y="6258315"/>
            <a:ext cx="1775161" cy="279987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defTabSz="45720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100" b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인공지능 안전성</a:t>
            </a:r>
            <a:endParaRPr kumimoji="1" lang="en" altLang="ko-KR" sz="1100" b="1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6" name="사각형: 둥근 모서리 20">
            <a:extLst>
              <a:ext uri="{FF2B5EF4-FFF2-40B4-BE49-F238E27FC236}">
                <a16:creationId xmlns:a16="http://schemas.microsoft.com/office/drawing/2014/main" id="{67AA7495-88F4-5539-30EF-5865094472B7}"/>
              </a:ext>
            </a:extLst>
          </p:cNvPr>
          <p:cNvSpPr/>
          <p:nvPr/>
        </p:nvSpPr>
        <p:spPr>
          <a:xfrm>
            <a:off x="8229019" y="1733890"/>
            <a:ext cx="2708882" cy="324983"/>
          </a:xfrm>
          <a:prstGeom prst="roundRect">
            <a:avLst>
              <a:gd name="adj" fmla="val 0"/>
            </a:avLst>
          </a:prstGeom>
          <a:solidFill>
            <a:srgbClr val="F4B183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요건 하위 분류</a:t>
            </a:r>
            <a:endParaRPr lang="en" altLang="ko-KR" sz="1200" b="1" spc="-1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F203C543-9733-3BFC-20AC-ADF61CE25075}"/>
              </a:ext>
            </a:extLst>
          </p:cNvPr>
          <p:cNvSpPr/>
          <p:nvPr/>
        </p:nvSpPr>
        <p:spPr>
          <a:xfrm>
            <a:off x="8229019" y="3818638"/>
            <a:ext cx="2708882" cy="27998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72000" tIns="0" rIns="0" bIns="18000" rtlCol="0" anchor="ctr"/>
          <a:lstStyle/>
          <a:p>
            <a:pPr marL="171450" marR="0" lvl="0" indent="-17145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ko-KR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위험평가</a:t>
            </a:r>
            <a:r>
              <a:rPr kumimoji="1" lang="en-US" altLang="ko-KR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, </a:t>
            </a: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영향도 분석</a:t>
            </a:r>
            <a:endParaRPr kumimoji="1" lang="en" altLang="ko-KR" sz="9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61A277F9-836E-A6B3-558B-78FDC082B16F}"/>
              </a:ext>
            </a:extLst>
          </p:cNvPr>
          <p:cNvSpPr/>
          <p:nvPr/>
        </p:nvSpPr>
        <p:spPr>
          <a:xfrm>
            <a:off x="8229019" y="3138721"/>
            <a:ext cx="2708882" cy="27998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72000" tIns="0" rIns="0" bIns="18000" rtlCol="0" anchor="ctr"/>
          <a:lstStyle/>
          <a:p>
            <a:pPr marL="171450" marR="0" lvl="0" indent="-17145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임직원 </a:t>
            </a:r>
            <a:r>
              <a:rPr kumimoji="1" lang="en-US" altLang="ko-KR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윤리 교육</a:t>
            </a:r>
            <a:endParaRPr kumimoji="1" lang="en" altLang="ko-KR" sz="9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DFA93756-5695-3904-99F9-079C25F7BB0A}"/>
              </a:ext>
            </a:extLst>
          </p:cNvPr>
          <p:cNvSpPr/>
          <p:nvPr/>
        </p:nvSpPr>
        <p:spPr>
          <a:xfrm>
            <a:off x="8229019" y="2118845"/>
            <a:ext cx="2708882" cy="27998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72000" tIns="0" rIns="0" bIns="18000" rtlCol="0" anchor="ctr"/>
          <a:lstStyle/>
          <a:p>
            <a:pPr marL="171450" marR="0" lvl="0" indent="-17145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기본 원칙</a:t>
            </a:r>
            <a:r>
              <a:rPr kumimoji="1" lang="en-US" altLang="ko-KR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, </a:t>
            </a: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적용 목적</a:t>
            </a:r>
            <a:endParaRPr kumimoji="1" lang="en" altLang="ko-KR" sz="9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D6F57989-725D-5803-19C2-DBCA40C31451}"/>
              </a:ext>
            </a:extLst>
          </p:cNvPr>
          <p:cNvSpPr/>
          <p:nvPr/>
        </p:nvSpPr>
        <p:spPr>
          <a:xfrm>
            <a:off x="8229019" y="2458803"/>
            <a:ext cx="2708882" cy="27998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72000" tIns="0" rIns="0" bIns="18000" rtlCol="0" anchor="ctr"/>
          <a:lstStyle/>
          <a:p>
            <a:pPr marL="171450" marR="0" lvl="0" indent="-17145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역할</a:t>
            </a:r>
            <a:r>
              <a:rPr kumimoji="1" lang="en-US" altLang="ko-KR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·</a:t>
            </a: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책임</a:t>
            </a:r>
            <a:r>
              <a:rPr kumimoji="1" lang="en-US" altLang="ko-KR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·</a:t>
            </a: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협의체</a:t>
            </a:r>
            <a:r>
              <a:rPr kumimoji="1" lang="en-US" altLang="ko-KR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, </a:t>
            </a: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업무 분장</a:t>
            </a:r>
            <a:endParaRPr kumimoji="1" lang="en" altLang="ko-KR" sz="9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8257C580-4999-853F-FB84-249E319033D1}"/>
              </a:ext>
            </a:extLst>
          </p:cNvPr>
          <p:cNvSpPr/>
          <p:nvPr/>
        </p:nvSpPr>
        <p:spPr>
          <a:xfrm>
            <a:off x="8229019" y="2798762"/>
            <a:ext cx="2708882" cy="27998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72000" tIns="0" rIns="0" bIns="18000" rtlCol="0" anchor="ctr"/>
          <a:lstStyle/>
          <a:p>
            <a:pPr marL="171450" lvl="0" indent="-1714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위탁 서비스 관리</a:t>
            </a:r>
            <a:r>
              <a:rPr kumimoji="1" lang="en-US" altLang="ko-KR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, </a:t>
            </a: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이용자</a:t>
            </a:r>
            <a:r>
              <a:rPr kumimoji="1" lang="en-US" altLang="ko-KR" sz="9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·</a:t>
            </a: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금융소비자 보호 관리</a:t>
            </a:r>
            <a:endParaRPr kumimoji="1" lang="en" altLang="ko-KR" sz="9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635EB1C9-38AB-5B67-3BD6-591C812079FE}"/>
              </a:ext>
            </a:extLst>
          </p:cNvPr>
          <p:cNvSpPr/>
          <p:nvPr/>
        </p:nvSpPr>
        <p:spPr>
          <a:xfrm>
            <a:off x="8229019" y="3478679"/>
            <a:ext cx="2708882" cy="27998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72000" tIns="0" rIns="0" bIns="18000" rtlCol="0" anchor="ctr"/>
          <a:lstStyle/>
          <a:p>
            <a:pPr marL="171450" marR="0" lvl="0" indent="-17145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법</a:t>
            </a:r>
            <a:r>
              <a:rPr kumimoji="1" lang="en-US" altLang="ko-KR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·</a:t>
            </a: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규정 준수</a:t>
            </a:r>
            <a:r>
              <a:rPr kumimoji="1" lang="en-US" altLang="ko-KR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, </a:t>
            </a: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윤리 원칙</a:t>
            </a:r>
            <a:r>
              <a:rPr kumimoji="1" lang="en-US" altLang="ko-KR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, </a:t>
            </a: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내부정책</a:t>
            </a:r>
            <a:endParaRPr kumimoji="1" lang="en" altLang="ko-KR" sz="9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D910915E-D7DF-3910-E234-FEA9B3E23B03}"/>
              </a:ext>
            </a:extLst>
          </p:cNvPr>
          <p:cNvSpPr/>
          <p:nvPr/>
        </p:nvSpPr>
        <p:spPr>
          <a:xfrm>
            <a:off x="8229019" y="4158597"/>
            <a:ext cx="2708882" cy="27998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72000" tIns="0" rIns="0" bIns="18000" rtlCol="0" anchor="ctr"/>
          <a:lstStyle/>
          <a:p>
            <a:pPr marL="171450" marR="0" lvl="0" indent="-17145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안전성 확보</a:t>
            </a:r>
            <a:r>
              <a:rPr kumimoji="1" lang="en-US" altLang="ko-KR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, </a:t>
            </a: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보안 요건</a:t>
            </a:r>
            <a:endParaRPr kumimoji="1" lang="en" altLang="ko-KR" sz="9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69A6892A-EDC9-5116-F002-256AA88405C5}"/>
              </a:ext>
            </a:extLst>
          </p:cNvPr>
          <p:cNvSpPr/>
          <p:nvPr/>
        </p:nvSpPr>
        <p:spPr>
          <a:xfrm>
            <a:off x="8229019" y="4498555"/>
            <a:ext cx="2708882" cy="27998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72000" tIns="0" rIns="0" bIns="18000" rtlCol="0" anchor="ctr"/>
          <a:lstStyle/>
          <a:p>
            <a:pPr marL="171450" marR="0" lvl="0" indent="-17145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결과 설명</a:t>
            </a:r>
            <a:r>
              <a:rPr kumimoji="1" lang="en-US" altLang="ko-KR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·</a:t>
            </a: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알림</a:t>
            </a:r>
            <a:r>
              <a:rPr kumimoji="1" lang="en-US" altLang="ko-KR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, </a:t>
            </a: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기록</a:t>
            </a:r>
            <a:r>
              <a:rPr kumimoji="1" lang="en-US" altLang="ko-KR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·</a:t>
            </a: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로깅</a:t>
            </a:r>
            <a:endParaRPr kumimoji="1" lang="en" altLang="ko-KR" sz="9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3E69284C-C476-9AE9-7FB1-131C55E502A4}"/>
              </a:ext>
            </a:extLst>
          </p:cNvPr>
          <p:cNvSpPr/>
          <p:nvPr/>
        </p:nvSpPr>
        <p:spPr>
          <a:xfrm>
            <a:off x="8229019" y="4838514"/>
            <a:ext cx="2708882" cy="27998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72000" tIns="0" rIns="0" bIns="18000" rtlCol="0" anchor="ctr"/>
          <a:lstStyle/>
          <a:p>
            <a:pPr marL="171450" marR="0" lvl="0" indent="-17145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개발</a:t>
            </a:r>
            <a:r>
              <a:rPr kumimoji="1" lang="en-US" altLang="ko-KR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·</a:t>
            </a: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평가</a:t>
            </a:r>
            <a:r>
              <a:rPr kumimoji="1" lang="en-US" altLang="ko-KR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·</a:t>
            </a: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검증 공정성</a:t>
            </a:r>
            <a:r>
              <a:rPr kumimoji="1" lang="en-US" altLang="ko-KR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, </a:t>
            </a: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편향 방지</a:t>
            </a:r>
            <a:r>
              <a:rPr kumimoji="1" lang="en-US" altLang="ko-KR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 </a:t>
            </a: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검토</a:t>
            </a:r>
            <a:endParaRPr kumimoji="1" lang="en" altLang="ko-KR" sz="9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E30CCECF-8489-BA75-4363-184F8A00F117}"/>
              </a:ext>
            </a:extLst>
          </p:cNvPr>
          <p:cNvSpPr/>
          <p:nvPr/>
        </p:nvSpPr>
        <p:spPr>
          <a:xfrm>
            <a:off x="8229019" y="5178473"/>
            <a:ext cx="2708882" cy="27998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72000" tIns="0" rIns="0" bIns="18000" rtlCol="0" anchor="ctr"/>
          <a:lstStyle/>
          <a:p>
            <a:pPr marL="171450" lvl="0" indent="-171450" defTabSz="45720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기획</a:t>
            </a:r>
            <a:r>
              <a:rPr kumimoji="1" lang="en-US" altLang="ko-KR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·</a:t>
            </a: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설계</a:t>
            </a:r>
            <a:r>
              <a:rPr kumimoji="1" lang="en-US" altLang="ko-KR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, </a:t>
            </a: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개발</a:t>
            </a:r>
            <a:r>
              <a:rPr kumimoji="1" lang="en-US" altLang="ko-KR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·</a:t>
            </a: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테스트</a:t>
            </a:r>
            <a:r>
              <a:rPr kumimoji="1" lang="en-US" altLang="ko-KR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, </a:t>
            </a:r>
            <a:r>
              <a:rPr kumimoji="1" lang="ko-KR" altLang="en-US" sz="9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성능 평가</a:t>
            </a:r>
            <a:r>
              <a:rPr kumimoji="1" lang="en-US" altLang="ko-KR" sz="9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, </a:t>
            </a:r>
            <a:r>
              <a:rPr kumimoji="1" lang="ko-KR" altLang="en-US" sz="9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점검 절차</a:t>
            </a:r>
            <a:r>
              <a:rPr kumimoji="1" lang="en-US" altLang="ko-KR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 </a:t>
            </a:r>
            <a:endParaRPr kumimoji="1" lang="en" altLang="ko-KR" sz="9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A0512D11-7746-32F9-48CE-287055FC352D}"/>
              </a:ext>
            </a:extLst>
          </p:cNvPr>
          <p:cNvSpPr/>
          <p:nvPr/>
        </p:nvSpPr>
        <p:spPr>
          <a:xfrm>
            <a:off x="8229019" y="5518431"/>
            <a:ext cx="2708882" cy="27998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72000" tIns="0" rIns="0" bIns="18000" rtlCol="0" anchor="ctr"/>
          <a:lstStyle/>
          <a:p>
            <a:pPr marL="171450" indent="-171450" defTabSz="45720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ko-KR" altLang="en-US" sz="9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운영</a:t>
            </a:r>
            <a:r>
              <a:rPr kumimoji="1" lang="en" altLang="ko-KR" sz="9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, </a:t>
            </a:r>
            <a:r>
              <a:rPr kumimoji="1" lang="ko-KR" altLang="en-US" sz="9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모니터링</a:t>
            </a:r>
            <a:endParaRPr kumimoji="1" lang="en" altLang="ko-KR" sz="9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D1AC53E1-A10B-621D-9680-ACE01557CCF5}"/>
              </a:ext>
            </a:extLst>
          </p:cNvPr>
          <p:cNvSpPr/>
          <p:nvPr/>
        </p:nvSpPr>
        <p:spPr>
          <a:xfrm>
            <a:off x="8229019" y="5918361"/>
            <a:ext cx="2708882" cy="279987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72000" tIns="0" rIns="0" bIns="18000" rtlCol="0" anchor="ctr"/>
          <a:lstStyle/>
          <a:p>
            <a:pPr marL="171450" indent="-171450" defTabSz="45720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ko-KR" altLang="en-US" sz="900" kern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고영향</a:t>
            </a:r>
            <a:r>
              <a:rPr kumimoji="1" lang="ko-KR" altLang="en-US" sz="9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 인공지능 정의</a:t>
            </a:r>
            <a:r>
              <a:rPr kumimoji="1" lang="en-US" altLang="ko-KR" sz="9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, </a:t>
            </a:r>
            <a:r>
              <a:rPr kumimoji="1" lang="ko-KR" altLang="en-US" sz="9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목적</a:t>
            </a:r>
            <a:r>
              <a:rPr kumimoji="1" lang="en-US" altLang="ko-KR" sz="9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, </a:t>
            </a:r>
            <a:r>
              <a:rPr kumimoji="1" lang="ko-KR" altLang="en-US" sz="9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평가 방안 등</a:t>
            </a:r>
            <a:endParaRPr kumimoji="1" lang="en" altLang="ko-KR" sz="9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2B4B2B49-BB93-5483-8062-10DC623920F0}"/>
              </a:ext>
            </a:extLst>
          </p:cNvPr>
          <p:cNvSpPr/>
          <p:nvPr/>
        </p:nvSpPr>
        <p:spPr>
          <a:xfrm>
            <a:off x="8229019" y="6258315"/>
            <a:ext cx="2708882" cy="279987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72000" tIns="0" rIns="0" bIns="18000" rtlCol="0" anchor="ctr"/>
          <a:lstStyle/>
          <a:p>
            <a:pPr marL="171450" indent="-171450" defTabSz="45720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ko-KR" altLang="en-US" sz="9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인공지능 안전성 정의</a:t>
            </a:r>
            <a:r>
              <a:rPr kumimoji="1" lang="en-US" altLang="ko-KR" sz="9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, </a:t>
            </a:r>
            <a:r>
              <a:rPr kumimoji="1" lang="ko-KR" altLang="en-US" sz="9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목적</a:t>
            </a:r>
            <a:r>
              <a:rPr kumimoji="1" lang="en-US" altLang="ko-KR" sz="9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, </a:t>
            </a:r>
            <a:r>
              <a:rPr kumimoji="1" lang="ko-KR" altLang="en-US" sz="9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평가 방안 등</a:t>
            </a:r>
            <a:endParaRPr kumimoji="1" lang="en" altLang="ko-KR" sz="9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59" name="이등변 삼각형 58">
            <a:extLst>
              <a:ext uri="{FF2B5EF4-FFF2-40B4-BE49-F238E27FC236}">
                <a16:creationId xmlns:a16="http://schemas.microsoft.com/office/drawing/2014/main" id="{F61F0BE3-7DA7-F2B5-900C-275188D8968C}"/>
              </a:ext>
            </a:extLst>
          </p:cNvPr>
          <p:cNvSpPr/>
          <p:nvPr/>
        </p:nvSpPr>
        <p:spPr>
          <a:xfrm rot="5400000">
            <a:off x="6135866" y="3652995"/>
            <a:ext cx="166998" cy="108683"/>
          </a:xfrm>
          <a:prstGeom prst="triangle">
            <a:avLst/>
          </a:prstGeom>
          <a:solidFill>
            <a:schemeClr val="bg1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7" name="사각형: 둥근 모서리 20">
            <a:extLst>
              <a:ext uri="{FF2B5EF4-FFF2-40B4-BE49-F238E27FC236}">
                <a16:creationId xmlns:a16="http://schemas.microsoft.com/office/drawing/2014/main" id="{0A35B4A3-A5A8-3FF9-C1EF-EDC58C95A6AE}"/>
              </a:ext>
            </a:extLst>
          </p:cNvPr>
          <p:cNvSpPr/>
          <p:nvPr/>
        </p:nvSpPr>
        <p:spPr>
          <a:xfrm>
            <a:off x="645929" y="1677405"/>
            <a:ext cx="854900" cy="717174"/>
          </a:xfrm>
          <a:prstGeom prst="roundRect">
            <a:avLst>
              <a:gd name="adj" fmla="val 0"/>
            </a:avLst>
          </a:prstGeom>
          <a:solidFill>
            <a:srgbClr val="7F7F7F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인공지능 </a:t>
            </a:r>
            <a:br>
              <a:rPr lang="en-US" altLang="ko-KR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</a:br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기본법</a:t>
            </a:r>
            <a:endParaRPr lang="en" altLang="ko-KR" sz="1000" b="1" spc="-1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sp>
        <p:nvSpPr>
          <p:cNvPr id="8" name="사각형: 둥근 모서리 20">
            <a:extLst>
              <a:ext uri="{FF2B5EF4-FFF2-40B4-BE49-F238E27FC236}">
                <a16:creationId xmlns:a16="http://schemas.microsoft.com/office/drawing/2014/main" id="{63BA57CD-E01C-9508-C6B8-CF31117F3DE5}"/>
              </a:ext>
            </a:extLst>
          </p:cNvPr>
          <p:cNvSpPr/>
          <p:nvPr/>
        </p:nvSpPr>
        <p:spPr>
          <a:xfrm>
            <a:off x="645929" y="2466266"/>
            <a:ext cx="854900" cy="717174"/>
          </a:xfrm>
          <a:prstGeom prst="roundRect">
            <a:avLst>
              <a:gd name="adj" fmla="val 0"/>
            </a:avLst>
          </a:prstGeom>
          <a:solidFill>
            <a:srgbClr val="7F7F7F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금융분야 </a:t>
            </a:r>
            <a:b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</a:br>
            <a:r>
              <a:rPr lang="en-US" altLang="ko-KR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AI</a:t>
            </a:r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개발</a:t>
            </a:r>
            <a:r>
              <a:rPr lang="en-US" altLang="ko-KR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·</a:t>
            </a:r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활용 안내서</a:t>
            </a:r>
          </a:p>
        </p:txBody>
      </p:sp>
      <p:sp>
        <p:nvSpPr>
          <p:cNvPr id="9" name="사각형: 둥근 모서리 20">
            <a:extLst>
              <a:ext uri="{FF2B5EF4-FFF2-40B4-BE49-F238E27FC236}">
                <a16:creationId xmlns:a16="http://schemas.microsoft.com/office/drawing/2014/main" id="{1F2A1AFF-A2D7-1D8A-8000-15538F6BB6EA}"/>
              </a:ext>
            </a:extLst>
          </p:cNvPr>
          <p:cNvSpPr/>
          <p:nvPr/>
        </p:nvSpPr>
        <p:spPr>
          <a:xfrm>
            <a:off x="645929" y="3255129"/>
            <a:ext cx="854900" cy="717174"/>
          </a:xfrm>
          <a:prstGeom prst="roundRect">
            <a:avLst>
              <a:gd name="adj" fmla="val 0"/>
            </a:avLst>
          </a:prstGeom>
          <a:solidFill>
            <a:srgbClr val="7F7F7F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금융분야 </a:t>
            </a:r>
            <a:br>
              <a:rPr lang="en-US" altLang="ko-KR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</a:br>
            <a:r>
              <a:rPr lang="en-US" altLang="ko-KR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AI</a:t>
            </a:r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운영 가이드라인</a:t>
            </a:r>
          </a:p>
        </p:txBody>
      </p:sp>
      <p:sp>
        <p:nvSpPr>
          <p:cNvPr id="10" name="사각형: 둥근 모서리 20">
            <a:extLst>
              <a:ext uri="{FF2B5EF4-FFF2-40B4-BE49-F238E27FC236}">
                <a16:creationId xmlns:a16="http://schemas.microsoft.com/office/drawing/2014/main" id="{98BA3A52-3F9D-A896-2280-0FEFF718C44D}"/>
              </a:ext>
            </a:extLst>
          </p:cNvPr>
          <p:cNvSpPr/>
          <p:nvPr/>
        </p:nvSpPr>
        <p:spPr>
          <a:xfrm>
            <a:off x="645929" y="4043990"/>
            <a:ext cx="854900" cy="717174"/>
          </a:xfrm>
          <a:prstGeom prst="roundRect">
            <a:avLst>
              <a:gd name="adj" fmla="val 0"/>
            </a:avLst>
          </a:prstGeom>
          <a:solidFill>
            <a:srgbClr val="7F7F7F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금융분야 </a:t>
            </a:r>
            <a:br>
              <a:rPr lang="en-US" altLang="ko-KR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</a:br>
            <a:r>
              <a:rPr lang="en-US" altLang="ko-KR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AI</a:t>
            </a:r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기반 보안 가이드라인</a:t>
            </a:r>
          </a:p>
        </p:txBody>
      </p:sp>
      <p:sp>
        <p:nvSpPr>
          <p:cNvPr id="11" name="사각형: 둥근 모서리 20">
            <a:extLst>
              <a:ext uri="{FF2B5EF4-FFF2-40B4-BE49-F238E27FC236}">
                <a16:creationId xmlns:a16="http://schemas.microsoft.com/office/drawing/2014/main" id="{E31F7763-C8DB-F2D0-A11E-701772C43000}"/>
              </a:ext>
            </a:extLst>
          </p:cNvPr>
          <p:cNvSpPr/>
          <p:nvPr/>
        </p:nvSpPr>
        <p:spPr>
          <a:xfrm>
            <a:off x="1552023" y="1677405"/>
            <a:ext cx="4543977" cy="717174"/>
          </a:xfrm>
          <a:prstGeom prst="roundRect">
            <a:avLst>
              <a:gd name="adj" fmla="val 0"/>
            </a:avLst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72000" tIns="0" rIns="72000" bIns="0" rtlCol="0" anchor="ctr"/>
          <a:lstStyle/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인공지능 사업자에게 투명성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안전성 확보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고지 의무 등 구체적인 책임을 부여하여 기업의 역할을 강화 必</a:t>
            </a:r>
            <a:endParaRPr lang="en-US" altLang="ko-KR" sz="1000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서비스의 개발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활용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폐기 등 전 생애주기에 걸쳐 발생할 수 있는 잠재적 위험을 사전 식별 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Wingdings" panose="05000000000000000000" pitchFamily="2" charset="2"/>
              </a:rPr>
              <a:t>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평가 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Wingdings" panose="05000000000000000000" pitchFamily="2" charset="2"/>
              </a:rPr>
              <a:t> 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완화 조치 마련 必</a:t>
            </a:r>
            <a:endParaRPr lang="en" altLang="ko-KR" sz="1000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12" name="사각형: 둥근 모서리 20">
            <a:extLst>
              <a:ext uri="{FF2B5EF4-FFF2-40B4-BE49-F238E27FC236}">
                <a16:creationId xmlns:a16="http://schemas.microsoft.com/office/drawing/2014/main" id="{1316F90C-ECD5-0789-6FCF-4E7CA93ACDF6}"/>
              </a:ext>
            </a:extLst>
          </p:cNvPr>
          <p:cNvSpPr/>
          <p:nvPr/>
        </p:nvSpPr>
        <p:spPr>
          <a:xfrm>
            <a:off x="1552023" y="2466266"/>
            <a:ext cx="4543977" cy="717174"/>
          </a:xfrm>
          <a:prstGeom prst="roundRect">
            <a:avLst>
              <a:gd name="adj" fmla="val 0"/>
            </a:avLst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72000" tIns="0" rIns="72000" bIns="0" rtlCol="0" anchor="ctr"/>
          <a:lstStyle/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금융회사가 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를 안전하고 신뢰할 수 있게 개발 및 활용하도록 돕기 위한 지침</a:t>
            </a:r>
            <a:endParaRPr lang="en-US" altLang="ko-KR" sz="1000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개발부터 운영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위험 관리까지 전 과정에 걸친 원칙과 절차를 제시함</a:t>
            </a:r>
            <a:endParaRPr lang="en" altLang="ko-KR" sz="1000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13" name="사각형: 둥근 모서리 20">
            <a:extLst>
              <a:ext uri="{FF2B5EF4-FFF2-40B4-BE49-F238E27FC236}">
                <a16:creationId xmlns:a16="http://schemas.microsoft.com/office/drawing/2014/main" id="{04376F85-46CE-CB3B-AA5A-C2C36AA37111}"/>
              </a:ext>
            </a:extLst>
          </p:cNvPr>
          <p:cNvSpPr/>
          <p:nvPr/>
        </p:nvSpPr>
        <p:spPr>
          <a:xfrm>
            <a:off x="1552023" y="3255129"/>
            <a:ext cx="4543977" cy="717174"/>
          </a:xfrm>
          <a:prstGeom prst="roundRect">
            <a:avLst>
              <a:gd name="adj" fmla="val 0"/>
            </a:avLst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72000" tIns="0" rIns="72000" bIns="0" rtlCol="0" anchor="ctr"/>
          <a:lstStyle/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모델의 개발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·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검증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·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배포부터 운영 및 모니터링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위험 관리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및 윤리적 책임 등 전 과정에서 지켜야 할 실무 지침을 제시함</a:t>
            </a:r>
            <a:endParaRPr lang="en-US" altLang="ko-KR" sz="1000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의 안전성과 신뢰성을 확보하고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이를 통해 이용자 및 시장 위험을 최소화하며 공정성을 유지 必</a:t>
            </a:r>
            <a:endParaRPr lang="en" altLang="ko-KR" sz="1000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14" name="사각형: 둥근 모서리 20">
            <a:extLst>
              <a:ext uri="{FF2B5EF4-FFF2-40B4-BE49-F238E27FC236}">
                <a16:creationId xmlns:a16="http://schemas.microsoft.com/office/drawing/2014/main" id="{3733E5C7-9936-3033-B6C2-86449CB3194C}"/>
              </a:ext>
            </a:extLst>
          </p:cNvPr>
          <p:cNvSpPr/>
          <p:nvPr/>
        </p:nvSpPr>
        <p:spPr>
          <a:xfrm>
            <a:off x="1552023" y="4043990"/>
            <a:ext cx="4543977" cy="717174"/>
          </a:xfrm>
          <a:prstGeom prst="roundRect">
            <a:avLst>
              <a:gd name="adj" fmla="val 0"/>
            </a:avLst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72000" tIns="0" rIns="72000" bIns="0" rtlCol="0" anchor="ctr"/>
          <a:lstStyle/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가 적용된 금융 시스템의 보안성 및 안전성을 확보 必</a:t>
            </a:r>
            <a:endParaRPr lang="en-US" altLang="ko-KR" sz="1000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개발 및 운영 전 과정에서 고려해야 할 데이터 보안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모델 보호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시스템 접근 통제 등 보안 원칙과 점검 항목을 제시함</a:t>
            </a:r>
            <a:endParaRPr lang="en" altLang="ko-KR" sz="1000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43" name="사각형: 둥근 모서리 20">
            <a:extLst>
              <a:ext uri="{FF2B5EF4-FFF2-40B4-BE49-F238E27FC236}">
                <a16:creationId xmlns:a16="http://schemas.microsoft.com/office/drawing/2014/main" id="{13350D65-FC6C-515B-138E-500CE5B89AB6}"/>
              </a:ext>
            </a:extLst>
          </p:cNvPr>
          <p:cNvSpPr/>
          <p:nvPr/>
        </p:nvSpPr>
        <p:spPr>
          <a:xfrm>
            <a:off x="324596" y="1677404"/>
            <a:ext cx="270137" cy="3083760"/>
          </a:xfrm>
          <a:prstGeom prst="roundRect">
            <a:avLst>
              <a:gd name="adj" fmla="val 0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확정 </a:t>
            </a:r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4</a:t>
            </a:r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종</a:t>
            </a:r>
            <a:endParaRPr lang="en" altLang="ko-KR" sz="1200" b="1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44" name="사각형: 둥근 모서리 20">
            <a:extLst>
              <a:ext uri="{FF2B5EF4-FFF2-40B4-BE49-F238E27FC236}">
                <a16:creationId xmlns:a16="http://schemas.microsoft.com/office/drawing/2014/main" id="{65795154-23FD-4B9B-6874-A6367E810135}"/>
              </a:ext>
            </a:extLst>
          </p:cNvPr>
          <p:cNvSpPr/>
          <p:nvPr/>
        </p:nvSpPr>
        <p:spPr>
          <a:xfrm>
            <a:off x="324596" y="1355108"/>
            <a:ext cx="5771404" cy="286869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외부 현황 분석 대상</a:t>
            </a:r>
            <a:endParaRPr lang="en" altLang="ko-KR" sz="1200" b="1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15" name="사각형: 둥근 모서리 20">
            <a:extLst>
              <a:ext uri="{FF2B5EF4-FFF2-40B4-BE49-F238E27FC236}">
                <a16:creationId xmlns:a16="http://schemas.microsoft.com/office/drawing/2014/main" id="{F3A7F4A9-D3E4-FFC8-04A9-6CCB21528D31}"/>
              </a:ext>
            </a:extLst>
          </p:cNvPr>
          <p:cNvSpPr/>
          <p:nvPr/>
        </p:nvSpPr>
        <p:spPr>
          <a:xfrm>
            <a:off x="324596" y="5137606"/>
            <a:ext cx="1176232" cy="1387019"/>
          </a:xfrm>
          <a:prstGeom prst="roundRect">
            <a:avLst>
              <a:gd name="adj" fmla="val 0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신규 </a:t>
            </a:r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10</a:t>
            </a:r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종</a:t>
            </a:r>
            <a:endParaRPr lang="en" altLang="ko-KR" sz="1200" b="1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45" name="사각형: 둥근 모서리 20">
            <a:extLst>
              <a:ext uri="{FF2B5EF4-FFF2-40B4-BE49-F238E27FC236}">
                <a16:creationId xmlns:a16="http://schemas.microsoft.com/office/drawing/2014/main" id="{48B4DE07-71A8-BD29-500E-285CB192CACC}"/>
              </a:ext>
            </a:extLst>
          </p:cNvPr>
          <p:cNvSpPr/>
          <p:nvPr/>
        </p:nvSpPr>
        <p:spPr>
          <a:xfrm>
            <a:off x="1552023" y="5378488"/>
            <a:ext cx="582886" cy="601792"/>
          </a:xfrm>
          <a:prstGeom prst="roundRect">
            <a:avLst>
              <a:gd name="adj" fmla="val 0"/>
            </a:avLst>
          </a:prstGeom>
          <a:solidFill>
            <a:srgbClr val="7F7F7F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AI </a:t>
            </a:r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투명성 확보 가이드라인</a:t>
            </a:r>
          </a:p>
        </p:txBody>
      </p:sp>
      <p:sp>
        <p:nvSpPr>
          <p:cNvPr id="46" name="사각형: 둥근 모서리 20">
            <a:extLst>
              <a:ext uri="{FF2B5EF4-FFF2-40B4-BE49-F238E27FC236}">
                <a16:creationId xmlns:a16="http://schemas.microsoft.com/office/drawing/2014/main" id="{96359652-A79E-8216-56BC-F8F68E6885A2}"/>
              </a:ext>
            </a:extLst>
          </p:cNvPr>
          <p:cNvSpPr/>
          <p:nvPr/>
        </p:nvSpPr>
        <p:spPr>
          <a:xfrm>
            <a:off x="3532569" y="5378488"/>
            <a:ext cx="582886" cy="601792"/>
          </a:xfrm>
          <a:prstGeom prst="roundRect">
            <a:avLst>
              <a:gd name="adj" fmla="val 0"/>
            </a:avLst>
          </a:prstGeom>
          <a:solidFill>
            <a:srgbClr val="7F7F7F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spc="-15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고영향</a:t>
            </a:r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ko-KR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AI </a:t>
            </a:r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판단 가이드라인</a:t>
            </a:r>
          </a:p>
        </p:txBody>
      </p:sp>
      <p:sp>
        <p:nvSpPr>
          <p:cNvPr id="47" name="사각형: 둥근 모서리 20">
            <a:extLst>
              <a:ext uri="{FF2B5EF4-FFF2-40B4-BE49-F238E27FC236}">
                <a16:creationId xmlns:a16="http://schemas.microsoft.com/office/drawing/2014/main" id="{687FE6EA-EBA7-42B8-7FCE-0F08FB6A5A47}"/>
              </a:ext>
            </a:extLst>
          </p:cNvPr>
          <p:cNvSpPr/>
          <p:nvPr/>
        </p:nvSpPr>
        <p:spPr>
          <a:xfrm>
            <a:off x="4852933" y="5378488"/>
            <a:ext cx="582886" cy="601792"/>
          </a:xfrm>
          <a:prstGeom prst="roundRect">
            <a:avLst>
              <a:gd name="adj" fmla="val 0"/>
            </a:avLst>
          </a:prstGeom>
          <a:solidFill>
            <a:srgbClr val="7F7F7F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안전성 확보 고시</a:t>
            </a:r>
          </a:p>
        </p:txBody>
      </p:sp>
      <p:sp>
        <p:nvSpPr>
          <p:cNvPr id="48" name="사각형: 둥근 모서리 20">
            <a:extLst>
              <a:ext uri="{FF2B5EF4-FFF2-40B4-BE49-F238E27FC236}">
                <a16:creationId xmlns:a16="http://schemas.microsoft.com/office/drawing/2014/main" id="{D5A50AD4-B94E-5698-3B12-E076E1488B3A}"/>
              </a:ext>
            </a:extLst>
          </p:cNvPr>
          <p:cNvSpPr/>
          <p:nvPr/>
        </p:nvSpPr>
        <p:spPr>
          <a:xfrm>
            <a:off x="5513114" y="5378488"/>
            <a:ext cx="582886" cy="601792"/>
          </a:xfrm>
          <a:prstGeom prst="roundRect">
            <a:avLst>
              <a:gd name="adj" fmla="val 0"/>
            </a:avLst>
          </a:prstGeom>
          <a:solidFill>
            <a:srgbClr val="7F7F7F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AI </a:t>
            </a:r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안전성 확보 가이드라인</a:t>
            </a:r>
          </a:p>
        </p:txBody>
      </p:sp>
      <p:sp>
        <p:nvSpPr>
          <p:cNvPr id="49" name="사각형: 둥근 모서리 20">
            <a:extLst>
              <a:ext uri="{FF2B5EF4-FFF2-40B4-BE49-F238E27FC236}">
                <a16:creationId xmlns:a16="http://schemas.microsoft.com/office/drawing/2014/main" id="{4AC530BC-CADE-92FD-33BC-514E4891BE55}"/>
              </a:ext>
            </a:extLst>
          </p:cNvPr>
          <p:cNvSpPr/>
          <p:nvPr/>
        </p:nvSpPr>
        <p:spPr>
          <a:xfrm>
            <a:off x="2872387" y="5378488"/>
            <a:ext cx="582886" cy="601792"/>
          </a:xfrm>
          <a:prstGeom prst="roundRect">
            <a:avLst>
              <a:gd name="adj" fmla="val 0"/>
            </a:avLst>
          </a:prstGeom>
          <a:solidFill>
            <a:srgbClr val="7F7F7F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spc="-15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고영향</a:t>
            </a:r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ko-KR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AI </a:t>
            </a:r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사업자 책무 가이드라인</a:t>
            </a:r>
          </a:p>
        </p:txBody>
      </p:sp>
      <p:sp>
        <p:nvSpPr>
          <p:cNvPr id="50" name="사각형: 둥근 모서리 20">
            <a:extLst>
              <a:ext uri="{FF2B5EF4-FFF2-40B4-BE49-F238E27FC236}">
                <a16:creationId xmlns:a16="http://schemas.microsoft.com/office/drawing/2014/main" id="{DFA03BF7-69D1-B6CF-F701-8A51766C6F78}"/>
              </a:ext>
            </a:extLst>
          </p:cNvPr>
          <p:cNvSpPr/>
          <p:nvPr/>
        </p:nvSpPr>
        <p:spPr>
          <a:xfrm>
            <a:off x="4192752" y="5378488"/>
            <a:ext cx="582886" cy="601792"/>
          </a:xfrm>
          <a:prstGeom prst="roundRect">
            <a:avLst>
              <a:gd name="adj" fmla="val 0"/>
            </a:avLst>
          </a:prstGeom>
          <a:solidFill>
            <a:srgbClr val="7F7F7F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AI </a:t>
            </a:r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영향평가 가이드라인</a:t>
            </a:r>
          </a:p>
        </p:txBody>
      </p:sp>
      <p:sp>
        <p:nvSpPr>
          <p:cNvPr id="51" name="사각형: 둥근 모서리 20">
            <a:extLst>
              <a:ext uri="{FF2B5EF4-FFF2-40B4-BE49-F238E27FC236}">
                <a16:creationId xmlns:a16="http://schemas.microsoft.com/office/drawing/2014/main" id="{6DDBFCC1-4D7F-990F-DB4A-6F5380F725DF}"/>
              </a:ext>
            </a:extLst>
          </p:cNvPr>
          <p:cNvSpPr/>
          <p:nvPr/>
        </p:nvSpPr>
        <p:spPr>
          <a:xfrm>
            <a:off x="324596" y="4805988"/>
            <a:ext cx="1176232" cy="248923"/>
          </a:xfrm>
          <a:prstGeom prst="roundRect">
            <a:avLst>
              <a:gd name="adj" fmla="val 0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기타 </a:t>
            </a:r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2</a:t>
            </a:r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종</a:t>
            </a:r>
            <a:endParaRPr lang="en" altLang="ko-KR" sz="1200" b="1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52" name="사각형: 둥근 모서리 20">
            <a:extLst>
              <a:ext uri="{FF2B5EF4-FFF2-40B4-BE49-F238E27FC236}">
                <a16:creationId xmlns:a16="http://schemas.microsoft.com/office/drawing/2014/main" id="{D8A01244-410A-2AA4-123E-442ED71C9507}"/>
              </a:ext>
            </a:extLst>
          </p:cNvPr>
          <p:cNvSpPr/>
          <p:nvPr/>
        </p:nvSpPr>
        <p:spPr>
          <a:xfrm>
            <a:off x="1552023" y="4805988"/>
            <a:ext cx="2214967" cy="248924"/>
          </a:xfrm>
          <a:prstGeom prst="roundRect">
            <a:avLst>
              <a:gd name="adj" fmla="val 0"/>
            </a:avLst>
          </a:prstGeom>
          <a:solidFill>
            <a:srgbClr val="7F7F7F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신용정보법</a:t>
            </a:r>
          </a:p>
        </p:txBody>
      </p:sp>
      <p:sp>
        <p:nvSpPr>
          <p:cNvPr id="53" name="사각형: 둥근 모서리 20">
            <a:extLst>
              <a:ext uri="{FF2B5EF4-FFF2-40B4-BE49-F238E27FC236}">
                <a16:creationId xmlns:a16="http://schemas.microsoft.com/office/drawing/2014/main" id="{2FE49999-4451-5ACE-9194-348993C00843}"/>
              </a:ext>
            </a:extLst>
          </p:cNvPr>
          <p:cNvSpPr/>
          <p:nvPr/>
        </p:nvSpPr>
        <p:spPr>
          <a:xfrm>
            <a:off x="3881032" y="4805988"/>
            <a:ext cx="2214967" cy="248924"/>
          </a:xfrm>
          <a:prstGeom prst="roundRect">
            <a:avLst>
              <a:gd name="adj" fmla="val 0"/>
            </a:avLst>
          </a:prstGeom>
          <a:solidFill>
            <a:srgbClr val="7F7F7F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개인정보 보호법</a:t>
            </a:r>
          </a:p>
        </p:txBody>
      </p:sp>
      <p:sp>
        <p:nvSpPr>
          <p:cNvPr id="63" name="사각형: 둥근 모서리 20">
            <a:extLst>
              <a:ext uri="{FF2B5EF4-FFF2-40B4-BE49-F238E27FC236}">
                <a16:creationId xmlns:a16="http://schemas.microsoft.com/office/drawing/2014/main" id="{E7851C6E-2B3D-787F-80C2-D92D60FCA223}"/>
              </a:ext>
            </a:extLst>
          </p:cNvPr>
          <p:cNvSpPr/>
          <p:nvPr/>
        </p:nvSpPr>
        <p:spPr>
          <a:xfrm>
            <a:off x="2212204" y="5378488"/>
            <a:ext cx="582886" cy="601792"/>
          </a:xfrm>
          <a:prstGeom prst="roundRect">
            <a:avLst>
              <a:gd name="adj" fmla="val 0"/>
            </a:avLst>
          </a:prstGeom>
          <a:solidFill>
            <a:srgbClr val="7F7F7F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사업자 책무 고시</a:t>
            </a:r>
          </a:p>
        </p:txBody>
      </p:sp>
      <p:sp>
        <p:nvSpPr>
          <p:cNvPr id="94" name="사각형: 둥근 모서리 20">
            <a:extLst>
              <a:ext uri="{FF2B5EF4-FFF2-40B4-BE49-F238E27FC236}">
                <a16:creationId xmlns:a16="http://schemas.microsoft.com/office/drawing/2014/main" id="{DC486290-A622-2A3E-3C5B-096F3C546904}"/>
              </a:ext>
            </a:extLst>
          </p:cNvPr>
          <p:cNvSpPr/>
          <p:nvPr/>
        </p:nvSpPr>
        <p:spPr>
          <a:xfrm>
            <a:off x="1552023" y="5105900"/>
            <a:ext cx="4543976" cy="234941"/>
          </a:xfrm>
          <a:prstGeom prst="roundRect">
            <a:avLst>
              <a:gd name="adj" fmla="val 0"/>
            </a:avLst>
          </a:prstGeom>
          <a:solidFill>
            <a:srgbClr val="7F7F7F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인공지능 기본법 시행령</a:t>
            </a:r>
          </a:p>
        </p:txBody>
      </p:sp>
      <p:sp>
        <p:nvSpPr>
          <p:cNvPr id="95" name="사각형: 둥근 모서리 20">
            <a:extLst>
              <a:ext uri="{FF2B5EF4-FFF2-40B4-BE49-F238E27FC236}">
                <a16:creationId xmlns:a16="http://schemas.microsoft.com/office/drawing/2014/main" id="{3BCBB550-B71A-66A0-0D56-FFD7718161C8}"/>
              </a:ext>
            </a:extLst>
          </p:cNvPr>
          <p:cNvSpPr/>
          <p:nvPr/>
        </p:nvSpPr>
        <p:spPr>
          <a:xfrm>
            <a:off x="1552023" y="6017927"/>
            <a:ext cx="4543976" cy="234941"/>
          </a:xfrm>
          <a:prstGeom prst="roundRect">
            <a:avLst>
              <a:gd name="adj" fmla="val 0"/>
            </a:avLst>
          </a:prstGeom>
          <a:solidFill>
            <a:srgbClr val="7F7F7F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금융분야 </a:t>
            </a:r>
            <a:r>
              <a:rPr lang="en-US" altLang="ko-KR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AI </a:t>
            </a:r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가이드라인</a:t>
            </a:r>
          </a:p>
        </p:txBody>
      </p:sp>
      <p:sp>
        <p:nvSpPr>
          <p:cNvPr id="96" name="사각형: 둥근 모서리 20">
            <a:extLst>
              <a:ext uri="{FF2B5EF4-FFF2-40B4-BE49-F238E27FC236}">
                <a16:creationId xmlns:a16="http://schemas.microsoft.com/office/drawing/2014/main" id="{B33ADD2E-5C9B-935A-CE82-4C6359E50FAC}"/>
              </a:ext>
            </a:extLst>
          </p:cNvPr>
          <p:cNvSpPr/>
          <p:nvPr/>
        </p:nvSpPr>
        <p:spPr>
          <a:xfrm>
            <a:off x="1552023" y="6289684"/>
            <a:ext cx="4543976" cy="234941"/>
          </a:xfrm>
          <a:prstGeom prst="roundRect">
            <a:avLst>
              <a:gd name="adj" fmla="val 0"/>
            </a:avLst>
          </a:prstGeom>
          <a:solidFill>
            <a:srgbClr val="7F7F7F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금융분야 </a:t>
            </a:r>
            <a:r>
              <a:rPr lang="en-US" altLang="ko-KR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AI </a:t>
            </a:r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위험관리 프레임워크 </a:t>
            </a:r>
            <a:r>
              <a:rPr lang="en-US" altLang="ko-KR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(AI RMF) </a:t>
            </a:r>
            <a:endParaRPr lang="ko-KR" altLang="en-US" sz="1000" b="1" spc="-1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sp>
        <p:nvSpPr>
          <p:cNvPr id="98" name="Rectangle: Rounded Corners 54">
            <a:extLst>
              <a:ext uri="{FF2B5EF4-FFF2-40B4-BE49-F238E27FC236}">
                <a16:creationId xmlns:a16="http://schemas.microsoft.com/office/drawing/2014/main" id="{76FF4040-2C19-1909-D6AF-6A9C482CD1F8}"/>
              </a:ext>
            </a:extLst>
          </p:cNvPr>
          <p:cNvSpPr/>
          <p:nvPr/>
        </p:nvSpPr>
        <p:spPr>
          <a:xfrm>
            <a:off x="1935163" y="6583617"/>
            <a:ext cx="7773988" cy="216000"/>
          </a:xfrm>
          <a:prstGeom prst="round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lvl="0">
              <a:defRPr/>
            </a:pPr>
            <a:r>
              <a:rPr kumimoji="0" lang="en-US" altLang="ko-KR" sz="800" b="0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ea"/>
                <a:cs typeface="+mn-cs"/>
              </a:rPr>
              <a:t>* </a:t>
            </a:r>
            <a:r>
              <a:rPr lang="ko-KR" altLang="en-US" sz="8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프로젝트 수행 착수 시점 </a:t>
            </a:r>
            <a:r>
              <a:rPr lang="en-US" altLang="ko-KR" sz="8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(’25.11) </a:t>
            </a:r>
            <a:r>
              <a:rPr lang="ko-KR" altLang="en-US" sz="8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기준 </a:t>
            </a:r>
            <a:r>
              <a:rPr lang="ko-KR" altLang="en-US" sz="800" spc="-7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미확정</a:t>
            </a:r>
            <a:r>
              <a:rPr lang="ko-KR" altLang="en-US" sz="8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 고려 대상</a:t>
            </a:r>
            <a:r>
              <a:rPr lang="en-US" altLang="ko-KR" sz="8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. AI</a:t>
            </a:r>
            <a:r>
              <a:rPr lang="ko-KR" altLang="en-US" sz="8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기본법 하위법령집</a:t>
            </a:r>
            <a:r>
              <a:rPr lang="en-US" altLang="ko-KR" sz="8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-8</a:t>
            </a:r>
            <a:r>
              <a:rPr lang="ko-KR" altLang="en-US" sz="8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종 </a:t>
            </a:r>
            <a:r>
              <a:rPr lang="en-US" altLang="ko-KR" sz="8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(‘25.09), </a:t>
            </a:r>
            <a:r>
              <a:rPr lang="ko-KR" altLang="en-US" sz="8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금융분야 </a:t>
            </a:r>
            <a:r>
              <a:rPr lang="en-US" altLang="ko-KR" sz="8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AI</a:t>
            </a:r>
            <a:r>
              <a:rPr lang="ko-KR" altLang="en-US" sz="8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가이드라인</a:t>
            </a:r>
            <a:r>
              <a:rPr lang="en-US" altLang="ko-KR" sz="8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(’25.12), </a:t>
            </a:r>
            <a:r>
              <a:rPr lang="ko-KR" altLang="en-US" sz="8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금융분야 </a:t>
            </a:r>
            <a:r>
              <a:rPr lang="en-US" altLang="ko-KR" sz="8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AI</a:t>
            </a:r>
            <a:r>
              <a:rPr lang="ko-KR" altLang="en-US" sz="8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위험관리 프레임워크</a:t>
            </a:r>
            <a:r>
              <a:rPr lang="en-US" altLang="ko-KR" sz="8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(’26.01) </a:t>
            </a:r>
            <a:r>
              <a:rPr lang="ko-KR" altLang="en-US" sz="8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의견수렴용 발표</a:t>
            </a:r>
            <a:endParaRPr kumimoji="0" lang="ko-KR" altLang="en-US" sz="800" b="0" i="0" u="none" strike="noStrike" kern="1200" cap="none" spc="-7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00" name="사각형: 둥근 모서리 20">
            <a:extLst>
              <a:ext uri="{FF2B5EF4-FFF2-40B4-BE49-F238E27FC236}">
                <a16:creationId xmlns:a16="http://schemas.microsoft.com/office/drawing/2014/main" id="{8BF6DAA9-94AE-2E1C-2DED-ADE4FFBC607C}"/>
              </a:ext>
            </a:extLst>
          </p:cNvPr>
          <p:cNvSpPr/>
          <p:nvPr/>
        </p:nvSpPr>
        <p:spPr>
          <a:xfrm>
            <a:off x="7736452" y="6229243"/>
            <a:ext cx="381439" cy="304799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" altLang="ko-KR" sz="20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ED7D3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  <a:sym typeface="Wingdings" panose="05000000000000000000" pitchFamily="2" charset="2"/>
              </a:rPr>
              <a:t></a:t>
            </a:r>
            <a:endParaRPr kumimoji="1" lang="en" altLang="ko-KR" sz="20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ED7D31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101" name="사각형: 둥근 모서리 20">
            <a:extLst>
              <a:ext uri="{FF2B5EF4-FFF2-40B4-BE49-F238E27FC236}">
                <a16:creationId xmlns:a16="http://schemas.microsoft.com/office/drawing/2014/main" id="{CB7A1D02-B6E8-F679-6BB3-CE4447178B6A}"/>
              </a:ext>
            </a:extLst>
          </p:cNvPr>
          <p:cNvSpPr/>
          <p:nvPr/>
        </p:nvSpPr>
        <p:spPr>
          <a:xfrm>
            <a:off x="7736452" y="5900035"/>
            <a:ext cx="381439" cy="304799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" altLang="ko-KR" sz="20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ED7D3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  <a:sym typeface="Wingdings" panose="05000000000000000000" pitchFamily="2" charset="2"/>
              </a:rPr>
              <a:t></a:t>
            </a:r>
            <a:endParaRPr kumimoji="1" lang="en" altLang="ko-KR" sz="20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ED7D31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103" name="Right Brace 102">
            <a:extLst>
              <a:ext uri="{FF2B5EF4-FFF2-40B4-BE49-F238E27FC236}">
                <a16:creationId xmlns:a16="http://schemas.microsoft.com/office/drawing/2014/main" id="{02466530-8967-F90D-2E0D-26636F09548C}"/>
              </a:ext>
            </a:extLst>
          </p:cNvPr>
          <p:cNvSpPr/>
          <p:nvPr/>
        </p:nvSpPr>
        <p:spPr>
          <a:xfrm>
            <a:off x="10977297" y="2247900"/>
            <a:ext cx="143464" cy="3414713"/>
          </a:xfrm>
          <a:prstGeom prst="rightBrac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569DFC83-B882-718C-9566-CAC7DDC28038}"/>
              </a:ext>
            </a:extLst>
          </p:cNvPr>
          <p:cNvSpPr txBox="1"/>
          <p:nvPr/>
        </p:nvSpPr>
        <p:spPr>
          <a:xfrm>
            <a:off x="11115608" y="3613716"/>
            <a:ext cx="776355" cy="6924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latinLnBrk="0"/>
            <a:r>
              <a:rPr lang="ko-KR" altLang="en-US" sz="900" b="1" i="1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rgbClr val="ED7D31"/>
                </a:solidFill>
                <a:latin typeface="+mn-ea"/>
              </a:rPr>
              <a:t>인공지능기본법 </a:t>
            </a:r>
            <a:r>
              <a:rPr lang="en-US" altLang="ko-KR" sz="900" b="1" i="1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rgbClr val="ED7D31"/>
                </a:solidFill>
                <a:latin typeface="+mn-ea"/>
              </a:rPr>
              <a:t>(’26.01) </a:t>
            </a:r>
            <a:r>
              <a:rPr lang="ko-KR" altLang="en-US" sz="900" b="1" i="1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rgbClr val="ED7D31"/>
                </a:solidFill>
                <a:latin typeface="+mn-ea"/>
              </a:rPr>
              <a:t>시행을 위한 </a:t>
            </a:r>
            <a:br>
              <a:rPr lang="en-US" altLang="ko-KR" sz="900" b="1" i="1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rgbClr val="ED7D31"/>
                </a:solidFill>
                <a:latin typeface="+mn-ea"/>
              </a:rPr>
            </a:br>
            <a:r>
              <a:rPr lang="ko-KR" altLang="en-US" sz="900" b="1" i="1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rgbClr val="ED7D31"/>
                </a:solidFill>
                <a:latin typeface="+mn-ea"/>
              </a:rPr>
              <a:t>신규 </a:t>
            </a:r>
            <a:r>
              <a:rPr lang="en-US" altLang="ko-KR" sz="900" b="1" i="1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rgbClr val="ED7D31"/>
                </a:solidFill>
                <a:latin typeface="+mn-ea"/>
              </a:rPr>
              <a:t>10</a:t>
            </a:r>
            <a:r>
              <a:rPr lang="ko-KR" altLang="en-US" sz="900" b="1" i="1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rgbClr val="ED7D31"/>
                </a:solidFill>
                <a:latin typeface="+mn-ea"/>
              </a:rPr>
              <a:t>종에서 </a:t>
            </a:r>
            <a:endParaRPr lang="en-US" altLang="ko-KR" sz="900" b="1" i="1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srgbClr val="ED7D31"/>
              </a:solidFill>
              <a:latin typeface="+mn-ea"/>
            </a:endParaRPr>
          </a:p>
          <a:p>
            <a:pPr algn="ctr" latinLnBrk="0"/>
            <a:r>
              <a:rPr lang="ko-KR" altLang="en-US" sz="900" b="1" i="1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rgbClr val="ED7D31"/>
                </a:solidFill>
                <a:latin typeface="+mn-ea"/>
              </a:rPr>
              <a:t>구체화</a:t>
            </a:r>
            <a:r>
              <a:rPr lang="en-US" altLang="ko-KR" sz="900" b="1" i="1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rgbClr val="ED7D31"/>
                </a:solidFill>
                <a:latin typeface="+mn-ea"/>
              </a:rPr>
              <a:t>/</a:t>
            </a:r>
            <a:r>
              <a:rPr lang="ko-KR" altLang="en-US" sz="900" b="1" i="1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rgbClr val="ED7D31"/>
                </a:solidFill>
                <a:latin typeface="+mn-ea"/>
              </a:rPr>
              <a:t>강화된 </a:t>
            </a:r>
            <a:br>
              <a:rPr lang="en-US" altLang="ko-KR" sz="900" b="1" i="1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rgbClr val="ED7D31"/>
                </a:solidFill>
                <a:latin typeface="+mn-ea"/>
              </a:rPr>
            </a:br>
            <a:r>
              <a:rPr lang="ko-KR" altLang="en-US" sz="900" b="1" i="1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rgbClr val="ED7D31"/>
                </a:solidFill>
                <a:latin typeface="+mn-ea"/>
              </a:rPr>
              <a:t>가이드라인 제공</a:t>
            </a:r>
            <a:endParaRPr lang="en-US" altLang="ko-KR" sz="900" b="1" i="1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srgbClr val="ED7D31"/>
              </a:solidFill>
              <a:latin typeface="+mn-ea"/>
            </a:endParaRPr>
          </a:p>
        </p:txBody>
      </p:sp>
      <p:sp>
        <p:nvSpPr>
          <p:cNvPr id="106" name="사각형: 둥근 모서리 20">
            <a:extLst>
              <a:ext uri="{FF2B5EF4-FFF2-40B4-BE49-F238E27FC236}">
                <a16:creationId xmlns:a16="http://schemas.microsoft.com/office/drawing/2014/main" id="{BA9F28A6-F3AE-89C8-13EA-F72E8A4789E5}"/>
              </a:ext>
            </a:extLst>
          </p:cNvPr>
          <p:cNvSpPr/>
          <p:nvPr/>
        </p:nvSpPr>
        <p:spPr>
          <a:xfrm>
            <a:off x="1196684" y="5552471"/>
            <a:ext cx="381439" cy="304799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" altLang="ko-KR" sz="20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ED7D3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  <a:sym typeface="Wingdings" panose="05000000000000000000" pitchFamily="2" charset="2"/>
              </a:rPr>
              <a:t></a:t>
            </a:r>
            <a:endParaRPr kumimoji="1" lang="en" altLang="ko-KR" sz="20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ED7D31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DE5722FF-3348-C001-F6B0-9DF748D18CCA}"/>
              </a:ext>
            </a:extLst>
          </p:cNvPr>
          <p:cNvSpPr txBox="1"/>
          <p:nvPr/>
        </p:nvSpPr>
        <p:spPr>
          <a:xfrm>
            <a:off x="11088423" y="6181323"/>
            <a:ext cx="698499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latinLnBrk="0"/>
            <a:r>
              <a:rPr lang="ko-KR" altLang="en-US" sz="900" b="1" i="1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rgbClr val="ED7D31"/>
                </a:solidFill>
                <a:latin typeface="+mn-ea"/>
              </a:rPr>
              <a:t>신규 개념</a:t>
            </a:r>
            <a:endParaRPr lang="en-US" altLang="ko-KR" sz="900" b="1" i="1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srgbClr val="ED7D31"/>
              </a:solidFill>
              <a:latin typeface="+mn-ea"/>
            </a:endParaRPr>
          </a:p>
        </p:txBody>
      </p:sp>
      <p:sp>
        <p:nvSpPr>
          <p:cNvPr id="108" name="Right Brace 107">
            <a:extLst>
              <a:ext uri="{FF2B5EF4-FFF2-40B4-BE49-F238E27FC236}">
                <a16:creationId xmlns:a16="http://schemas.microsoft.com/office/drawing/2014/main" id="{F51BFBB2-D151-EF9E-DC50-74FADB11C9AF}"/>
              </a:ext>
            </a:extLst>
          </p:cNvPr>
          <p:cNvSpPr/>
          <p:nvPr/>
        </p:nvSpPr>
        <p:spPr>
          <a:xfrm>
            <a:off x="10977297" y="5946621"/>
            <a:ext cx="143464" cy="548769"/>
          </a:xfrm>
          <a:prstGeom prst="rightBrac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7991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277DE-29BA-A8A7-127E-D550A5522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rapezoid 120">
            <a:extLst>
              <a:ext uri="{FF2B5EF4-FFF2-40B4-BE49-F238E27FC236}">
                <a16:creationId xmlns:a16="http://schemas.microsoft.com/office/drawing/2014/main" id="{E44B7A6D-762F-8488-0413-C126129A2AEC}"/>
              </a:ext>
            </a:extLst>
          </p:cNvPr>
          <p:cNvSpPr/>
          <p:nvPr/>
        </p:nvSpPr>
        <p:spPr>
          <a:xfrm rot="16200000">
            <a:off x="4274932" y="4124429"/>
            <a:ext cx="4218522" cy="576385"/>
          </a:xfrm>
          <a:custGeom>
            <a:avLst/>
            <a:gdLst>
              <a:gd name="connsiteX0" fmla="*/ 0 w 4312411"/>
              <a:gd name="connsiteY0" fmla="*/ 660713 h 660713"/>
              <a:gd name="connsiteX1" fmla="*/ 662887 w 4312411"/>
              <a:gd name="connsiteY1" fmla="*/ 0 h 660713"/>
              <a:gd name="connsiteX2" fmla="*/ 3649524 w 4312411"/>
              <a:gd name="connsiteY2" fmla="*/ 0 h 660713"/>
              <a:gd name="connsiteX3" fmla="*/ 4312411 w 4312411"/>
              <a:gd name="connsiteY3" fmla="*/ 660713 h 660713"/>
              <a:gd name="connsiteX4" fmla="*/ 0 w 4312411"/>
              <a:gd name="connsiteY4" fmla="*/ 660713 h 660713"/>
              <a:gd name="connsiteX0" fmla="*/ 0 w 4312411"/>
              <a:gd name="connsiteY0" fmla="*/ 660713 h 660713"/>
              <a:gd name="connsiteX1" fmla="*/ 662887 w 4312411"/>
              <a:gd name="connsiteY1" fmla="*/ 0 h 660713"/>
              <a:gd name="connsiteX2" fmla="*/ 3174962 w 4312411"/>
              <a:gd name="connsiteY2" fmla="*/ 46299 h 660713"/>
              <a:gd name="connsiteX3" fmla="*/ 4312411 w 4312411"/>
              <a:gd name="connsiteY3" fmla="*/ 660713 h 660713"/>
              <a:gd name="connsiteX4" fmla="*/ 0 w 4312411"/>
              <a:gd name="connsiteY4" fmla="*/ 660713 h 660713"/>
              <a:gd name="connsiteX0" fmla="*/ 0 w 4312411"/>
              <a:gd name="connsiteY0" fmla="*/ 660713 h 660713"/>
              <a:gd name="connsiteX1" fmla="*/ 662887 w 4312411"/>
              <a:gd name="connsiteY1" fmla="*/ 0 h 660713"/>
              <a:gd name="connsiteX2" fmla="*/ 3083522 w 4312411"/>
              <a:gd name="connsiteY2" fmla="*/ 46299 h 660713"/>
              <a:gd name="connsiteX3" fmla="*/ 4312411 w 4312411"/>
              <a:gd name="connsiteY3" fmla="*/ 660713 h 660713"/>
              <a:gd name="connsiteX4" fmla="*/ 0 w 4312411"/>
              <a:gd name="connsiteY4" fmla="*/ 660713 h 660713"/>
              <a:gd name="connsiteX0" fmla="*/ 0 w 4312411"/>
              <a:gd name="connsiteY0" fmla="*/ 660713 h 660713"/>
              <a:gd name="connsiteX1" fmla="*/ 662887 w 4312411"/>
              <a:gd name="connsiteY1" fmla="*/ 0 h 660713"/>
              <a:gd name="connsiteX2" fmla="*/ 3083522 w 4312411"/>
              <a:gd name="connsiteY2" fmla="*/ 31059 h 660713"/>
              <a:gd name="connsiteX3" fmla="*/ 4312411 w 4312411"/>
              <a:gd name="connsiteY3" fmla="*/ 660713 h 660713"/>
              <a:gd name="connsiteX4" fmla="*/ 0 w 4312411"/>
              <a:gd name="connsiteY4" fmla="*/ 660713 h 660713"/>
              <a:gd name="connsiteX0" fmla="*/ 0 w 4312411"/>
              <a:gd name="connsiteY0" fmla="*/ 667754 h 667754"/>
              <a:gd name="connsiteX1" fmla="*/ 662887 w 4312411"/>
              <a:gd name="connsiteY1" fmla="*/ 7041 h 667754"/>
              <a:gd name="connsiteX2" fmla="*/ 3083522 w 4312411"/>
              <a:gd name="connsiteY2" fmla="*/ 0 h 667754"/>
              <a:gd name="connsiteX3" fmla="*/ 4312411 w 4312411"/>
              <a:gd name="connsiteY3" fmla="*/ 667754 h 667754"/>
              <a:gd name="connsiteX4" fmla="*/ 0 w 4312411"/>
              <a:gd name="connsiteY4" fmla="*/ 667754 h 667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12411" h="667754">
                <a:moveTo>
                  <a:pt x="0" y="667754"/>
                </a:moveTo>
                <a:lnTo>
                  <a:pt x="662887" y="7041"/>
                </a:lnTo>
                <a:lnTo>
                  <a:pt x="3083522" y="0"/>
                </a:lnTo>
                <a:lnTo>
                  <a:pt x="4312411" y="667754"/>
                </a:lnTo>
                <a:lnTo>
                  <a:pt x="0" y="667754"/>
                </a:ln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100000">
                <a:srgbClr val="FBE5D6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6" name="사각형: 둥근 모서리 42">
            <a:extLst>
              <a:ext uri="{FF2B5EF4-FFF2-40B4-BE49-F238E27FC236}">
                <a16:creationId xmlns:a16="http://schemas.microsoft.com/office/drawing/2014/main" id="{68A46E11-98B1-D947-B655-64A826267139}"/>
              </a:ext>
            </a:extLst>
          </p:cNvPr>
          <p:cNvSpPr/>
          <p:nvPr/>
        </p:nvSpPr>
        <p:spPr>
          <a:xfrm>
            <a:off x="259080" y="3339165"/>
            <a:ext cx="5928360" cy="264253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solidFill>
              <a:srgbClr val="ED7D3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altLang="ko-KR" sz="1200" b="1" spc="-70">
              <a:ln>
                <a:solidFill>
                  <a:prstClr val="white">
                    <a:alpha val="0"/>
                  </a:prstClr>
                </a:solidFill>
              </a:ln>
              <a:latin typeface="+mn-ea"/>
            </a:endParaRP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A70CD3C0-FC8E-A07F-5F42-3F7F63B4496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II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．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AI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거버넌스 컨설팅 추진 내역</a:t>
            </a:r>
            <a:endParaRPr lang="en-US" altLang="ko-KR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876E2DD7-E523-527D-BBDC-413BA25F4F6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AI </a:t>
            </a:r>
            <a:r>
              <a:rPr lang="ko-KR" altLang="en-US"/>
              <a:t>거버넌스의 개념적 모습</a:t>
            </a:r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21DC877E-CBB2-E760-80D9-D95421233A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5</a:t>
            </a:r>
            <a:r>
              <a:rPr lang="ko-KR" altLang="en-US"/>
              <a:t>가지 관점</a:t>
            </a:r>
            <a:r>
              <a:rPr lang="ko-KR" altLang="en-US" baseline="30000"/>
              <a:t>조직</a:t>
            </a:r>
            <a:r>
              <a:rPr lang="en-US" altLang="ko-KR" baseline="30000"/>
              <a:t>, </a:t>
            </a:r>
            <a:r>
              <a:rPr lang="ko-KR" altLang="en-US" baseline="30000"/>
              <a:t>협의체</a:t>
            </a:r>
            <a:r>
              <a:rPr lang="en-US" altLang="ko-KR" baseline="30000"/>
              <a:t>, </a:t>
            </a:r>
            <a:r>
              <a:rPr lang="ko-KR" altLang="en-US" baseline="30000"/>
              <a:t>활용 도구</a:t>
            </a:r>
            <a:r>
              <a:rPr lang="en-US" altLang="ko-KR" baseline="30000"/>
              <a:t>&amp;</a:t>
            </a:r>
            <a:r>
              <a:rPr lang="ko-KR" altLang="en-US" baseline="30000"/>
              <a:t>문서</a:t>
            </a:r>
            <a:r>
              <a:rPr lang="en-US" altLang="ko-KR" baseline="30000"/>
              <a:t>, </a:t>
            </a:r>
            <a:r>
              <a:rPr lang="ko-KR" altLang="en-US" baseline="30000"/>
              <a:t>기능</a:t>
            </a:r>
            <a:r>
              <a:rPr lang="en-US" altLang="ko-KR" baseline="30000"/>
              <a:t>&amp;</a:t>
            </a:r>
            <a:r>
              <a:rPr lang="ko-KR" altLang="en-US" baseline="30000"/>
              <a:t>프로세스</a:t>
            </a:r>
            <a:r>
              <a:rPr lang="en-US" altLang="ko-KR" baseline="30000"/>
              <a:t>, </a:t>
            </a:r>
            <a:r>
              <a:rPr lang="ko-KR" altLang="en-US" baseline="30000"/>
              <a:t>시스템</a:t>
            </a:r>
            <a:r>
              <a:rPr lang="ko-KR" altLang="en-US"/>
              <a:t>을 기반으로 </a:t>
            </a:r>
            <a:r>
              <a:rPr lang="en-US" altLang="ko-KR"/>
              <a:t>AI</a:t>
            </a:r>
            <a:r>
              <a:rPr lang="ko-KR" altLang="en-US"/>
              <a:t>서비스 개발 全 라이프사이클에서 발생하는 </a:t>
            </a:r>
            <a:r>
              <a:rPr lang="en-US" altLang="ko-KR"/>
              <a:t>AI</a:t>
            </a:r>
            <a:r>
              <a:rPr lang="ko-KR" altLang="en-US"/>
              <a:t>위험에 대해 식별 및 평가함</a:t>
            </a:r>
          </a:p>
        </p:txBody>
      </p:sp>
      <p:sp>
        <p:nvSpPr>
          <p:cNvPr id="84" name="자유형: 도형 83">
            <a:extLst>
              <a:ext uri="{FF2B5EF4-FFF2-40B4-BE49-F238E27FC236}">
                <a16:creationId xmlns:a16="http://schemas.microsoft.com/office/drawing/2014/main" id="{B77D1236-4393-69F3-354B-0AFF666CDF56}"/>
              </a:ext>
            </a:extLst>
          </p:cNvPr>
          <p:cNvSpPr/>
          <p:nvPr/>
        </p:nvSpPr>
        <p:spPr>
          <a:xfrm>
            <a:off x="6763985" y="1341438"/>
            <a:ext cx="5040000" cy="698400"/>
          </a:xfrm>
          <a:custGeom>
            <a:avLst/>
            <a:gdLst>
              <a:gd name="connsiteX0" fmla="*/ 2520000 w 5040000"/>
              <a:gd name="connsiteY0" fmla="*/ 0 h 698400"/>
              <a:gd name="connsiteX1" fmla="*/ 5040000 w 5040000"/>
              <a:gd name="connsiteY1" fmla="*/ 424732 h 698400"/>
              <a:gd name="connsiteX2" fmla="*/ 5040000 w 5040000"/>
              <a:gd name="connsiteY2" fmla="*/ 698400 h 698400"/>
              <a:gd name="connsiteX3" fmla="*/ 0 w 5040000"/>
              <a:gd name="connsiteY3" fmla="*/ 698400 h 698400"/>
              <a:gd name="connsiteX4" fmla="*/ 0 w 5040000"/>
              <a:gd name="connsiteY4" fmla="*/ 424732 h 6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40000" h="698400">
                <a:moveTo>
                  <a:pt x="2520000" y="0"/>
                </a:moveTo>
                <a:lnTo>
                  <a:pt x="5040000" y="424732"/>
                </a:lnTo>
                <a:lnTo>
                  <a:pt x="5040000" y="698400"/>
                </a:lnTo>
                <a:lnTo>
                  <a:pt x="0" y="698400"/>
                </a:lnTo>
                <a:lnTo>
                  <a:pt x="0" y="424732"/>
                </a:lnTo>
                <a:close/>
              </a:path>
            </a:pathLst>
          </a:custGeom>
          <a:solidFill>
            <a:srgbClr val="C55A11"/>
          </a:solidFill>
          <a:ln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72000" rtlCol="0" anchor="b" anchorCtr="0">
            <a:noAutofit/>
          </a:bodyPr>
          <a:lstStyle/>
          <a:p>
            <a:pPr algn="ctr"/>
            <a:r>
              <a:rPr lang="en-US" altLang="ko-KR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“</a:t>
            </a:r>
            <a:r>
              <a:rPr lang="ko-KR" altLang="en-US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안전하고 투명한</a:t>
            </a:r>
            <a:r>
              <a:rPr lang="en-US" altLang="ko-KR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 AI</a:t>
            </a:r>
            <a:r>
              <a:rPr lang="ko-KR" altLang="en-US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서비스 제공</a:t>
            </a:r>
            <a:r>
              <a:rPr lang="en-US" altLang="ko-KR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”</a:t>
            </a:r>
            <a:endParaRPr lang="ko-KR" altLang="en-US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473E36D-622A-9CDF-D932-0ED17903E704}"/>
              </a:ext>
            </a:extLst>
          </p:cNvPr>
          <p:cNvSpPr/>
          <p:nvPr/>
        </p:nvSpPr>
        <p:spPr>
          <a:xfrm>
            <a:off x="6943985" y="2150551"/>
            <a:ext cx="4680000" cy="1273637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전사적 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AI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위험관리 체계 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D5281D2-32F2-A9BC-555B-FBF5E681CAE9}"/>
              </a:ext>
            </a:extLst>
          </p:cNvPr>
          <p:cNvSpPr/>
          <p:nvPr/>
        </p:nvSpPr>
        <p:spPr>
          <a:xfrm>
            <a:off x="7123985" y="2533992"/>
            <a:ext cx="4320000" cy="83431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AI</a:t>
            </a:r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서비스 개발 전 생애주기에 걸친 위험관리 방안 및 환경 구축</a:t>
            </a:r>
            <a:endParaRPr lang="en-US" altLang="ko-KR" sz="1200" b="1" spc="-1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AI</a:t>
            </a:r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거버넌스 기반 안전성</a:t>
            </a:r>
            <a:r>
              <a:rPr lang="en-US" altLang="ko-KR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투명성</a:t>
            </a:r>
            <a:r>
              <a:rPr lang="en-US" altLang="ko-KR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강건성</a:t>
            </a:r>
            <a:r>
              <a:rPr lang="en-US" altLang="ko-KR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등 확보</a:t>
            </a:r>
            <a:endParaRPr lang="en-US" altLang="ko-KR" sz="1200" b="1" spc="-1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전사차원의 </a:t>
            </a:r>
            <a:r>
              <a:rPr lang="en-US" altLang="ko-KR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AI </a:t>
            </a:r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위험</a:t>
            </a:r>
            <a:r>
              <a:rPr lang="en-US" altLang="ko-KR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영향</a:t>
            </a:r>
            <a:r>
              <a:rPr lang="en-US" altLang="ko-KR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안전성에 대해 식별</a:t>
            </a:r>
            <a:r>
              <a:rPr lang="en-US" altLang="ko-KR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평가</a:t>
            </a:r>
            <a:endParaRPr lang="en-US" altLang="ko-KR" sz="1200" b="1" spc="-1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B90283D-F4E4-6DD6-F1EB-2A3F3D99DE4B}"/>
              </a:ext>
            </a:extLst>
          </p:cNvPr>
          <p:cNvSpPr/>
          <p:nvPr/>
        </p:nvSpPr>
        <p:spPr>
          <a:xfrm>
            <a:off x="6763985" y="5049487"/>
            <a:ext cx="5040000" cy="115200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 algn="ctr"/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AI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거버넌스 요건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848F89F9-51D7-AB67-95BC-B0CF1313C4E8}"/>
              </a:ext>
            </a:extLst>
          </p:cNvPr>
          <p:cNvGrpSpPr/>
          <p:nvPr/>
        </p:nvGrpSpPr>
        <p:grpSpPr>
          <a:xfrm>
            <a:off x="6943985" y="5375541"/>
            <a:ext cx="4680000" cy="753341"/>
            <a:chOff x="514963" y="5695943"/>
            <a:chExt cx="4680000" cy="753341"/>
          </a:xfrm>
        </p:grpSpPr>
        <p:sp>
          <p:nvSpPr>
            <p:cNvPr id="2" name="사각형: 둥근 모서리 20">
              <a:extLst>
                <a:ext uri="{FF2B5EF4-FFF2-40B4-BE49-F238E27FC236}">
                  <a16:creationId xmlns:a16="http://schemas.microsoft.com/office/drawing/2014/main" id="{B9858CF2-D12E-7BD1-DFEE-DDF4179ACBE2}"/>
                </a:ext>
              </a:extLst>
            </p:cNvPr>
            <p:cNvSpPr/>
            <p:nvPr/>
          </p:nvSpPr>
          <p:spPr>
            <a:xfrm>
              <a:off x="514963" y="5695943"/>
              <a:ext cx="540000" cy="360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인공지능 </a:t>
              </a:r>
              <a:br>
                <a:rPr lang="en-US" altLang="ko-KR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</a:br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기본법</a:t>
              </a:r>
              <a:endParaRPr lang="en" altLang="ko-KR" sz="8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" name="사각형: 둥근 모서리 20">
              <a:extLst>
                <a:ext uri="{FF2B5EF4-FFF2-40B4-BE49-F238E27FC236}">
                  <a16:creationId xmlns:a16="http://schemas.microsoft.com/office/drawing/2014/main" id="{A1D36345-A7DC-4EF3-05C2-A8C1A7256E9F}"/>
                </a:ext>
              </a:extLst>
            </p:cNvPr>
            <p:cNvSpPr/>
            <p:nvPr/>
          </p:nvSpPr>
          <p:spPr>
            <a:xfrm>
              <a:off x="1762963" y="5695943"/>
              <a:ext cx="648000" cy="360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금융분야 </a:t>
              </a:r>
              <a:b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</a:br>
              <a:r>
                <a:rPr lang="en-US" altLang="ko-KR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AI</a:t>
              </a:r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개발</a:t>
              </a:r>
              <a:r>
                <a:rPr lang="en-US" altLang="ko-KR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·</a:t>
              </a:r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활용 안내서</a:t>
              </a:r>
            </a:p>
          </p:txBody>
        </p:sp>
        <p:sp>
          <p:nvSpPr>
            <p:cNvPr id="4" name="사각형: 둥근 모서리 20">
              <a:extLst>
                <a:ext uri="{FF2B5EF4-FFF2-40B4-BE49-F238E27FC236}">
                  <a16:creationId xmlns:a16="http://schemas.microsoft.com/office/drawing/2014/main" id="{C55D5BA0-F62C-8F15-F9CB-1B5E718697A0}"/>
                </a:ext>
              </a:extLst>
            </p:cNvPr>
            <p:cNvSpPr/>
            <p:nvPr/>
          </p:nvSpPr>
          <p:spPr>
            <a:xfrm>
              <a:off x="2494963" y="5695943"/>
              <a:ext cx="648000" cy="360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금융분야 </a:t>
              </a:r>
              <a:br>
                <a:rPr lang="en-US" altLang="ko-KR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</a:br>
              <a:r>
                <a:rPr lang="en-US" altLang="ko-KR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AI</a:t>
              </a:r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운영 가이드라인</a:t>
              </a:r>
            </a:p>
          </p:txBody>
        </p:sp>
        <p:sp>
          <p:nvSpPr>
            <p:cNvPr id="5" name="사각형: 둥근 모서리 20">
              <a:extLst>
                <a:ext uri="{FF2B5EF4-FFF2-40B4-BE49-F238E27FC236}">
                  <a16:creationId xmlns:a16="http://schemas.microsoft.com/office/drawing/2014/main" id="{158B53E7-16F2-5B11-361D-D5C76861B665}"/>
                </a:ext>
              </a:extLst>
            </p:cNvPr>
            <p:cNvSpPr/>
            <p:nvPr/>
          </p:nvSpPr>
          <p:spPr>
            <a:xfrm>
              <a:off x="3226963" y="5695943"/>
              <a:ext cx="720000" cy="360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금융분야 </a:t>
              </a:r>
              <a:br>
                <a:rPr lang="en-US" altLang="ko-KR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</a:br>
              <a:r>
                <a:rPr lang="en-US" altLang="ko-KR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AI</a:t>
              </a:r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기반 보안 가이드라인</a:t>
              </a:r>
            </a:p>
          </p:txBody>
        </p:sp>
        <p:sp>
          <p:nvSpPr>
            <p:cNvPr id="13" name="사각형: 둥근 모서리 20">
              <a:extLst>
                <a:ext uri="{FF2B5EF4-FFF2-40B4-BE49-F238E27FC236}">
                  <a16:creationId xmlns:a16="http://schemas.microsoft.com/office/drawing/2014/main" id="{46CF104F-AFA3-3546-E16F-869E890B3EF4}"/>
                </a:ext>
              </a:extLst>
            </p:cNvPr>
            <p:cNvSpPr/>
            <p:nvPr/>
          </p:nvSpPr>
          <p:spPr>
            <a:xfrm>
              <a:off x="1138963" y="5695943"/>
              <a:ext cx="540000" cy="360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인공지능 기본법</a:t>
              </a:r>
              <a:b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</a:br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 시행령</a:t>
              </a:r>
            </a:p>
          </p:txBody>
        </p:sp>
        <p:sp>
          <p:nvSpPr>
            <p:cNvPr id="18" name="사각형: 둥근 모서리 20">
              <a:extLst>
                <a:ext uri="{FF2B5EF4-FFF2-40B4-BE49-F238E27FC236}">
                  <a16:creationId xmlns:a16="http://schemas.microsoft.com/office/drawing/2014/main" id="{BEAABFE6-E871-9E28-AD59-C7A2637737B0}"/>
                </a:ext>
              </a:extLst>
            </p:cNvPr>
            <p:cNvSpPr/>
            <p:nvPr/>
          </p:nvSpPr>
          <p:spPr>
            <a:xfrm>
              <a:off x="514963" y="6089284"/>
              <a:ext cx="540000" cy="360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사업자 책무 고시</a:t>
              </a:r>
              <a:r>
                <a:rPr lang="en-US" altLang="ko-KR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(</a:t>
              </a:r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안</a:t>
              </a:r>
              <a:r>
                <a:rPr lang="en-US" altLang="ko-KR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)</a:t>
              </a: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60D54BB5-305E-6207-FC1C-1D38EA8F6F21}"/>
                </a:ext>
              </a:extLst>
            </p:cNvPr>
            <p:cNvSpPr/>
            <p:nvPr/>
          </p:nvSpPr>
          <p:spPr>
            <a:xfrm>
              <a:off x="1141363" y="6089284"/>
              <a:ext cx="792000" cy="360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spc="-150" err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고영향</a:t>
              </a:r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AI</a:t>
              </a:r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사업자 책무 가이드 라인 </a:t>
              </a:r>
              <a:r>
                <a:rPr lang="en-US" altLang="ko-KR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(</a:t>
              </a:r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안</a:t>
              </a:r>
              <a:r>
                <a:rPr lang="en-US" altLang="ko-KR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)</a:t>
              </a:r>
            </a:p>
          </p:txBody>
        </p:sp>
        <p:sp>
          <p:nvSpPr>
            <p:cNvPr id="29" name="사각형: 둥근 모서리 20">
              <a:extLst>
                <a:ext uri="{FF2B5EF4-FFF2-40B4-BE49-F238E27FC236}">
                  <a16:creationId xmlns:a16="http://schemas.microsoft.com/office/drawing/2014/main" id="{9500A20D-1BE1-837C-DE54-A3775FFAD26F}"/>
                </a:ext>
              </a:extLst>
            </p:cNvPr>
            <p:cNvSpPr/>
            <p:nvPr/>
          </p:nvSpPr>
          <p:spPr>
            <a:xfrm>
              <a:off x="2019763" y="6089284"/>
              <a:ext cx="792000" cy="360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AI</a:t>
              </a:r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안전성 확보 가이드 라인 </a:t>
              </a:r>
              <a:r>
                <a:rPr lang="en-US" altLang="ko-KR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(</a:t>
              </a:r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안</a:t>
              </a:r>
              <a:r>
                <a:rPr lang="en-US" altLang="ko-KR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)</a:t>
              </a:r>
              <a:endParaRPr lang="ko-KR" altLang="en-US" sz="8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0" name="사각형: 둥근 모서리 20">
              <a:extLst>
                <a:ext uri="{FF2B5EF4-FFF2-40B4-BE49-F238E27FC236}">
                  <a16:creationId xmlns:a16="http://schemas.microsoft.com/office/drawing/2014/main" id="{24F0BFE9-1DC3-86E9-D1CC-457A8E837F80}"/>
                </a:ext>
              </a:extLst>
            </p:cNvPr>
            <p:cNvSpPr/>
            <p:nvPr/>
          </p:nvSpPr>
          <p:spPr>
            <a:xfrm>
              <a:off x="2898163" y="6089284"/>
              <a:ext cx="792000" cy="360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spc="-150" err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고영향</a:t>
              </a:r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AI</a:t>
              </a:r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판단 가이드 라인 </a:t>
              </a:r>
              <a:r>
                <a:rPr lang="en-US" altLang="ko-KR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(</a:t>
              </a:r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안</a:t>
              </a:r>
              <a:r>
                <a:rPr lang="en-US" altLang="ko-KR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)</a:t>
              </a:r>
              <a:endParaRPr lang="ko-KR" altLang="en-US" sz="8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1" name="사각형: 둥근 모서리 20">
              <a:extLst>
                <a:ext uri="{FF2B5EF4-FFF2-40B4-BE49-F238E27FC236}">
                  <a16:creationId xmlns:a16="http://schemas.microsoft.com/office/drawing/2014/main" id="{369F1FBC-230F-EA08-7FA5-7BFA1F8B13E4}"/>
                </a:ext>
              </a:extLst>
            </p:cNvPr>
            <p:cNvSpPr/>
            <p:nvPr/>
          </p:nvSpPr>
          <p:spPr>
            <a:xfrm>
              <a:off x="3776563" y="6089284"/>
              <a:ext cx="792000" cy="360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AI</a:t>
              </a:r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영향평가 가이드 라인 </a:t>
              </a:r>
              <a:r>
                <a:rPr lang="en-US" altLang="ko-KR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(</a:t>
              </a:r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안</a:t>
              </a:r>
              <a:r>
                <a:rPr lang="en-US" altLang="ko-KR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)</a:t>
              </a:r>
              <a:endParaRPr lang="ko-KR" altLang="en-US" sz="8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2" name="사각형: 둥근 모서리 20">
              <a:extLst>
                <a:ext uri="{FF2B5EF4-FFF2-40B4-BE49-F238E27FC236}">
                  <a16:creationId xmlns:a16="http://schemas.microsoft.com/office/drawing/2014/main" id="{5DC04CC0-122E-AAD0-10D7-8D43BE320BBC}"/>
                </a:ext>
              </a:extLst>
            </p:cNvPr>
            <p:cNvSpPr/>
            <p:nvPr/>
          </p:nvSpPr>
          <p:spPr>
            <a:xfrm>
              <a:off x="4030963" y="5695943"/>
              <a:ext cx="540000" cy="360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신용정보법</a:t>
              </a:r>
            </a:p>
          </p:txBody>
        </p:sp>
        <p:sp>
          <p:nvSpPr>
            <p:cNvPr id="47" name="사각형: 둥근 모서리 20">
              <a:extLst>
                <a:ext uri="{FF2B5EF4-FFF2-40B4-BE49-F238E27FC236}">
                  <a16:creationId xmlns:a16="http://schemas.microsoft.com/office/drawing/2014/main" id="{67A94D49-1053-DCFB-15C6-1C692D312769}"/>
                </a:ext>
              </a:extLst>
            </p:cNvPr>
            <p:cNvSpPr/>
            <p:nvPr/>
          </p:nvSpPr>
          <p:spPr>
            <a:xfrm>
              <a:off x="4654963" y="5695943"/>
              <a:ext cx="540000" cy="360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개인정보 보호법</a:t>
              </a:r>
            </a:p>
          </p:txBody>
        </p:sp>
        <p:sp>
          <p:nvSpPr>
            <p:cNvPr id="51" name="사각형: 둥근 모서리 20">
              <a:extLst>
                <a:ext uri="{FF2B5EF4-FFF2-40B4-BE49-F238E27FC236}">
                  <a16:creationId xmlns:a16="http://schemas.microsoft.com/office/drawing/2014/main" id="{7922250D-320F-809C-1B1B-8F85909A03D4}"/>
                </a:ext>
              </a:extLst>
            </p:cNvPr>
            <p:cNvSpPr/>
            <p:nvPr/>
          </p:nvSpPr>
          <p:spPr>
            <a:xfrm>
              <a:off x="4654963" y="6089284"/>
              <a:ext cx="540000" cy="360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안전성 확보 고시</a:t>
              </a:r>
              <a:r>
                <a:rPr lang="en-US" altLang="ko-KR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(</a:t>
              </a:r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안</a:t>
              </a:r>
              <a:r>
                <a:rPr lang="en-US" altLang="ko-KR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)</a:t>
              </a:r>
            </a:p>
          </p:txBody>
        </p:sp>
      </p:grp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0C950C8-9293-476F-9D9B-8C36C658A001}"/>
              </a:ext>
            </a:extLst>
          </p:cNvPr>
          <p:cNvSpPr/>
          <p:nvPr/>
        </p:nvSpPr>
        <p:spPr>
          <a:xfrm>
            <a:off x="6943984" y="3570061"/>
            <a:ext cx="864000" cy="1019885"/>
          </a:xfrm>
          <a:prstGeom prst="round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조직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4A2B83E-6692-4466-4DC5-BAACB31929D9}"/>
              </a:ext>
            </a:extLst>
          </p:cNvPr>
          <p:cNvSpPr/>
          <p:nvPr/>
        </p:nvSpPr>
        <p:spPr>
          <a:xfrm>
            <a:off x="10759985" y="3570061"/>
            <a:ext cx="864000" cy="1019885"/>
          </a:xfrm>
          <a:prstGeom prst="round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활용 도구 및 문서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41A6B8A3-266C-7C74-25EA-797023E69546}"/>
              </a:ext>
            </a:extLst>
          </p:cNvPr>
          <p:cNvSpPr/>
          <p:nvPr/>
        </p:nvSpPr>
        <p:spPr>
          <a:xfrm>
            <a:off x="8215984" y="3570061"/>
            <a:ext cx="864000" cy="1019885"/>
          </a:xfrm>
          <a:prstGeom prst="round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AI</a:t>
            </a:r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거버넌스 협의체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D4D64E3-9426-C0D8-980F-180647F76B84}"/>
              </a:ext>
            </a:extLst>
          </p:cNvPr>
          <p:cNvSpPr/>
          <p:nvPr/>
        </p:nvSpPr>
        <p:spPr>
          <a:xfrm>
            <a:off x="9487984" y="3570061"/>
            <a:ext cx="864000" cy="1019885"/>
          </a:xfrm>
          <a:prstGeom prst="round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R&amp;R,</a:t>
            </a:r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 프로세스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C5DCD09F-26B2-A3CE-B7D6-1FFD38C5892E}"/>
              </a:ext>
            </a:extLst>
          </p:cNvPr>
          <p:cNvSpPr/>
          <p:nvPr/>
        </p:nvSpPr>
        <p:spPr>
          <a:xfrm>
            <a:off x="346135" y="2209478"/>
            <a:ext cx="1864144" cy="485127"/>
          </a:xfrm>
          <a:prstGeom prst="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사용자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E0FE6134-F8F0-458D-C876-69CECFF1A1F0}"/>
              </a:ext>
            </a:extLst>
          </p:cNvPr>
          <p:cNvSpPr/>
          <p:nvPr/>
        </p:nvSpPr>
        <p:spPr>
          <a:xfrm>
            <a:off x="346135" y="2804944"/>
            <a:ext cx="1864144" cy="485127"/>
          </a:xfrm>
          <a:prstGeom prst="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서비스</a:t>
            </a:r>
          </a:p>
        </p:txBody>
      </p:sp>
      <p:sp>
        <p:nvSpPr>
          <p:cNvPr id="67" name="직사각형 13">
            <a:extLst>
              <a:ext uri="{FF2B5EF4-FFF2-40B4-BE49-F238E27FC236}">
                <a16:creationId xmlns:a16="http://schemas.microsoft.com/office/drawing/2014/main" id="{15ECEFBF-88E4-C6B0-99CE-6ED6413DC85F}"/>
              </a:ext>
            </a:extLst>
          </p:cNvPr>
          <p:cNvSpPr/>
          <p:nvPr/>
        </p:nvSpPr>
        <p:spPr>
          <a:xfrm>
            <a:off x="346134" y="1736725"/>
            <a:ext cx="1864144" cy="3600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구분</a:t>
            </a:r>
          </a:p>
        </p:txBody>
      </p:sp>
      <p:sp>
        <p:nvSpPr>
          <p:cNvPr id="75" name="직사각형 73">
            <a:extLst>
              <a:ext uri="{FF2B5EF4-FFF2-40B4-BE49-F238E27FC236}">
                <a16:creationId xmlns:a16="http://schemas.microsoft.com/office/drawing/2014/main" id="{C7A0E844-DC7A-4FBE-E38D-8E80409B13CF}"/>
              </a:ext>
            </a:extLst>
          </p:cNvPr>
          <p:cNvSpPr/>
          <p:nvPr/>
        </p:nvSpPr>
        <p:spPr>
          <a:xfrm>
            <a:off x="346136" y="3438147"/>
            <a:ext cx="405400" cy="2413502"/>
          </a:xfrm>
          <a:prstGeom prst="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0" tIns="0" rIns="0" bIns="0" rtlCol="0" anchor="ctr"/>
          <a:lstStyle/>
          <a:p>
            <a:pPr algn="ctr"/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거버넌스 체계</a:t>
            </a:r>
          </a:p>
        </p:txBody>
      </p:sp>
      <p:sp>
        <p:nvSpPr>
          <p:cNvPr id="76" name="직사각형 73">
            <a:extLst>
              <a:ext uri="{FF2B5EF4-FFF2-40B4-BE49-F238E27FC236}">
                <a16:creationId xmlns:a16="http://schemas.microsoft.com/office/drawing/2014/main" id="{AEA43C52-4A44-532F-5E03-49FA55CAA348}"/>
              </a:ext>
            </a:extLst>
          </p:cNvPr>
          <p:cNvSpPr/>
          <p:nvPr/>
        </p:nvSpPr>
        <p:spPr>
          <a:xfrm>
            <a:off x="867937" y="3442474"/>
            <a:ext cx="1342342" cy="485127"/>
          </a:xfrm>
          <a:prstGeom prst="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규정</a:t>
            </a:r>
            <a:r>
              <a:rPr lang="en-US" altLang="ko-KR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〮</a:t>
            </a:r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지침</a:t>
            </a:r>
            <a:r>
              <a:rPr lang="en-US" altLang="ko-KR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〮</a:t>
            </a:r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도구</a:t>
            </a:r>
            <a:endParaRPr lang="ko-KR" altLang="en-US" sz="1400" b="1" spc="-15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77" name="직사각형 73">
            <a:extLst>
              <a:ext uri="{FF2B5EF4-FFF2-40B4-BE49-F238E27FC236}">
                <a16:creationId xmlns:a16="http://schemas.microsoft.com/office/drawing/2014/main" id="{9BE30DBC-4379-CDC7-BC1B-5D63123F04CA}"/>
              </a:ext>
            </a:extLst>
          </p:cNvPr>
          <p:cNvSpPr/>
          <p:nvPr/>
        </p:nvSpPr>
        <p:spPr>
          <a:xfrm>
            <a:off x="867937" y="4080004"/>
            <a:ext cx="1342342" cy="485127"/>
          </a:xfrm>
          <a:prstGeom prst="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운영 모델</a:t>
            </a:r>
          </a:p>
        </p:txBody>
      </p:sp>
      <p:sp>
        <p:nvSpPr>
          <p:cNvPr id="78" name="직사각형 73">
            <a:extLst>
              <a:ext uri="{FF2B5EF4-FFF2-40B4-BE49-F238E27FC236}">
                <a16:creationId xmlns:a16="http://schemas.microsoft.com/office/drawing/2014/main" id="{D66C0158-441A-5E1C-804A-FAE16BA768E9}"/>
              </a:ext>
            </a:extLst>
          </p:cNvPr>
          <p:cNvSpPr/>
          <p:nvPr/>
        </p:nvSpPr>
        <p:spPr>
          <a:xfrm>
            <a:off x="867937" y="4723263"/>
            <a:ext cx="1342342" cy="1128386"/>
          </a:xfrm>
          <a:prstGeom prst="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자동화</a:t>
            </a:r>
            <a:br>
              <a:rPr lang="en-US" altLang="ko-KR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</a:br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시스템</a:t>
            </a:r>
          </a:p>
        </p:txBody>
      </p:sp>
      <p:sp>
        <p:nvSpPr>
          <p:cNvPr id="69" name="직사각형 13">
            <a:extLst>
              <a:ext uri="{FF2B5EF4-FFF2-40B4-BE49-F238E27FC236}">
                <a16:creationId xmlns:a16="http://schemas.microsoft.com/office/drawing/2014/main" id="{FA30AFC2-78BE-91BF-876C-22311F55F804}"/>
              </a:ext>
            </a:extLst>
          </p:cNvPr>
          <p:cNvSpPr/>
          <p:nvPr/>
        </p:nvSpPr>
        <p:spPr>
          <a:xfrm>
            <a:off x="2362553" y="1736725"/>
            <a:ext cx="3733447" cy="3600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내용</a:t>
            </a:r>
          </a:p>
        </p:txBody>
      </p:sp>
      <p:sp>
        <p:nvSpPr>
          <p:cNvPr id="79" name="직사각형 72">
            <a:extLst>
              <a:ext uri="{FF2B5EF4-FFF2-40B4-BE49-F238E27FC236}">
                <a16:creationId xmlns:a16="http://schemas.microsoft.com/office/drawing/2014/main" id="{EC240A2E-A2C6-B3CE-C4F1-BCE7C815B9D0}"/>
              </a:ext>
            </a:extLst>
          </p:cNvPr>
          <p:cNvSpPr/>
          <p:nvPr/>
        </p:nvSpPr>
        <p:spPr>
          <a:xfrm>
            <a:off x="2362553" y="2209478"/>
            <a:ext cx="1777559" cy="4851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고객</a:t>
            </a:r>
          </a:p>
        </p:txBody>
      </p:sp>
      <p:sp>
        <p:nvSpPr>
          <p:cNvPr id="80" name="직사각형 72">
            <a:extLst>
              <a:ext uri="{FF2B5EF4-FFF2-40B4-BE49-F238E27FC236}">
                <a16:creationId xmlns:a16="http://schemas.microsoft.com/office/drawing/2014/main" id="{454367AD-7B0D-5913-8083-953E3D4B0898}"/>
              </a:ext>
            </a:extLst>
          </p:cNvPr>
          <p:cNvSpPr/>
          <p:nvPr/>
        </p:nvSpPr>
        <p:spPr>
          <a:xfrm>
            <a:off x="4318441" y="2209478"/>
            <a:ext cx="1777559" cy="4851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내부 임직원</a:t>
            </a:r>
          </a:p>
        </p:txBody>
      </p:sp>
      <p:sp>
        <p:nvSpPr>
          <p:cNvPr id="82" name="직사각형 72">
            <a:extLst>
              <a:ext uri="{FF2B5EF4-FFF2-40B4-BE49-F238E27FC236}">
                <a16:creationId xmlns:a16="http://schemas.microsoft.com/office/drawing/2014/main" id="{27F2DB4C-AFB2-4183-B763-66F6385B832F}"/>
              </a:ext>
            </a:extLst>
          </p:cNvPr>
          <p:cNvSpPr/>
          <p:nvPr/>
        </p:nvSpPr>
        <p:spPr>
          <a:xfrm>
            <a:off x="2362553" y="2804944"/>
            <a:ext cx="1777559" cy="4851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고객 서비스</a:t>
            </a:r>
          </a:p>
        </p:txBody>
      </p:sp>
      <p:sp>
        <p:nvSpPr>
          <p:cNvPr id="85" name="직사각형 72">
            <a:extLst>
              <a:ext uri="{FF2B5EF4-FFF2-40B4-BE49-F238E27FC236}">
                <a16:creationId xmlns:a16="http://schemas.microsoft.com/office/drawing/2014/main" id="{53C63B03-DBA4-5773-729E-134F24414D46}"/>
              </a:ext>
            </a:extLst>
          </p:cNvPr>
          <p:cNvSpPr/>
          <p:nvPr/>
        </p:nvSpPr>
        <p:spPr>
          <a:xfrm>
            <a:off x="4318441" y="2804944"/>
            <a:ext cx="1777559" cy="4851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내부 </a:t>
            </a:r>
            <a:r>
              <a:rPr lang="ko-KR" altLang="en-US" sz="1400" b="1" spc="-150" err="1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직원용</a:t>
            </a:r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 서비스</a:t>
            </a:r>
          </a:p>
        </p:txBody>
      </p:sp>
      <p:sp>
        <p:nvSpPr>
          <p:cNvPr id="86" name="직사각형 72">
            <a:extLst>
              <a:ext uri="{FF2B5EF4-FFF2-40B4-BE49-F238E27FC236}">
                <a16:creationId xmlns:a16="http://schemas.microsoft.com/office/drawing/2014/main" id="{E77A1643-BCDC-A35E-7B86-D23F6B165D64}"/>
              </a:ext>
            </a:extLst>
          </p:cNvPr>
          <p:cNvSpPr/>
          <p:nvPr/>
        </p:nvSpPr>
        <p:spPr>
          <a:xfrm>
            <a:off x="2362552" y="3442474"/>
            <a:ext cx="3733447" cy="4851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거버넌스 체계</a:t>
            </a:r>
          </a:p>
          <a:p>
            <a:pPr algn="ctr"/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accent2">
                    <a:lumMod val="50000"/>
                  </a:schemeClr>
                </a:solidFill>
                <a:latin typeface="+mn-ea"/>
              </a:rPr>
              <a:t>누가</a:t>
            </a:r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400" b="1" spc="-150" baseline="30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역할</a:t>
            </a:r>
            <a:r>
              <a:rPr lang="en-US" altLang="ko-KR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accent2">
                    <a:lumMod val="50000"/>
                  </a:schemeClr>
                </a:solidFill>
                <a:latin typeface="+mn-ea"/>
              </a:rPr>
              <a:t>언제</a:t>
            </a:r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b="1" spc="-150" baseline="30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Life-cycle</a:t>
            </a:r>
            <a:r>
              <a:rPr lang="en-US" altLang="ko-KR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accent2">
                    <a:lumMod val="50000"/>
                  </a:schemeClr>
                </a:solidFill>
                <a:latin typeface="+mn-ea"/>
              </a:rPr>
              <a:t>무엇</a:t>
            </a:r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400" b="1" spc="-150" baseline="30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책무</a:t>
            </a:r>
          </a:p>
        </p:txBody>
      </p:sp>
      <p:sp>
        <p:nvSpPr>
          <p:cNvPr id="87" name="직사각형 72">
            <a:extLst>
              <a:ext uri="{FF2B5EF4-FFF2-40B4-BE49-F238E27FC236}">
                <a16:creationId xmlns:a16="http://schemas.microsoft.com/office/drawing/2014/main" id="{056B38B1-9A29-FD27-868C-C1CB78D42E0E}"/>
              </a:ext>
            </a:extLst>
          </p:cNvPr>
          <p:cNvSpPr/>
          <p:nvPr/>
        </p:nvSpPr>
        <p:spPr>
          <a:xfrm>
            <a:off x="2362553" y="4080004"/>
            <a:ext cx="1142967" cy="4851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거버넌스 조직</a:t>
            </a:r>
          </a:p>
        </p:txBody>
      </p:sp>
      <p:sp>
        <p:nvSpPr>
          <p:cNvPr id="88" name="직사각형 72">
            <a:extLst>
              <a:ext uri="{FF2B5EF4-FFF2-40B4-BE49-F238E27FC236}">
                <a16:creationId xmlns:a16="http://schemas.microsoft.com/office/drawing/2014/main" id="{A63B8291-DAF7-8567-DD35-7073C51B51DB}"/>
              </a:ext>
            </a:extLst>
          </p:cNvPr>
          <p:cNvSpPr/>
          <p:nvPr/>
        </p:nvSpPr>
        <p:spPr>
          <a:xfrm>
            <a:off x="3657792" y="4080004"/>
            <a:ext cx="1142967" cy="4851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협의체</a:t>
            </a:r>
          </a:p>
        </p:txBody>
      </p:sp>
      <p:sp>
        <p:nvSpPr>
          <p:cNvPr id="90" name="직사각형 72">
            <a:extLst>
              <a:ext uri="{FF2B5EF4-FFF2-40B4-BE49-F238E27FC236}">
                <a16:creationId xmlns:a16="http://schemas.microsoft.com/office/drawing/2014/main" id="{1C7128E1-E85A-DD1A-C00B-9E120AA98DF0}"/>
              </a:ext>
            </a:extLst>
          </p:cNvPr>
          <p:cNvSpPr/>
          <p:nvPr/>
        </p:nvSpPr>
        <p:spPr>
          <a:xfrm>
            <a:off x="4953033" y="4080004"/>
            <a:ext cx="1142967" cy="4851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이해관계자</a:t>
            </a:r>
          </a:p>
        </p:txBody>
      </p:sp>
      <p:sp>
        <p:nvSpPr>
          <p:cNvPr id="98" name="직사각형 72">
            <a:extLst>
              <a:ext uri="{FF2B5EF4-FFF2-40B4-BE49-F238E27FC236}">
                <a16:creationId xmlns:a16="http://schemas.microsoft.com/office/drawing/2014/main" id="{225C44DD-F583-F99D-E380-56DF290E12A9}"/>
              </a:ext>
            </a:extLst>
          </p:cNvPr>
          <p:cNvSpPr/>
          <p:nvPr/>
        </p:nvSpPr>
        <p:spPr>
          <a:xfrm>
            <a:off x="2362553" y="4723263"/>
            <a:ext cx="3733447" cy="4851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위험관리 시스템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8BE1859A-E6FE-5B9F-42ED-47766EAD107C}"/>
              </a:ext>
            </a:extLst>
          </p:cNvPr>
          <p:cNvGrpSpPr/>
          <p:nvPr/>
        </p:nvGrpSpPr>
        <p:grpSpPr>
          <a:xfrm>
            <a:off x="2362553" y="5366522"/>
            <a:ext cx="3733447" cy="485127"/>
            <a:chOff x="2362553" y="5366522"/>
            <a:chExt cx="2968752" cy="485127"/>
          </a:xfrm>
        </p:grpSpPr>
        <p:sp>
          <p:nvSpPr>
            <p:cNvPr id="99" name="직사각형 72">
              <a:extLst>
                <a:ext uri="{FF2B5EF4-FFF2-40B4-BE49-F238E27FC236}">
                  <a16:creationId xmlns:a16="http://schemas.microsoft.com/office/drawing/2014/main" id="{0481742E-8694-7DBF-E039-E869B1A16060}"/>
                </a:ext>
              </a:extLst>
            </p:cNvPr>
            <p:cNvSpPr/>
            <p:nvPr/>
          </p:nvSpPr>
          <p:spPr>
            <a:xfrm>
              <a:off x="2362553" y="5366522"/>
              <a:ext cx="674666" cy="48512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400" b="1" spc="-150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설명가능성</a:t>
              </a:r>
            </a:p>
          </p:txBody>
        </p:sp>
        <p:sp>
          <p:nvSpPr>
            <p:cNvPr id="107" name="직사각형 72">
              <a:extLst>
                <a:ext uri="{FF2B5EF4-FFF2-40B4-BE49-F238E27FC236}">
                  <a16:creationId xmlns:a16="http://schemas.microsoft.com/office/drawing/2014/main" id="{2EDB227F-6BDD-E85E-D8E3-8281F7162098}"/>
                </a:ext>
              </a:extLst>
            </p:cNvPr>
            <p:cNvSpPr/>
            <p:nvPr/>
          </p:nvSpPr>
          <p:spPr>
            <a:xfrm>
              <a:off x="3127248" y="5366522"/>
              <a:ext cx="674666" cy="48512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400" b="1" spc="-300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모델 편향성</a:t>
              </a:r>
            </a:p>
          </p:txBody>
        </p:sp>
        <p:sp>
          <p:nvSpPr>
            <p:cNvPr id="109" name="직사각형 72">
              <a:extLst>
                <a:ext uri="{FF2B5EF4-FFF2-40B4-BE49-F238E27FC236}">
                  <a16:creationId xmlns:a16="http://schemas.microsoft.com/office/drawing/2014/main" id="{E9A6E749-E7FF-525B-4327-3E4D1A0E736F}"/>
                </a:ext>
              </a:extLst>
            </p:cNvPr>
            <p:cNvSpPr/>
            <p:nvPr/>
          </p:nvSpPr>
          <p:spPr>
            <a:xfrm>
              <a:off x="3891943" y="5366522"/>
              <a:ext cx="674666" cy="48512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400" b="1" spc="-150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데이터 편향성</a:t>
              </a:r>
            </a:p>
          </p:txBody>
        </p:sp>
        <p:sp>
          <p:nvSpPr>
            <p:cNvPr id="112" name="직사각형 72">
              <a:extLst>
                <a:ext uri="{FF2B5EF4-FFF2-40B4-BE49-F238E27FC236}">
                  <a16:creationId xmlns:a16="http://schemas.microsoft.com/office/drawing/2014/main" id="{2EA69991-58D3-4727-5873-AE2196653F0A}"/>
                </a:ext>
              </a:extLst>
            </p:cNvPr>
            <p:cNvSpPr/>
            <p:nvPr/>
          </p:nvSpPr>
          <p:spPr>
            <a:xfrm>
              <a:off x="4656639" y="5366522"/>
              <a:ext cx="674666" cy="48512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400" b="1" spc="-150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…</a:t>
              </a:r>
              <a:endPara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endParaRPr>
            </a:p>
          </p:txBody>
        </p:sp>
      </p:grpSp>
      <p:sp>
        <p:nvSpPr>
          <p:cNvPr id="115" name="사각형: 둥근 모서리 53">
            <a:extLst>
              <a:ext uri="{FF2B5EF4-FFF2-40B4-BE49-F238E27FC236}">
                <a16:creationId xmlns:a16="http://schemas.microsoft.com/office/drawing/2014/main" id="{0C5DB5CB-B8E2-2B78-09F1-268599A8255F}"/>
              </a:ext>
            </a:extLst>
          </p:cNvPr>
          <p:cNvSpPr/>
          <p:nvPr/>
        </p:nvSpPr>
        <p:spPr>
          <a:xfrm>
            <a:off x="-437340" y="3993881"/>
            <a:ext cx="232802" cy="273668"/>
          </a:xfrm>
          <a:prstGeom prst="roundRect">
            <a:avLst/>
          </a:prstGeom>
          <a:solidFill>
            <a:srgbClr val="043B7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1</a:t>
            </a:r>
          </a:p>
        </p:txBody>
      </p:sp>
      <p:sp>
        <p:nvSpPr>
          <p:cNvPr id="117" name="사각형: 둥근 모서리 53">
            <a:extLst>
              <a:ext uri="{FF2B5EF4-FFF2-40B4-BE49-F238E27FC236}">
                <a16:creationId xmlns:a16="http://schemas.microsoft.com/office/drawing/2014/main" id="{C7841237-AB5D-8D0E-826E-D06465A21733}"/>
              </a:ext>
            </a:extLst>
          </p:cNvPr>
          <p:cNvSpPr/>
          <p:nvPr/>
        </p:nvSpPr>
        <p:spPr>
          <a:xfrm>
            <a:off x="-437340" y="4297045"/>
            <a:ext cx="232802" cy="273668"/>
          </a:xfrm>
          <a:prstGeom prst="roundRect">
            <a:avLst/>
          </a:prstGeom>
          <a:solidFill>
            <a:srgbClr val="043B7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2</a:t>
            </a:r>
          </a:p>
        </p:txBody>
      </p:sp>
      <p:sp>
        <p:nvSpPr>
          <p:cNvPr id="118" name="사각형: 둥근 모서리 53">
            <a:extLst>
              <a:ext uri="{FF2B5EF4-FFF2-40B4-BE49-F238E27FC236}">
                <a16:creationId xmlns:a16="http://schemas.microsoft.com/office/drawing/2014/main" id="{E93CF13B-B5B2-67E1-28C7-695FEAD8DFA6}"/>
              </a:ext>
            </a:extLst>
          </p:cNvPr>
          <p:cNvSpPr/>
          <p:nvPr/>
        </p:nvSpPr>
        <p:spPr>
          <a:xfrm>
            <a:off x="-629323" y="3368308"/>
            <a:ext cx="232802" cy="273668"/>
          </a:xfrm>
          <a:prstGeom prst="roundRect">
            <a:avLst/>
          </a:prstGeom>
          <a:solidFill>
            <a:srgbClr val="043B7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3</a:t>
            </a:r>
          </a:p>
        </p:txBody>
      </p:sp>
      <p:sp>
        <p:nvSpPr>
          <p:cNvPr id="119" name="사각형: 둥근 모서리 53">
            <a:extLst>
              <a:ext uri="{FF2B5EF4-FFF2-40B4-BE49-F238E27FC236}">
                <a16:creationId xmlns:a16="http://schemas.microsoft.com/office/drawing/2014/main" id="{2BD226BC-4CA2-5F8C-CF97-F3E44B31BD1B}"/>
              </a:ext>
            </a:extLst>
          </p:cNvPr>
          <p:cNvSpPr/>
          <p:nvPr/>
        </p:nvSpPr>
        <p:spPr>
          <a:xfrm>
            <a:off x="-458668" y="3368308"/>
            <a:ext cx="232802" cy="273668"/>
          </a:xfrm>
          <a:prstGeom prst="roundRect">
            <a:avLst/>
          </a:prstGeom>
          <a:solidFill>
            <a:srgbClr val="043B7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4</a:t>
            </a:r>
          </a:p>
        </p:txBody>
      </p:sp>
      <p:sp>
        <p:nvSpPr>
          <p:cNvPr id="120" name="사각형: 둥근 모서리 53">
            <a:extLst>
              <a:ext uri="{FF2B5EF4-FFF2-40B4-BE49-F238E27FC236}">
                <a16:creationId xmlns:a16="http://schemas.microsoft.com/office/drawing/2014/main" id="{F47FCAEE-643C-5FED-20D2-39358C604000}"/>
              </a:ext>
            </a:extLst>
          </p:cNvPr>
          <p:cNvSpPr/>
          <p:nvPr/>
        </p:nvSpPr>
        <p:spPr>
          <a:xfrm>
            <a:off x="-575069" y="4679373"/>
            <a:ext cx="232802" cy="273668"/>
          </a:xfrm>
          <a:prstGeom prst="roundRect">
            <a:avLst/>
          </a:prstGeom>
          <a:solidFill>
            <a:srgbClr val="043B7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5</a:t>
            </a:r>
          </a:p>
        </p:txBody>
      </p:sp>
      <p:sp>
        <p:nvSpPr>
          <p:cNvPr id="123" name="직사각형 13">
            <a:extLst>
              <a:ext uri="{FF2B5EF4-FFF2-40B4-BE49-F238E27FC236}">
                <a16:creationId xmlns:a16="http://schemas.microsoft.com/office/drawing/2014/main" id="{5F257807-3059-AFFB-0D4A-AFB2BD5B442A}"/>
              </a:ext>
            </a:extLst>
          </p:cNvPr>
          <p:cNvSpPr/>
          <p:nvPr/>
        </p:nvSpPr>
        <p:spPr>
          <a:xfrm>
            <a:off x="6943985" y="4698436"/>
            <a:ext cx="4680000" cy="258114"/>
          </a:xfrm>
          <a:prstGeom prst="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Life-cycle</a:t>
            </a:r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별 </a:t>
            </a:r>
            <a:r>
              <a:rPr lang="en-US" altLang="ko-KR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AI</a:t>
            </a:r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 위험관리 시스템 </a:t>
            </a:r>
          </a:p>
        </p:txBody>
      </p:sp>
    </p:spTree>
    <p:extLst>
      <p:ext uri="{BB962C8B-B14F-4D97-AF65-F5344CB8AC3E}">
        <p14:creationId xmlns:p14="http://schemas.microsoft.com/office/powerpoint/2010/main" val="1671694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8667B80-60CD-7BBA-7991-05DFA1089B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II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．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AI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거버넌스 컨설팅 추진 내역</a:t>
            </a:r>
            <a:endParaRPr lang="en-US" altLang="ko-KR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67647D-6BAB-5C41-BE2B-6E040BCB2B7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ko-KR" altLang="en-US"/>
              <a:t>본 사업의 기대 효과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AD7577E-AB31-BB98-259B-21926B5F22C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1963" y="816965"/>
            <a:ext cx="11520000" cy="325410"/>
          </a:xfrm>
        </p:spPr>
        <p:txBody>
          <a:bodyPr/>
          <a:lstStyle/>
          <a:p>
            <a:r>
              <a:rPr lang="ko-KR" altLang="en-US"/>
              <a:t>본 컨설팅을 통해 고객을 보호하고</a:t>
            </a:r>
            <a:r>
              <a:rPr lang="en-US" altLang="ko-KR"/>
              <a:t>,</a:t>
            </a:r>
            <a:r>
              <a:rPr lang="ko-KR" altLang="en-US"/>
              <a:t> 감독기관의 가이드라인을 선제적으로 준수하여 </a:t>
            </a:r>
            <a:r>
              <a:rPr lang="en-US" altLang="ko-KR"/>
              <a:t>AI  </a:t>
            </a:r>
            <a:r>
              <a:rPr lang="ko-KR" altLang="en-US"/>
              <a:t>위험관리 체계 수립을 선도함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D25EAFE-9C54-1A2F-5096-01AC1DA06BC0}"/>
              </a:ext>
            </a:extLst>
          </p:cNvPr>
          <p:cNvSpPr/>
          <p:nvPr/>
        </p:nvSpPr>
        <p:spPr>
          <a:xfrm>
            <a:off x="840738" y="1973506"/>
            <a:ext cx="1905000" cy="1731818"/>
          </a:xfrm>
          <a:prstGeom prst="roundRect">
            <a:avLst/>
          </a:prstGeom>
          <a:solidFill>
            <a:srgbClr val="ED7D3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/>
              <a:t>고객 보호 및 운영 리스크 관리</a:t>
            </a:r>
          </a:p>
        </p:txBody>
      </p:sp>
      <p:sp>
        <p:nvSpPr>
          <p:cNvPr id="12" name="사각형: 둥근 모서리 20">
            <a:extLst>
              <a:ext uri="{FF2B5EF4-FFF2-40B4-BE49-F238E27FC236}">
                <a16:creationId xmlns:a16="http://schemas.microsoft.com/office/drawing/2014/main" id="{FFA904FC-2354-90CB-7089-241546672688}"/>
              </a:ext>
            </a:extLst>
          </p:cNvPr>
          <p:cNvSpPr/>
          <p:nvPr/>
        </p:nvSpPr>
        <p:spPr>
          <a:xfrm>
            <a:off x="568959" y="4306774"/>
            <a:ext cx="2448559" cy="1533996"/>
          </a:xfrm>
          <a:prstGeom prst="roundRect">
            <a:avLst>
              <a:gd name="adj" fmla="val 0"/>
            </a:avLst>
          </a:prstGeom>
          <a:noFill/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72000" tIns="0" rIns="72000" bIns="0" rtlCol="0" anchor="t"/>
          <a:lstStyle/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ko-KR" altLang="en-US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고객 보호를 최우선 가치로 하는 </a:t>
            </a:r>
            <a: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 </a:t>
            </a:r>
            <a:r>
              <a:rPr lang="ko-KR" altLang="en-US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위험관리</a:t>
            </a:r>
            <a:endParaRPr lang="en-US" altLang="ko-KR" sz="1200" b="1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ko-KR" altLang="en-US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국내외 벤치마킹 기반 </a:t>
            </a:r>
            <a:b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</a:br>
            <a: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 </a:t>
            </a:r>
            <a:r>
              <a:rPr lang="ko-KR" altLang="en-US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위험평가 도구개발</a:t>
            </a:r>
            <a:endParaRPr lang="en-US" altLang="ko-KR" sz="1200" b="1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ko-KR" altLang="en-US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통제 항목 표준화</a:t>
            </a:r>
            <a: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r>
              <a:rPr lang="ko-KR" altLang="en-US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및 점검 가이드 수립을 통한 안정성 확보</a:t>
            </a:r>
            <a:endParaRPr lang="en" altLang="ko-KR" sz="1200" b="1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189A215-6D06-71A1-F873-31134B0F72FE}"/>
              </a:ext>
            </a:extLst>
          </p:cNvPr>
          <p:cNvSpPr/>
          <p:nvPr/>
        </p:nvSpPr>
        <p:spPr>
          <a:xfrm>
            <a:off x="3766818" y="1973506"/>
            <a:ext cx="1905000" cy="1731818"/>
          </a:xfrm>
          <a:prstGeom prst="roundRect">
            <a:avLst/>
          </a:prstGeom>
          <a:solidFill>
            <a:srgbClr val="ED7D3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/>
              <a:t>금융권 </a:t>
            </a:r>
            <a:br>
              <a:rPr lang="en-US" altLang="ko-KR" sz="1600" b="1"/>
            </a:br>
            <a:r>
              <a:rPr lang="en-US" altLang="ko-KR" sz="1600" b="1"/>
              <a:t>AI </a:t>
            </a:r>
            <a:r>
              <a:rPr lang="ko-KR" altLang="en-US" sz="1600" b="1"/>
              <a:t>거버넌스 선도적 역할</a:t>
            </a:r>
          </a:p>
        </p:txBody>
      </p:sp>
      <p:sp>
        <p:nvSpPr>
          <p:cNvPr id="13" name="사각형: 둥근 모서리 20">
            <a:extLst>
              <a:ext uri="{FF2B5EF4-FFF2-40B4-BE49-F238E27FC236}">
                <a16:creationId xmlns:a16="http://schemas.microsoft.com/office/drawing/2014/main" id="{AAB7B68B-6FCA-F918-DD65-DD9ACB52EFA7}"/>
              </a:ext>
            </a:extLst>
          </p:cNvPr>
          <p:cNvSpPr/>
          <p:nvPr/>
        </p:nvSpPr>
        <p:spPr>
          <a:xfrm>
            <a:off x="3495039" y="4306774"/>
            <a:ext cx="2448559" cy="1533996"/>
          </a:xfrm>
          <a:prstGeom prst="roundRect">
            <a:avLst>
              <a:gd name="adj" fmla="val 0"/>
            </a:avLst>
          </a:prstGeom>
          <a:noFill/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72000" tIns="0" rIns="72000" bIns="0" rtlCol="0" anchor="t"/>
          <a:lstStyle/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 </a:t>
            </a:r>
            <a:r>
              <a:rPr lang="ko-KR" altLang="en-US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전문업체 등과의 지속적인 협업</a:t>
            </a:r>
            <a: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·</a:t>
            </a:r>
            <a:r>
              <a:rPr lang="ko-KR" altLang="en-US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소통을 통한 </a:t>
            </a:r>
            <a: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 </a:t>
            </a:r>
            <a:r>
              <a:rPr lang="ko-KR" altLang="en-US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거버넌스 체계 고도화 </a:t>
            </a:r>
            <a:endParaRPr lang="en-US" altLang="ko-KR" sz="1200" b="1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 </a:t>
            </a:r>
            <a:r>
              <a:rPr lang="ko-KR" altLang="en-US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거버넌스 체계의 시스템구축요건 도출 등을 수행하며 </a:t>
            </a:r>
            <a: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위험관리 체계 수립 선도</a:t>
            </a:r>
            <a:endParaRPr lang="en" altLang="ko-KR" sz="1200" b="1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FAC9CC7-F484-3B38-3817-5FCACCCC6259}"/>
              </a:ext>
            </a:extLst>
          </p:cNvPr>
          <p:cNvSpPr/>
          <p:nvPr/>
        </p:nvSpPr>
        <p:spPr>
          <a:xfrm>
            <a:off x="6692898" y="1973506"/>
            <a:ext cx="1905000" cy="1731818"/>
          </a:xfrm>
          <a:prstGeom prst="roundRect">
            <a:avLst/>
          </a:prstGeom>
          <a:solidFill>
            <a:srgbClr val="ED7D3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/>
              <a:t>안전한 </a:t>
            </a:r>
            <a:br>
              <a:rPr lang="en-US" altLang="ko-KR" sz="1600" b="1"/>
            </a:br>
            <a:r>
              <a:rPr lang="en-US" altLang="ko-KR" sz="1600" b="1"/>
              <a:t>AI </a:t>
            </a:r>
            <a:r>
              <a:rPr lang="ko-KR" altLang="en-US" sz="1600" b="1"/>
              <a:t>도입 가속화</a:t>
            </a:r>
          </a:p>
        </p:txBody>
      </p:sp>
      <p:sp>
        <p:nvSpPr>
          <p:cNvPr id="14" name="사각형: 둥근 모서리 20">
            <a:extLst>
              <a:ext uri="{FF2B5EF4-FFF2-40B4-BE49-F238E27FC236}">
                <a16:creationId xmlns:a16="http://schemas.microsoft.com/office/drawing/2014/main" id="{86AB4355-A025-9E92-4155-1E1470394C8D}"/>
              </a:ext>
            </a:extLst>
          </p:cNvPr>
          <p:cNvSpPr/>
          <p:nvPr/>
        </p:nvSpPr>
        <p:spPr>
          <a:xfrm>
            <a:off x="6421119" y="4306774"/>
            <a:ext cx="2448559" cy="1533996"/>
          </a:xfrm>
          <a:prstGeom prst="roundRect">
            <a:avLst>
              <a:gd name="adj" fmla="val 0"/>
            </a:avLst>
          </a:prstGeom>
          <a:noFill/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72000" tIns="0" rIns="72000" bIns="0" rtlCol="0" anchor="t"/>
          <a:lstStyle/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 </a:t>
            </a:r>
            <a:r>
              <a:rPr lang="ko-KR" altLang="en-US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관련 실무자의 업무 불확실성 해소</a:t>
            </a:r>
            <a:endParaRPr lang="en-US" altLang="ko-KR" sz="1200" b="1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 </a:t>
            </a:r>
            <a:r>
              <a:rPr lang="ko-KR" altLang="en-US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서비스 라이프사이클별 위험관리 체계 도입</a:t>
            </a:r>
            <a:endParaRPr lang="en-US" altLang="ko-KR" sz="1200" b="1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 </a:t>
            </a:r>
            <a:r>
              <a:rPr lang="ko-KR" altLang="en-US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개발</a:t>
            </a:r>
            <a: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·</a:t>
            </a:r>
            <a:r>
              <a:rPr lang="ko-KR" altLang="en-US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운영 환경 특성을 반영한 실효성 있는 개선안 마련</a:t>
            </a:r>
            <a:endParaRPr lang="en" altLang="ko-KR" sz="1200" b="1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FFB21B7-9B6A-2337-40FB-01D7C041324A}"/>
              </a:ext>
            </a:extLst>
          </p:cNvPr>
          <p:cNvSpPr/>
          <p:nvPr/>
        </p:nvSpPr>
        <p:spPr>
          <a:xfrm>
            <a:off x="9618979" y="1973506"/>
            <a:ext cx="1905000" cy="1731818"/>
          </a:xfrm>
          <a:prstGeom prst="roundRect">
            <a:avLst/>
          </a:prstGeom>
          <a:solidFill>
            <a:srgbClr val="ED7D3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/>
              <a:t>AI </a:t>
            </a:r>
            <a:r>
              <a:rPr lang="ko-KR" altLang="en-US" sz="1600" b="1"/>
              <a:t>서비스</a:t>
            </a:r>
            <a:r>
              <a:rPr lang="en-US" altLang="ko-KR" sz="1600" b="1"/>
              <a:t> </a:t>
            </a:r>
            <a:r>
              <a:rPr lang="ko-KR" altLang="en-US" sz="1600" b="1"/>
              <a:t>도입 체계 표준화</a:t>
            </a:r>
          </a:p>
        </p:txBody>
      </p:sp>
      <p:sp>
        <p:nvSpPr>
          <p:cNvPr id="15" name="사각형: 둥근 모서리 20">
            <a:extLst>
              <a:ext uri="{FF2B5EF4-FFF2-40B4-BE49-F238E27FC236}">
                <a16:creationId xmlns:a16="http://schemas.microsoft.com/office/drawing/2014/main" id="{871334D5-9F7C-5401-D594-9C4D1B1C8641}"/>
              </a:ext>
            </a:extLst>
          </p:cNvPr>
          <p:cNvSpPr/>
          <p:nvPr/>
        </p:nvSpPr>
        <p:spPr>
          <a:xfrm>
            <a:off x="9347200" y="4306774"/>
            <a:ext cx="2448559" cy="1533996"/>
          </a:xfrm>
          <a:prstGeom prst="roundRect">
            <a:avLst>
              <a:gd name="adj" fmla="val 0"/>
            </a:avLst>
          </a:prstGeom>
          <a:noFill/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72000" tIns="0" rIns="72000" bIns="0" rtlCol="0" anchor="t"/>
          <a:lstStyle/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서비스 도입 시 필요한 프로세스 및 기준 표준화</a:t>
            </a:r>
            <a: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</a:p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ko-KR" altLang="en-US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고</a:t>
            </a:r>
            <a: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/</a:t>
            </a:r>
            <a:r>
              <a:rPr lang="ko-KR" altLang="en-US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중</a:t>
            </a:r>
            <a:r>
              <a:rPr lang="en-US" altLang="ko-KR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/</a:t>
            </a:r>
            <a:r>
              <a:rPr lang="ko-KR" altLang="en-US" sz="12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저 위험등급별 통제 및 관리 절차 상이</a:t>
            </a:r>
            <a:endParaRPr lang="en" altLang="ko-KR" sz="1200" b="1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194051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927FF-856D-7EB7-AA7C-C660EFCB2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4D4454E7-5222-7E79-CDA0-BADD72D297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III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．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AI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거버넌스 프레임워크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6D2F2307-577F-BC2B-9390-BC74FDB708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ko-KR" altLang="en-US" err="1"/>
              <a:t>미래에셋증권의</a:t>
            </a:r>
            <a:r>
              <a:rPr lang="ko-KR" altLang="en-US"/>
              <a:t> </a:t>
            </a:r>
            <a:r>
              <a:rPr lang="en-US" altLang="ko-KR"/>
              <a:t>AI</a:t>
            </a:r>
            <a:r>
              <a:rPr lang="ko-KR" altLang="en-US"/>
              <a:t>거버넌스 프레임워크</a:t>
            </a:r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2608C734-9A48-6C6B-C284-66C46F8FE0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5</a:t>
            </a:r>
            <a:r>
              <a:rPr lang="ko-KR" altLang="en-US"/>
              <a:t>가지 관점</a:t>
            </a:r>
            <a:r>
              <a:rPr lang="ko-KR" altLang="en-US" baseline="30000"/>
              <a:t>조직</a:t>
            </a:r>
            <a:r>
              <a:rPr lang="en-US" altLang="ko-KR" baseline="30000"/>
              <a:t>, </a:t>
            </a:r>
            <a:r>
              <a:rPr lang="ko-KR" altLang="en-US" baseline="30000"/>
              <a:t>협의체</a:t>
            </a:r>
            <a:r>
              <a:rPr lang="en-US" altLang="ko-KR" baseline="30000"/>
              <a:t>, </a:t>
            </a:r>
            <a:r>
              <a:rPr lang="ko-KR" altLang="en-US" baseline="30000"/>
              <a:t>규정</a:t>
            </a:r>
            <a:r>
              <a:rPr lang="en-US" altLang="ko-KR" baseline="30000"/>
              <a:t>/</a:t>
            </a:r>
            <a:r>
              <a:rPr lang="ko-KR" altLang="en-US" baseline="30000"/>
              <a:t>지침</a:t>
            </a:r>
            <a:r>
              <a:rPr lang="en-US" altLang="ko-KR" baseline="30000"/>
              <a:t>, </a:t>
            </a:r>
            <a:r>
              <a:rPr lang="ko-KR" altLang="en-US" baseline="30000"/>
              <a:t>프로세스</a:t>
            </a:r>
            <a:r>
              <a:rPr lang="en-US" altLang="ko-KR" baseline="30000"/>
              <a:t>, </a:t>
            </a:r>
            <a:r>
              <a:rPr lang="ko-KR" altLang="en-US" baseline="30000"/>
              <a:t>활용 도구</a:t>
            </a:r>
            <a:r>
              <a:rPr lang="en-US" altLang="ko-KR" baseline="30000"/>
              <a:t>&amp;</a:t>
            </a:r>
            <a:r>
              <a:rPr lang="ko-KR" altLang="en-US" baseline="30000"/>
              <a:t>문서</a:t>
            </a:r>
            <a:r>
              <a:rPr lang="en-US" altLang="ko-KR" baseline="30000"/>
              <a:t>,</a:t>
            </a:r>
            <a:r>
              <a:rPr lang="ko-KR" altLang="en-US"/>
              <a:t>을 기반으로 </a:t>
            </a:r>
            <a:r>
              <a:rPr lang="en-US" altLang="ko-KR"/>
              <a:t>AI</a:t>
            </a:r>
            <a:r>
              <a:rPr lang="ko-KR" altLang="en-US"/>
              <a:t>서비스 개발 全 라이프사이클에서 발생하는 </a:t>
            </a:r>
            <a:r>
              <a:rPr lang="en-US" altLang="ko-KR"/>
              <a:t>AI</a:t>
            </a:r>
            <a:r>
              <a:rPr lang="ko-KR" altLang="en-US"/>
              <a:t>위험을 식별 및 평가함</a:t>
            </a:r>
          </a:p>
        </p:txBody>
      </p:sp>
      <p:sp>
        <p:nvSpPr>
          <p:cNvPr id="20" name="사각형: 둥근 위쪽 모서리 19">
            <a:extLst>
              <a:ext uri="{FF2B5EF4-FFF2-40B4-BE49-F238E27FC236}">
                <a16:creationId xmlns:a16="http://schemas.microsoft.com/office/drawing/2014/main" id="{75A1C1C4-B362-A9EF-65BC-C6D6EDDCA37D}"/>
              </a:ext>
            </a:extLst>
          </p:cNvPr>
          <p:cNvSpPr/>
          <p:nvPr/>
        </p:nvSpPr>
        <p:spPr>
          <a:xfrm>
            <a:off x="334963" y="1736725"/>
            <a:ext cx="1341637" cy="720000"/>
          </a:xfrm>
          <a:prstGeom prst="round2SameRect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조직</a:t>
            </a:r>
          </a:p>
        </p:txBody>
      </p:sp>
      <p:sp>
        <p:nvSpPr>
          <p:cNvPr id="34" name="Google Shape;134;p5">
            <a:extLst>
              <a:ext uri="{FF2B5EF4-FFF2-40B4-BE49-F238E27FC236}">
                <a16:creationId xmlns:a16="http://schemas.microsoft.com/office/drawing/2014/main" id="{A360AE63-2772-866C-DA49-8E48B968E181}"/>
              </a:ext>
            </a:extLst>
          </p:cNvPr>
          <p:cNvSpPr/>
          <p:nvPr/>
        </p:nvSpPr>
        <p:spPr>
          <a:xfrm>
            <a:off x="334965" y="2559431"/>
            <a:ext cx="1341635" cy="720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서비스 기획</a:t>
            </a:r>
          </a:p>
        </p:txBody>
      </p:sp>
      <p:sp>
        <p:nvSpPr>
          <p:cNvPr id="35" name="Google Shape;134;p5">
            <a:extLst>
              <a:ext uri="{FF2B5EF4-FFF2-40B4-BE49-F238E27FC236}">
                <a16:creationId xmlns:a16="http://schemas.microsoft.com/office/drawing/2014/main" id="{BCC57B88-42D7-FA34-F963-02880A173594}"/>
              </a:ext>
            </a:extLst>
          </p:cNvPr>
          <p:cNvSpPr/>
          <p:nvPr/>
        </p:nvSpPr>
        <p:spPr>
          <a:xfrm>
            <a:off x="334965" y="5417489"/>
            <a:ext cx="1341635" cy="720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거버넌스</a:t>
            </a:r>
          </a:p>
        </p:txBody>
      </p:sp>
      <p:sp>
        <p:nvSpPr>
          <p:cNvPr id="36" name="Google Shape;134;p5">
            <a:extLst>
              <a:ext uri="{FF2B5EF4-FFF2-40B4-BE49-F238E27FC236}">
                <a16:creationId xmlns:a16="http://schemas.microsoft.com/office/drawing/2014/main" id="{09499965-BE0F-98CE-B340-0DB09EFF7C0B}"/>
              </a:ext>
            </a:extLst>
          </p:cNvPr>
          <p:cNvSpPr/>
          <p:nvPr/>
        </p:nvSpPr>
        <p:spPr>
          <a:xfrm>
            <a:off x="334965" y="4464805"/>
            <a:ext cx="1341635" cy="720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운영</a:t>
            </a:r>
          </a:p>
        </p:txBody>
      </p:sp>
      <p:sp>
        <p:nvSpPr>
          <p:cNvPr id="37" name="Google Shape;134;p5">
            <a:extLst>
              <a:ext uri="{FF2B5EF4-FFF2-40B4-BE49-F238E27FC236}">
                <a16:creationId xmlns:a16="http://schemas.microsoft.com/office/drawing/2014/main" id="{F798C880-2DD1-CBA5-BD45-BE6B353F33A7}"/>
              </a:ext>
            </a:extLst>
          </p:cNvPr>
          <p:cNvSpPr/>
          <p:nvPr/>
        </p:nvSpPr>
        <p:spPr>
          <a:xfrm>
            <a:off x="334965" y="3512118"/>
            <a:ext cx="1341635" cy="720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개발</a:t>
            </a:r>
          </a:p>
        </p:txBody>
      </p:sp>
      <p:sp>
        <p:nvSpPr>
          <p:cNvPr id="22" name="사각형: 둥근 위쪽 모서리 21">
            <a:extLst>
              <a:ext uri="{FF2B5EF4-FFF2-40B4-BE49-F238E27FC236}">
                <a16:creationId xmlns:a16="http://schemas.microsoft.com/office/drawing/2014/main" id="{04B78FCC-EA79-3917-B7DB-114A1FDBA5DF}"/>
              </a:ext>
            </a:extLst>
          </p:cNvPr>
          <p:cNvSpPr/>
          <p:nvPr/>
        </p:nvSpPr>
        <p:spPr>
          <a:xfrm>
            <a:off x="1845495" y="1736725"/>
            <a:ext cx="2683274" cy="720000"/>
          </a:xfrm>
          <a:prstGeom prst="round2SameRect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AI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거버넌스 협의체</a:t>
            </a:r>
          </a:p>
        </p:txBody>
      </p:sp>
      <p:sp>
        <p:nvSpPr>
          <p:cNvPr id="75" name="자유형: 도형 74">
            <a:extLst>
              <a:ext uri="{FF2B5EF4-FFF2-40B4-BE49-F238E27FC236}">
                <a16:creationId xmlns:a16="http://schemas.microsoft.com/office/drawing/2014/main" id="{F463860E-EFED-203B-7F76-BB05412CA30A}"/>
              </a:ext>
            </a:extLst>
          </p:cNvPr>
          <p:cNvSpPr/>
          <p:nvPr/>
        </p:nvSpPr>
        <p:spPr>
          <a:xfrm>
            <a:off x="915782" y="5228794"/>
            <a:ext cx="180000" cy="180000"/>
          </a:xfrm>
          <a:custGeom>
            <a:avLst/>
            <a:gdLst>
              <a:gd name="connsiteX0" fmla="*/ 108000 w 216000"/>
              <a:gd name="connsiteY0" fmla="*/ 0 h 216000"/>
              <a:gd name="connsiteX1" fmla="*/ 144000 w 216000"/>
              <a:gd name="connsiteY1" fmla="*/ 36000 h 216000"/>
              <a:gd name="connsiteX2" fmla="*/ 144000 w 216000"/>
              <a:gd name="connsiteY2" fmla="*/ 72000 h 216000"/>
              <a:gd name="connsiteX3" fmla="*/ 180000 w 216000"/>
              <a:gd name="connsiteY3" fmla="*/ 72000 h 216000"/>
              <a:gd name="connsiteX4" fmla="*/ 216000 w 216000"/>
              <a:gd name="connsiteY4" fmla="*/ 108000 h 216000"/>
              <a:gd name="connsiteX5" fmla="*/ 180000 w 216000"/>
              <a:gd name="connsiteY5" fmla="*/ 144000 h 216000"/>
              <a:gd name="connsiteX6" fmla="*/ 144000 w 216000"/>
              <a:gd name="connsiteY6" fmla="*/ 144000 h 216000"/>
              <a:gd name="connsiteX7" fmla="*/ 144000 w 216000"/>
              <a:gd name="connsiteY7" fmla="*/ 180000 h 216000"/>
              <a:gd name="connsiteX8" fmla="*/ 108000 w 216000"/>
              <a:gd name="connsiteY8" fmla="*/ 216000 h 216000"/>
              <a:gd name="connsiteX9" fmla="*/ 72000 w 216000"/>
              <a:gd name="connsiteY9" fmla="*/ 180000 h 216000"/>
              <a:gd name="connsiteX10" fmla="*/ 72000 w 216000"/>
              <a:gd name="connsiteY10" fmla="*/ 144000 h 216000"/>
              <a:gd name="connsiteX11" fmla="*/ 36000 w 216000"/>
              <a:gd name="connsiteY11" fmla="*/ 144000 h 216000"/>
              <a:gd name="connsiteX12" fmla="*/ 0 w 216000"/>
              <a:gd name="connsiteY12" fmla="*/ 108000 h 216000"/>
              <a:gd name="connsiteX13" fmla="*/ 36000 w 216000"/>
              <a:gd name="connsiteY13" fmla="*/ 72000 h 216000"/>
              <a:gd name="connsiteX14" fmla="*/ 72000 w 216000"/>
              <a:gd name="connsiteY14" fmla="*/ 72000 h 216000"/>
              <a:gd name="connsiteX15" fmla="*/ 72000 w 216000"/>
              <a:gd name="connsiteY15" fmla="*/ 36000 h 216000"/>
              <a:gd name="connsiteX16" fmla="*/ 108000 w 216000"/>
              <a:gd name="connsiteY16" fmla="*/ 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00" h="216000">
                <a:moveTo>
                  <a:pt x="108000" y="0"/>
                </a:moveTo>
                <a:cubicBezTo>
                  <a:pt x="127882" y="0"/>
                  <a:pt x="144000" y="16118"/>
                  <a:pt x="144000" y="36000"/>
                </a:cubicBezTo>
                <a:lnTo>
                  <a:pt x="144000" y="72000"/>
                </a:lnTo>
                <a:lnTo>
                  <a:pt x="180000" y="72000"/>
                </a:lnTo>
                <a:cubicBezTo>
                  <a:pt x="199882" y="72000"/>
                  <a:pt x="216000" y="88118"/>
                  <a:pt x="216000" y="108000"/>
                </a:cubicBezTo>
                <a:cubicBezTo>
                  <a:pt x="216000" y="127882"/>
                  <a:pt x="199882" y="144000"/>
                  <a:pt x="180000" y="144000"/>
                </a:cubicBezTo>
                <a:lnTo>
                  <a:pt x="144000" y="144000"/>
                </a:lnTo>
                <a:lnTo>
                  <a:pt x="144000" y="180000"/>
                </a:lnTo>
                <a:cubicBezTo>
                  <a:pt x="144000" y="199882"/>
                  <a:pt x="127882" y="216000"/>
                  <a:pt x="108000" y="216000"/>
                </a:cubicBezTo>
                <a:cubicBezTo>
                  <a:pt x="88118" y="216000"/>
                  <a:pt x="72000" y="199882"/>
                  <a:pt x="72000" y="180000"/>
                </a:cubicBezTo>
                <a:lnTo>
                  <a:pt x="72000" y="144000"/>
                </a:lnTo>
                <a:lnTo>
                  <a:pt x="36000" y="144000"/>
                </a:lnTo>
                <a:cubicBezTo>
                  <a:pt x="16118" y="144000"/>
                  <a:pt x="0" y="127882"/>
                  <a:pt x="0" y="108000"/>
                </a:cubicBezTo>
                <a:cubicBezTo>
                  <a:pt x="0" y="88118"/>
                  <a:pt x="16118" y="72000"/>
                  <a:pt x="36000" y="72000"/>
                </a:cubicBezTo>
                <a:lnTo>
                  <a:pt x="72000" y="72000"/>
                </a:lnTo>
                <a:lnTo>
                  <a:pt x="72000" y="36000"/>
                </a:lnTo>
                <a:cubicBezTo>
                  <a:pt x="72000" y="16118"/>
                  <a:pt x="88118" y="0"/>
                  <a:pt x="108000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76" name="자유형: 도형 75">
            <a:extLst>
              <a:ext uri="{FF2B5EF4-FFF2-40B4-BE49-F238E27FC236}">
                <a16:creationId xmlns:a16="http://schemas.microsoft.com/office/drawing/2014/main" id="{AC5565CF-1250-5DDB-17CF-AA8307D74AEF}"/>
              </a:ext>
            </a:extLst>
          </p:cNvPr>
          <p:cNvSpPr/>
          <p:nvPr/>
        </p:nvSpPr>
        <p:spPr>
          <a:xfrm>
            <a:off x="915782" y="4276107"/>
            <a:ext cx="180000" cy="180000"/>
          </a:xfrm>
          <a:custGeom>
            <a:avLst/>
            <a:gdLst>
              <a:gd name="connsiteX0" fmla="*/ 108000 w 216000"/>
              <a:gd name="connsiteY0" fmla="*/ 0 h 216000"/>
              <a:gd name="connsiteX1" fmla="*/ 144000 w 216000"/>
              <a:gd name="connsiteY1" fmla="*/ 36000 h 216000"/>
              <a:gd name="connsiteX2" fmla="*/ 144000 w 216000"/>
              <a:gd name="connsiteY2" fmla="*/ 72000 h 216000"/>
              <a:gd name="connsiteX3" fmla="*/ 180000 w 216000"/>
              <a:gd name="connsiteY3" fmla="*/ 72000 h 216000"/>
              <a:gd name="connsiteX4" fmla="*/ 216000 w 216000"/>
              <a:gd name="connsiteY4" fmla="*/ 108000 h 216000"/>
              <a:gd name="connsiteX5" fmla="*/ 180000 w 216000"/>
              <a:gd name="connsiteY5" fmla="*/ 144000 h 216000"/>
              <a:gd name="connsiteX6" fmla="*/ 144000 w 216000"/>
              <a:gd name="connsiteY6" fmla="*/ 144000 h 216000"/>
              <a:gd name="connsiteX7" fmla="*/ 144000 w 216000"/>
              <a:gd name="connsiteY7" fmla="*/ 180000 h 216000"/>
              <a:gd name="connsiteX8" fmla="*/ 108000 w 216000"/>
              <a:gd name="connsiteY8" fmla="*/ 216000 h 216000"/>
              <a:gd name="connsiteX9" fmla="*/ 72000 w 216000"/>
              <a:gd name="connsiteY9" fmla="*/ 180000 h 216000"/>
              <a:gd name="connsiteX10" fmla="*/ 72000 w 216000"/>
              <a:gd name="connsiteY10" fmla="*/ 144000 h 216000"/>
              <a:gd name="connsiteX11" fmla="*/ 36000 w 216000"/>
              <a:gd name="connsiteY11" fmla="*/ 144000 h 216000"/>
              <a:gd name="connsiteX12" fmla="*/ 0 w 216000"/>
              <a:gd name="connsiteY12" fmla="*/ 108000 h 216000"/>
              <a:gd name="connsiteX13" fmla="*/ 36000 w 216000"/>
              <a:gd name="connsiteY13" fmla="*/ 72000 h 216000"/>
              <a:gd name="connsiteX14" fmla="*/ 72000 w 216000"/>
              <a:gd name="connsiteY14" fmla="*/ 72000 h 216000"/>
              <a:gd name="connsiteX15" fmla="*/ 72000 w 216000"/>
              <a:gd name="connsiteY15" fmla="*/ 36000 h 216000"/>
              <a:gd name="connsiteX16" fmla="*/ 108000 w 216000"/>
              <a:gd name="connsiteY16" fmla="*/ 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00" h="216000">
                <a:moveTo>
                  <a:pt x="108000" y="0"/>
                </a:moveTo>
                <a:cubicBezTo>
                  <a:pt x="127882" y="0"/>
                  <a:pt x="144000" y="16118"/>
                  <a:pt x="144000" y="36000"/>
                </a:cubicBezTo>
                <a:lnTo>
                  <a:pt x="144000" y="72000"/>
                </a:lnTo>
                <a:lnTo>
                  <a:pt x="180000" y="72000"/>
                </a:lnTo>
                <a:cubicBezTo>
                  <a:pt x="199882" y="72000"/>
                  <a:pt x="216000" y="88118"/>
                  <a:pt x="216000" y="108000"/>
                </a:cubicBezTo>
                <a:cubicBezTo>
                  <a:pt x="216000" y="127882"/>
                  <a:pt x="199882" y="144000"/>
                  <a:pt x="180000" y="144000"/>
                </a:cubicBezTo>
                <a:lnTo>
                  <a:pt x="144000" y="144000"/>
                </a:lnTo>
                <a:lnTo>
                  <a:pt x="144000" y="180000"/>
                </a:lnTo>
                <a:cubicBezTo>
                  <a:pt x="144000" y="199882"/>
                  <a:pt x="127882" y="216000"/>
                  <a:pt x="108000" y="216000"/>
                </a:cubicBezTo>
                <a:cubicBezTo>
                  <a:pt x="88118" y="216000"/>
                  <a:pt x="72000" y="199882"/>
                  <a:pt x="72000" y="180000"/>
                </a:cubicBezTo>
                <a:lnTo>
                  <a:pt x="72000" y="144000"/>
                </a:lnTo>
                <a:lnTo>
                  <a:pt x="36000" y="144000"/>
                </a:lnTo>
                <a:cubicBezTo>
                  <a:pt x="16118" y="144000"/>
                  <a:pt x="0" y="127882"/>
                  <a:pt x="0" y="108000"/>
                </a:cubicBezTo>
                <a:cubicBezTo>
                  <a:pt x="0" y="88118"/>
                  <a:pt x="16118" y="72000"/>
                  <a:pt x="36000" y="72000"/>
                </a:cubicBezTo>
                <a:lnTo>
                  <a:pt x="72000" y="72000"/>
                </a:lnTo>
                <a:lnTo>
                  <a:pt x="72000" y="36000"/>
                </a:lnTo>
                <a:cubicBezTo>
                  <a:pt x="72000" y="16118"/>
                  <a:pt x="88118" y="0"/>
                  <a:pt x="108000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77" name="자유형: 도형 76">
            <a:extLst>
              <a:ext uri="{FF2B5EF4-FFF2-40B4-BE49-F238E27FC236}">
                <a16:creationId xmlns:a16="http://schemas.microsoft.com/office/drawing/2014/main" id="{1B2ECA0B-133C-D9E2-6D2A-51E7F6EC66FB}"/>
              </a:ext>
            </a:extLst>
          </p:cNvPr>
          <p:cNvSpPr/>
          <p:nvPr/>
        </p:nvSpPr>
        <p:spPr>
          <a:xfrm>
            <a:off x="915782" y="3323420"/>
            <a:ext cx="180000" cy="180000"/>
          </a:xfrm>
          <a:custGeom>
            <a:avLst/>
            <a:gdLst>
              <a:gd name="connsiteX0" fmla="*/ 108000 w 216000"/>
              <a:gd name="connsiteY0" fmla="*/ 0 h 216000"/>
              <a:gd name="connsiteX1" fmla="*/ 144000 w 216000"/>
              <a:gd name="connsiteY1" fmla="*/ 36000 h 216000"/>
              <a:gd name="connsiteX2" fmla="*/ 144000 w 216000"/>
              <a:gd name="connsiteY2" fmla="*/ 72000 h 216000"/>
              <a:gd name="connsiteX3" fmla="*/ 180000 w 216000"/>
              <a:gd name="connsiteY3" fmla="*/ 72000 h 216000"/>
              <a:gd name="connsiteX4" fmla="*/ 216000 w 216000"/>
              <a:gd name="connsiteY4" fmla="*/ 108000 h 216000"/>
              <a:gd name="connsiteX5" fmla="*/ 180000 w 216000"/>
              <a:gd name="connsiteY5" fmla="*/ 144000 h 216000"/>
              <a:gd name="connsiteX6" fmla="*/ 144000 w 216000"/>
              <a:gd name="connsiteY6" fmla="*/ 144000 h 216000"/>
              <a:gd name="connsiteX7" fmla="*/ 144000 w 216000"/>
              <a:gd name="connsiteY7" fmla="*/ 180000 h 216000"/>
              <a:gd name="connsiteX8" fmla="*/ 108000 w 216000"/>
              <a:gd name="connsiteY8" fmla="*/ 216000 h 216000"/>
              <a:gd name="connsiteX9" fmla="*/ 72000 w 216000"/>
              <a:gd name="connsiteY9" fmla="*/ 180000 h 216000"/>
              <a:gd name="connsiteX10" fmla="*/ 72000 w 216000"/>
              <a:gd name="connsiteY10" fmla="*/ 144000 h 216000"/>
              <a:gd name="connsiteX11" fmla="*/ 36000 w 216000"/>
              <a:gd name="connsiteY11" fmla="*/ 144000 h 216000"/>
              <a:gd name="connsiteX12" fmla="*/ 0 w 216000"/>
              <a:gd name="connsiteY12" fmla="*/ 108000 h 216000"/>
              <a:gd name="connsiteX13" fmla="*/ 36000 w 216000"/>
              <a:gd name="connsiteY13" fmla="*/ 72000 h 216000"/>
              <a:gd name="connsiteX14" fmla="*/ 72000 w 216000"/>
              <a:gd name="connsiteY14" fmla="*/ 72000 h 216000"/>
              <a:gd name="connsiteX15" fmla="*/ 72000 w 216000"/>
              <a:gd name="connsiteY15" fmla="*/ 36000 h 216000"/>
              <a:gd name="connsiteX16" fmla="*/ 108000 w 216000"/>
              <a:gd name="connsiteY16" fmla="*/ 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00" h="216000">
                <a:moveTo>
                  <a:pt x="108000" y="0"/>
                </a:moveTo>
                <a:cubicBezTo>
                  <a:pt x="127882" y="0"/>
                  <a:pt x="144000" y="16118"/>
                  <a:pt x="144000" y="36000"/>
                </a:cubicBezTo>
                <a:lnTo>
                  <a:pt x="144000" y="72000"/>
                </a:lnTo>
                <a:lnTo>
                  <a:pt x="180000" y="72000"/>
                </a:lnTo>
                <a:cubicBezTo>
                  <a:pt x="199882" y="72000"/>
                  <a:pt x="216000" y="88118"/>
                  <a:pt x="216000" y="108000"/>
                </a:cubicBezTo>
                <a:cubicBezTo>
                  <a:pt x="216000" y="127882"/>
                  <a:pt x="199882" y="144000"/>
                  <a:pt x="180000" y="144000"/>
                </a:cubicBezTo>
                <a:lnTo>
                  <a:pt x="144000" y="144000"/>
                </a:lnTo>
                <a:lnTo>
                  <a:pt x="144000" y="180000"/>
                </a:lnTo>
                <a:cubicBezTo>
                  <a:pt x="144000" y="199882"/>
                  <a:pt x="127882" y="216000"/>
                  <a:pt x="108000" y="216000"/>
                </a:cubicBezTo>
                <a:cubicBezTo>
                  <a:pt x="88118" y="216000"/>
                  <a:pt x="72000" y="199882"/>
                  <a:pt x="72000" y="180000"/>
                </a:cubicBezTo>
                <a:lnTo>
                  <a:pt x="72000" y="144000"/>
                </a:lnTo>
                <a:lnTo>
                  <a:pt x="36000" y="144000"/>
                </a:lnTo>
                <a:cubicBezTo>
                  <a:pt x="16118" y="144000"/>
                  <a:pt x="0" y="127882"/>
                  <a:pt x="0" y="108000"/>
                </a:cubicBezTo>
                <a:cubicBezTo>
                  <a:pt x="0" y="88118"/>
                  <a:pt x="16118" y="72000"/>
                  <a:pt x="36000" y="72000"/>
                </a:cubicBezTo>
                <a:lnTo>
                  <a:pt x="72000" y="72000"/>
                </a:lnTo>
                <a:lnTo>
                  <a:pt x="72000" y="36000"/>
                </a:lnTo>
                <a:cubicBezTo>
                  <a:pt x="72000" y="16118"/>
                  <a:pt x="88118" y="0"/>
                  <a:pt x="108000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24" name="사각형: 둥근 위쪽 모서리 23">
            <a:extLst>
              <a:ext uri="{FF2B5EF4-FFF2-40B4-BE49-F238E27FC236}">
                <a16:creationId xmlns:a16="http://schemas.microsoft.com/office/drawing/2014/main" id="{2BB9D258-4923-92D5-2468-A9C4950A90C3}"/>
              </a:ext>
            </a:extLst>
          </p:cNvPr>
          <p:cNvSpPr/>
          <p:nvPr/>
        </p:nvSpPr>
        <p:spPr>
          <a:xfrm>
            <a:off x="4771826" y="1736725"/>
            <a:ext cx="2012456" cy="720000"/>
          </a:xfrm>
          <a:prstGeom prst="round2SameRect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거버넌스 규정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/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지침</a:t>
            </a:r>
          </a:p>
        </p:txBody>
      </p:sp>
      <p:sp>
        <p:nvSpPr>
          <p:cNvPr id="46" name="Google Shape;134;p5">
            <a:extLst>
              <a:ext uri="{FF2B5EF4-FFF2-40B4-BE49-F238E27FC236}">
                <a16:creationId xmlns:a16="http://schemas.microsoft.com/office/drawing/2014/main" id="{9C7470F1-C647-6650-A2AA-D23FF73B4F29}"/>
              </a:ext>
            </a:extLst>
          </p:cNvPr>
          <p:cNvSpPr/>
          <p:nvPr/>
        </p:nvSpPr>
        <p:spPr>
          <a:xfrm>
            <a:off x="4771826" y="2559430"/>
            <a:ext cx="2012456" cy="9781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거버넌스 규정서</a:t>
            </a:r>
          </a:p>
        </p:txBody>
      </p:sp>
      <p:sp>
        <p:nvSpPr>
          <p:cNvPr id="49" name="Google Shape;134;p5">
            <a:extLst>
              <a:ext uri="{FF2B5EF4-FFF2-40B4-BE49-F238E27FC236}">
                <a16:creationId xmlns:a16="http://schemas.microsoft.com/office/drawing/2014/main" id="{E95D5D77-2AF7-3F86-1DA2-C45A32045241}"/>
              </a:ext>
            </a:extLst>
          </p:cNvPr>
          <p:cNvSpPr/>
          <p:nvPr/>
        </p:nvSpPr>
        <p:spPr>
          <a:xfrm>
            <a:off x="4771826" y="5159387"/>
            <a:ext cx="2012456" cy="9781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개발 운영 지침서</a:t>
            </a:r>
          </a:p>
        </p:txBody>
      </p:sp>
      <p:sp>
        <p:nvSpPr>
          <p:cNvPr id="50" name="Google Shape;134;p5">
            <a:extLst>
              <a:ext uri="{FF2B5EF4-FFF2-40B4-BE49-F238E27FC236}">
                <a16:creationId xmlns:a16="http://schemas.microsoft.com/office/drawing/2014/main" id="{0E140D49-1C9F-04DB-FC0A-F3ECDB0FCCBD}"/>
              </a:ext>
            </a:extLst>
          </p:cNvPr>
          <p:cNvSpPr/>
          <p:nvPr/>
        </p:nvSpPr>
        <p:spPr>
          <a:xfrm>
            <a:off x="4771826" y="3859408"/>
            <a:ext cx="2012456" cy="9781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거버넌스 운영 지침서</a:t>
            </a:r>
          </a:p>
        </p:txBody>
      </p:sp>
      <p:sp>
        <p:nvSpPr>
          <p:cNvPr id="23" name="사각형: 둥근 위쪽 모서리 22">
            <a:extLst>
              <a:ext uri="{FF2B5EF4-FFF2-40B4-BE49-F238E27FC236}">
                <a16:creationId xmlns:a16="http://schemas.microsoft.com/office/drawing/2014/main" id="{4F45F318-66E3-6378-776C-1792C54CE7C4}"/>
              </a:ext>
            </a:extLst>
          </p:cNvPr>
          <p:cNvSpPr/>
          <p:nvPr/>
        </p:nvSpPr>
        <p:spPr>
          <a:xfrm>
            <a:off x="6869563" y="1736725"/>
            <a:ext cx="2809232" cy="288000"/>
          </a:xfrm>
          <a:prstGeom prst="round2SameRect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프로세스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7115C6E-D72D-4D08-5822-85BCD0FC080B}"/>
              </a:ext>
            </a:extLst>
          </p:cNvPr>
          <p:cNvSpPr/>
          <p:nvPr/>
        </p:nvSpPr>
        <p:spPr>
          <a:xfrm>
            <a:off x="6869562" y="2060725"/>
            <a:ext cx="602046" cy="396000"/>
          </a:xfrm>
          <a:prstGeom prst="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기획</a:t>
            </a:r>
            <a:r>
              <a:rPr lang="en-US" altLang="ko-KR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· </a:t>
            </a:r>
            <a:r>
              <a:rPr lang="ko-KR" altLang="en-US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설계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B26DDF0-A0B4-6EBF-568F-D5A4B60DEA06}"/>
              </a:ext>
            </a:extLst>
          </p:cNvPr>
          <p:cNvSpPr/>
          <p:nvPr/>
        </p:nvSpPr>
        <p:spPr>
          <a:xfrm>
            <a:off x="7605292" y="2060725"/>
            <a:ext cx="602046" cy="396000"/>
          </a:xfrm>
          <a:prstGeom prst="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개발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5EFC7DA-4EA9-B044-1FA6-4E20EF159C83}"/>
              </a:ext>
            </a:extLst>
          </p:cNvPr>
          <p:cNvSpPr/>
          <p:nvPr/>
        </p:nvSpPr>
        <p:spPr>
          <a:xfrm>
            <a:off x="8341021" y="2060725"/>
            <a:ext cx="602046" cy="396000"/>
          </a:xfrm>
          <a:prstGeom prst="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평가</a:t>
            </a:r>
            <a:r>
              <a:rPr lang="en-US" altLang="ko-KR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· </a:t>
            </a:r>
            <a:r>
              <a:rPr lang="ko-KR" altLang="en-US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검증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F9B93EB-1CFA-12D7-DAB9-9159CA9CD7A3}"/>
              </a:ext>
            </a:extLst>
          </p:cNvPr>
          <p:cNvSpPr/>
          <p:nvPr/>
        </p:nvSpPr>
        <p:spPr>
          <a:xfrm>
            <a:off x="9076750" y="2060725"/>
            <a:ext cx="602046" cy="396000"/>
          </a:xfrm>
          <a:prstGeom prst="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운영</a:t>
            </a:r>
            <a:r>
              <a:rPr lang="en-US" altLang="ko-KR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· </a:t>
            </a:r>
            <a:r>
              <a:rPr lang="ko-KR" altLang="en-US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모니터링</a:t>
            </a:r>
          </a:p>
        </p:txBody>
      </p:sp>
      <p:sp>
        <p:nvSpPr>
          <p:cNvPr id="60" name="Google Shape;134;p5">
            <a:extLst>
              <a:ext uri="{FF2B5EF4-FFF2-40B4-BE49-F238E27FC236}">
                <a16:creationId xmlns:a16="http://schemas.microsoft.com/office/drawing/2014/main" id="{BF049919-3FD7-329A-DFDE-F87A1AFA6A56}"/>
              </a:ext>
            </a:extLst>
          </p:cNvPr>
          <p:cNvSpPr/>
          <p:nvPr/>
        </p:nvSpPr>
        <p:spPr>
          <a:xfrm>
            <a:off x="6869563" y="2559431"/>
            <a:ext cx="2809230" cy="35780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00" b="1" spc="-1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</p:txBody>
      </p: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0961F16A-90CE-D2E3-B872-EF3010147921}"/>
              </a:ext>
            </a:extLst>
          </p:cNvPr>
          <p:cNvCxnSpPr>
            <a:cxnSpLocks/>
          </p:cNvCxnSpPr>
          <p:nvPr/>
        </p:nvCxnSpPr>
        <p:spPr>
          <a:xfrm>
            <a:off x="7538450" y="2559431"/>
            <a:ext cx="0" cy="35784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5820A2C0-336B-8CD6-FB87-761311C37482}"/>
              </a:ext>
            </a:extLst>
          </p:cNvPr>
          <p:cNvCxnSpPr>
            <a:cxnSpLocks/>
          </p:cNvCxnSpPr>
          <p:nvPr/>
        </p:nvCxnSpPr>
        <p:spPr>
          <a:xfrm>
            <a:off x="8274180" y="2559431"/>
            <a:ext cx="0" cy="35784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CFDE97B2-AB6F-6706-E435-D6F02F6D6B02}"/>
              </a:ext>
            </a:extLst>
          </p:cNvPr>
          <p:cNvCxnSpPr>
            <a:cxnSpLocks/>
          </p:cNvCxnSpPr>
          <p:nvPr/>
        </p:nvCxnSpPr>
        <p:spPr>
          <a:xfrm>
            <a:off x="9009909" y="2559431"/>
            <a:ext cx="0" cy="35784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7FE2DF19-267B-CBB0-1637-6B19382A991D}"/>
              </a:ext>
            </a:extLst>
          </p:cNvPr>
          <p:cNvSpPr/>
          <p:nvPr/>
        </p:nvSpPr>
        <p:spPr>
          <a:xfrm>
            <a:off x="7009881" y="2674460"/>
            <a:ext cx="2528594" cy="334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200">
                <a:solidFill>
                  <a:schemeClr val="tx1"/>
                </a:solidFill>
                <a:latin typeface="+mn-ea"/>
              </a:rPr>
              <a:t>AI </a:t>
            </a:r>
            <a:r>
              <a:rPr lang="ko-KR" altLang="en-US" sz="1200">
                <a:solidFill>
                  <a:schemeClr val="tx1"/>
                </a:solidFill>
                <a:latin typeface="+mn-ea"/>
              </a:rPr>
              <a:t>위험 식별 및 평가 관점에서 신규로 도출된 조직</a:t>
            </a:r>
            <a:r>
              <a:rPr lang="en-US" altLang="ko-KR" sz="1200">
                <a:solidFill>
                  <a:schemeClr val="tx1"/>
                </a:solidFill>
                <a:latin typeface="+mn-ea"/>
              </a:rPr>
              <a:t>&amp;</a:t>
            </a:r>
            <a:r>
              <a:rPr lang="ko-KR" altLang="en-US" sz="1200">
                <a:solidFill>
                  <a:schemeClr val="tx1"/>
                </a:solidFill>
                <a:latin typeface="+mn-ea"/>
              </a:rPr>
              <a:t>협의체 중심으로 역할과 프로세스 정의</a:t>
            </a:r>
            <a:endParaRPr lang="en-US" altLang="ko-KR" sz="1200">
              <a:solidFill>
                <a:schemeClr val="tx1"/>
              </a:solidFill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200">
                <a:solidFill>
                  <a:schemeClr val="tx1"/>
                </a:solidFill>
                <a:latin typeface="+mn-ea"/>
              </a:rPr>
              <a:t>+</a:t>
            </a:r>
          </a:p>
          <a:p>
            <a:pPr algn="ctr">
              <a:lnSpc>
                <a:spcPct val="150000"/>
              </a:lnSpc>
            </a:pPr>
            <a:r>
              <a:rPr lang="ko-KR" altLang="en-US" sz="1200">
                <a:solidFill>
                  <a:schemeClr val="tx1"/>
                </a:solidFill>
                <a:latin typeface="+mn-ea"/>
              </a:rPr>
              <a:t>他</a:t>
            </a:r>
            <a:r>
              <a:rPr lang="en-US" altLang="ko-KR" sz="1200">
                <a:solidFill>
                  <a:schemeClr val="tx1"/>
                </a:solidFill>
                <a:latin typeface="+mn-ea"/>
              </a:rPr>
              <a:t>Task </a:t>
            </a:r>
            <a:r>
              <a:rPr lang="ko-KR" altLang="en-US" sz="1200">
                <a:solidFill>
                  <a:schemeClr val="tx1"/>
                </a:solidFill>
                <a:latin typeface="+mn-ea"/>
              </a:rPr>
              <a:t>內 상세 정의 </a:t>
            </a:r>
            <a:r>
              <a:rPr lang="en-US" altLang="ko-KR" sz="1200" baseline="30000">
                <a:solidFill>
                  <a:schemeClr val="tx1"/>
                </a:solidFill>
                <a:latin typeface="+mn-ea"/>
              </a:rPr>
              <a:t>1)</a:t>
            </a:r>
            <a:endParaRPr lang="ko-KR" altLang="en-US" sz="1200" baseline="300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5" name="사각형: 둥근 위쪽 모서리 114">
            <a:extLst>
              <a:ext uri="{FF2B5EF4-FFF2-40B4-BE49-F238E27FC236}">
                <a16:creationId xmlns:a16="http://schemas.microsoft.com/office/drawing/2014/main" id="{E215C36A-4460-278C-C323-480CA75E98F4}"/>
              </a:ext>
            </a:extLst>
          </p:cNvPr>
          <p:cNvSpPr/>
          <p:nvPr/>
        </p:nvSpPr>
        <p:spPr>
          <a:xfrm>
            <a:off x="9879505" y="1736725"/>
            <a:ext cx="2012456" cy="720000"/>
          </a:xfrm>
          <a:prstGeom prst="round2SameRect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활용 도구 및 문서</a:t>
            </a:r>
          </a:p>
        </p:txBody>
      </p:sp>
      <p:sp>
        <p:nvSpPr>
          <p:cNvPr id="5" name="Google Shape;134;p5">
            <a:extLst>
              <a:ext uri="{FF2B5EF4-FFF2-40B4-BE49-F238E27FC236}">
                <a16:creationId xmlns:a16="http://schemas.microsoft.com/office/drawing/2014/main" id="{35976B1A-EB2B-3482-BD22-DE063FCD147D}"/>
              </a:ext>
            </a:extLst>
          </p:cNvPr>
          <p:cNvSpPr/>
          <p:nvPr/>
        </p:nvSpPr>
        <p:spPr>
          <a:xfrm>
            <a:off x="9899990" y="2559430"/>
            <a:ext cx="1991973" cy="9781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템플릿</a:t>
            </a:r>
          </a:p>
        </p:txBody>
      </p:sp>
      <p:sp>
        <p:nvSpPr>
          <p:cNvPr id="6" name="Google Shape;134;p5">
            <a:extLst>
              <a:ext uri="{FF2B5EF4-FFF2-40B4-BE49-F238E27FC236}">
                <a16:creationId xmlns:a16="http://schemas.microsoft.com/office/drawing/2014/main" id="{E2CC09C3-0B53-708E-ADDB-6F576614C63C}"/>
              </a:ext>
            </a:extLst>
          </p:cNvPr>
          <p:cNvSpPr/>
          <p:nvPr/>
        </p:nvSpPr>
        <p:spPr>
          <a:xfrm>
            <a:off x="9899990" y="5159387"/>
            <a:ext cx="1991973" cy="9781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위험 등급 </a:t>
            </a:r>
            <a:endParaRPr lang="en-US" altLang="ko-KR" sz="1200" b="1" spc="-1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  <a:p>
            <a:pPr algn="ctr"/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식별 평가서</a:t>
            </a:r>
          </a:p>
        </p:txBody>
      </p:sp>
      <p:sp>
        <p:nvSpPr>
          <p:cNvPr id="7" name="Google Shape;134;p5">
            <a:extLst>
              <a:ext uri="{FF2B5EF4-FFF2-40B4-BE49-F238E27FC236}">
                <a16:creationId xmlns:a16="http://schemas.microsoft.com/office/drawing/2014/main" id="{2AB7D77E-A9EC-0098-9B46-2B2C19D7FCDF}"/>
              </a:ext>
            </a:extLst>
          </p:cNvPr>
          <p:cNvSpPr/>
          <p:nvPr/>
        </p:nvSpPr>
        <p:spPr>
          <a:xfrm>
            <a:off x="9899990" y="3859409"/>
            <a:ext cx="1991973" cy="9781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체크리스트</a:t>
            </a:r>
          </a:p>
        </p:txBody>
      </p:sp>
      <p:sp>
        <p:nvSpPr>
          <p:cNvPr id="11" name="자유형: 도형 75">
            <a:extLst>
              <a:ext uri="{FF2B5EF4-FFF2-40B4-BE49-F238E27FC236}">
                <a16:creationId xmlns:a16="http://schemas.microsoft.com/office/drawing/2014/main" id="{31A4FCA0-B5A0-94EF-DD11-65A02EBE4076}"/>
              </a:ext>
            </a:extLst>
          </p:cNvPr>
          <p:cNvSpPr/>
          <p:nvPr/>
        </p:nvSpPr>
        <p:spPr>
          <a:xfrm>
            <a:off x="5688054" y="4908447"/>
            <a:ext cx="180000" cy="180000"/>
          </a:xfrm>
          <a:custGeom>
            <a:avLst/>
            <a:gdLst>
              <a:gd name="connsiteX0" fmla="*/ 108000 w 216000"/>
              <a:gd name="connsiteY0" fmla="*/ 0 h 216000"/>
              <a:gd name="connsiteX1" fmla="*/ 144000 w 216000"/>
              <a:gd name="connsiteY1" fmla="*/ 36000 h 216000"/>
              <a:gd name="connsiteX2" fmla="*/ 144000 w 216000"/>
              <a:gd name="connsiteY2" fmla="*/ 72000 h 216000"/>
              <a:gd name="connsiteX3" fmla="*/ 180000 w 216000"/>
              <a:gd name="connsiteY3" fmla="*/ 72000 h 216000"/>
              <a:gd name="connsiteX4" fmla="*/ 216000 w 216000"/>
              <a:gd name="connsiteY4" fmla="*/ 108000 h 216000"/>
              <a:gd name="connsiteX5" fmla="*/ 180000 w 216000"/>
              <a:gd name="connsiteY5" fmla="*/ 144000 h 216000"/>
              <a:gd name="connsiteX6" fmla="*/ 144000 w 216000"/>
              <a:gd name="connsiteY6" fmla="*/ 144000 h 216000"/>
              <a:gd name="connsiteX7" fmla="*/ 144000 w 216000"/>
              <a:gd name="connsiteY7" fmla="*/ 180000 h 216000"/>
              <a:gd name="connsiteX8" fmla="*/ 108000 w 216000"/>
              <a:gd name="connsiteY8" fmla="*/ 216000 h 216000"/>
              <a:gd name="connsiteX9" fmla="*/ 72000 w 216000"/>
              <a:gd name="connsiteY9" fmla="*/ 180000 h 216000"/>
              <a:gd name="connsiteX10" fmla="*/ 72000 w 216000"/>
              <a:gd name="connsiteY10" fmla="*/ 144000 h 216000"/>
              <a:gd name="connsiteX11" fmla="*/ 36000 w 216000"/>
              <a:gd name="connsiteY11" fmla="*/ 144000 h 216000"/>
              <a:gd name="connsiteX12" fmla="*/ 0 w 216000"/>
              <a:gd name="connsiteY12" fmla="*/ 108000 h 216000"/>
              <a:gd name="connsiteX13" fmla="*/ 36000 w 216000"/>
              <a:gd name="connsiteY13" fmla="*/ 72000 h 216000"/>
              <a:gd name="connsiteX14" fmla="*/ 72000 w 216000"/>
              <a:gd name="connsiteY14" fmla="*/ 72000 h 216000"/>
              <a:gd name="connsiteX15" fmla="*/ 72000 w 216000"/>
              <a:gd name="connsiteY15" fmla="*/ 36000 h 216000"/>
              <a:gd name="connsiteX16" fmla="*/ 108000 w 216000"/>
              <a:gd name="connsiteY16" fmla="*/ 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00" h="216000">
                <a:moveTo>
                  <a:pt x="108000" y="0"/>
                </a:moveTo>
                <a:cubicBezTo>
                  <a:pt x="127882" y="0"/>
                  <a:pt x="144000" y="16118"/>
                  <a:pt x="144000" y="36000"/>
                </a:cubicBezTo>
                <a:lnTo>
                  <a:pt x="144000" y="72000"/>
                </a:lnTo>
                <a:lnTo>
                  <a:pt x="180000" y="72000"/>
                </a:lnTo>
                <a:cubicBezTo>
                  <a:pt x="199882" y="72000"/>
                  <a:pt x="216000" y="88118"/>
                  <a:pt x="216000" y="108000"/>
                </a:cubicBezTo>
                <a:cubicBezTo>
                  <a:pt x="216000" y="127882"/>
                  <a:pt x="199882" y="144000"/>
                  <a:pt x="180000" y="144000"/>
                </a:cubicBezTo>
                <a:lnTo>
                  <a:pt x="144000" y="144000"/>
                </a:lnTo>
                <a:lnTo>
                  <a:pt x="144000" y="180000"/>
                </a:lnTo>
                <a:cubicBezTo>
                  <a:pt x="144000" y="199882"/>
                  <a:pt x="127882" y="216000"/>
                  <a:pt x="108000" y="216000"/>
                </a:cubicBezTo>
                <a:cubicBezTo>
                  <a:pt x="88118" y="216000"/>
                  <a:pt x="72000" y="199882"/>
                  <a:pt x="72000" y="180000"/>
                </a:cubicBezTo>
                <a:lnTo>
                  <a:pt x="72000" y="144000"/>
                </a:lnTo>
                <a:lnTo>
                  <a:pt x="36000" y="144000"/>
                </a:lnTo>
                <a:cubicBezTo>
                  <a:pt x="16118" y="144000"/>
                  <a:pt x="0" y="127882"/>
                  <a:pt x="0" y="108000"/>
                </a:cubicBezTo>
                <a:cubicBezTo>
                  <a:pt x="0" y="88118"/>
                  <a:pt x="16118" y="72000"/>
                  <a:pt x="36000" y="72000"/>
                </a:cubicBezTo>
                <a:lnTo>
                  <a:pt x="72000" y="72000"/>
                </a:lnTo>
                <a:lnTo>
                  <a:pt x="72000" y="36000"/>
                </a:lnTo>
                <a:cubicBezTo>
                  <a:pt x="72000" y="16118"/>
                  <a:pt x="88118" y="0"/>
                  <a:pt x="108000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2" name="자유형: 도형 76">
            <a:extLst>
              <a:ext uri="{FF2B5EF4-FFF2-40B4-BE49-F238E27FC236}">
                <a16:creationId xmlns:a16="http://schemas.microsoft.com/office/drawing/2014/main" id="{70CFEEA5-D4AC-E021-1B2A-F715CB262744}"/>
              </a:ext>
            </a:extLst>
          </p:cNvPr>
          <p:cNvSpPr/>
          <p:nvPr/>
        </p:nvSpPr>
        <p:spPr>
          <a:xfrm>
            <a:off x="5688054" y="3608469"/>
            <a:ext cx="180000" cy="180000"/>
          </a:xfrm>
          <a:custGeom>
            <a:avLst/>
            <a:gdLst>
              <a:gd name="connsiteX0" fmla="*/ 108000 w 216000"/>
              <a:gd name="connsiteY0" fmla="*/ 0 h 216000"/>
              <a:gd name="connsiteX1" fmla="*/ 144000 w 216000"/>
              <a:gd name="connsiteY1" fmla="*/ 36000 h 216000"/>
              <a:gd name="connsiteX2" fmla="*/ 144000 w 216000"/>
              <a:gd name="connsiteY2" fmla="*/ 72000 h 216000"/>
              <a:gd name="connsiteX3" fmla="*/ 180000 w 216000"/>
              <a:gd name="connsiteY3" fmla="*/ 72000 h 216000"/>
              <a:gd name="connsiteX4" fmla="*/ 216000 w 216000"/>
              <a:gd name="connsiteY4" fmla="*/ 108000 h 216000"/>
              <a:gd name="connsiteX5" fmla="*/ 180000 w 216000"/>
              <a:gd name="connsiteY5" fmla="*/ 144000 h 216000"/>
              <a:gd name="connsiteX6" fmla="*/ 144000 w 216000"/>
              <a:gd name="connsiteY6" fmla="*/ 144000 h 216000"/>
              <a:gd name="connsiteX7" fmla="*/ 144000 w 216000"/>
              <a:gd name="connsiteY7" fmla="*/ 180000 h 216000"/>
              <a:gd name="connsiteX8" fmla="*/ 108000 w 216000"/>
              <a:gd name="connsiteY8" fmla="*/ 216000 h 216000"/>
              <a:gd name="connsiteX9" fmla="*/ 72000 w 216000"/>
              <a:gd name="connsiteY9" fmla="*/ 180000 h 216000"/>
              <a:gd name="connsiteX10" fmla="*/ 72000 w 216000"/>
              <a:gd name="connsiteY10" fmla="*/ 144000 h 216000"/>
              <a:gd name="connsiteX11" fmla="*/ 36000 w 216000"/>
              <a:gd name="connsiteY11" fmla="*/ 144000 h 216000"/>
              <a:gd name="connsiteX12" fmla="*/ 0 w 216000"/>
              <a:gd name="connsiteY12" fmla="*/ 108000 h 216000"/>
              <a:gd name="connsiteX13" fmla="*/ 36000 w 216000"/>
              <a:gd name="connsiteY13" fmla="*/ 72000 h 216000"/>
              <a:gd name="connsiteX14" fmla="*/ 72000 w 216000"/>
              <a:gd name="connsiteY14" fmla="*/ 72000 h 216000"/>
              <a:gd name="connsiteX15" fmla="*/ 72000 w 216000"/>
              <a:gd name="connsiteY15" fmla="*/ 36000 h 216000"/>
              <a:gd name="connsiteX16" fmla="*/ 108000 w 216000"/>
              <a:gd name="connsiteY16" fmla="*/ 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00" h="216000">
                <a:moveTo>
                  <a:pt x="108000" y="0"/>
                </a:moveTo>
                <a:cubicBezTo>
                  <a:pt x="127882" y="0"/>
                  <a:pt x="144000" y="16118"/>
                  <a:pt x="144000" y="36000"/>
                </a:cubicBezTo>
                <a:lnTo>
                  <a:pt x="144000" y="72000"/>
                </a:lnTo>
                <a:lnTo>
                  <a:pt x="180000" y="72000"/>
                </a:lnTo>
                <a:cubicBezTo>
                  <a:pt x="199882" y="72000"/>
                  <a:pt x="216000" y="88118"/>
                  <a:pt x="216000" y="108000"/>
                </a:cubicBezTo>
                <a:cubicBezTo>
                  <a:pt x="216000" y="127882"/>
                  <a:pt x="199882" y="144000"/>
                  <a:pt x="180000" y="144000"/>
                </a:cubicBezTo>
                <a:lnTo>
                  <a:pt x="144000" y="144000"/>
                </a:lnTo>
                <a:lnTo>
                  <a:pt x="144000" y="180000"/>
                </a:lnTo>
                <a:cubicBezTo>
                  <a:pt x="144000" y="199882"/>
                  <a:pt x="127882" y="216000"/>
                  <a:pt x="108000" y="216000"/>
                </a:cubicBezTo>
                <a:cubicBezTo>
                  <a:pt x="88118" y="216000"/>
                  <a:pt x="72000" y="199882"/>
                  <a:pt x="72000" y="180000"/>
                </a:cubicBezTo>
                <a:lnTo>
                  <a:pt x="72000" y="144000"/>
                </a:lnTo>
                <a:lnTo>
                  <a:pt x="36000" y="144000"/>
                </a:lnTo>
                <a:cubicBezTo>
                  <a:pt x="16118" y="144000"/>
                  <a:pt x="0" y="127882"/>
                  <a:pt x="0" y="108000"/>
                </a:cubicBezTo>
                <a:cubicBezTo>
                  <a:pt x="0" y="88118"/>
                  <a:pt x="16118" y="72000"/>
                  <a:pt x="36000" y="72000"/>
                </a:cubicBezTo>
                <a:lnTo>
                  <a:pt x="72000" y="72000"/>
                </a:lnTo>
                <a:lnTo>
                  <a:pt x="72000" y="36000"/>
                </a:lnTo>
                <a:cubicBezTo>
                  <a:pt x="72000" y="16118"/>
                  <a:pt x="88118" y="0"/>
                  <a:pt x="108000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3" name="자유형: 도형 75">
            <a:extLst>
              <a:ext uri="{FF2B5EF4-FFF2-40B4-BE49-F238E27FC236}">
                <a16:creationId xmlns:a16="http://schemas.microsoft.com/office/drawing/2014/main" id="{CD72CA88-F25B-F396-3A82-69B4CF47AE83}"/>
              </a:ext>
            </a:extLst>
          </p:cNvPr>
          <p:cNvSpPr/>
          <p:nvPr/>
        </p:nvSpPr>
        <p:spPr>
          <a:xfrm>
            <a:off x="10805976" y="4908447"/>
            <a:ext cx="180000" cy="180000"/>
          </a:xfrm>
          <a:custGeom>
            <a:avLst/>
            <a:gdLst>
              <a:gd name="connsiteX0" fmla="*/ 108000 w 216000"/>
              <a:gd name="connsiteY0" fmla="*/ 0 h 216000"/>
              <a:gd name="connsiteX1" fmla="*/ 144000 w 216000"/>
              <a:gd name="connsiteY1" fmla="*/ 36000 h 216000"/>
              <a:gd name="connsiteX2" fmla="*/ 144000 w 216000"/>
              <a:gd name="connsiteY2" fmla="*/ 72000 h 216000"/>
              <a:gd name="connsiteX3" fmla="*/ 180000 w 216000"/>
              <a:gd name="connsiteY3" fmla="*/ 72000 h 216000"/>
              <a:gd name="connsiteX4" fmla="*/ 216000 w 216000"/>
              <a:gd name="connsiteY4" fmla="*/ 108000 h 216000"/>
              <a:gd name="connsiteX5" fmla="*/ 180000 w 216000"/>
              <a:gd name="connsiteY5" fmla="*/ 144000 h 216000"/>
              <a:gd name="connsiteX6" fmla="*/ 144000 w 216000"/>
              <a:gd name="connsiteY6" fmla="*/ 144000 h 216000"/>
              <a:gd name="connsiteX7" fmla="*/ 144000 w 216000"/>
              <a:gd name="connsiteY7" fmla="*/ 180000 h 216000"/>
              <a:gd name="connsiteX8" fmla="*/ 108000 w 216000"/>
              <a:gd name="connsiteY8" fmla="*/ 216000 h 216000"/>
              <a:gd name="connsiteX9" fmla="*/ 72000 w 216000"/>
              <a:gd name="connsiteY9" fmla="*/ 180000 h 216000"/>
              <a:gd name="connsiteX10" fmla="*/ 72000 w 216000"/>
              <a:gd name="connsiteY10" fmla="*/ 144000 h 216000"/>
              <a:gd name="connsiteX11" fmla="*/ 36000 w 216000"/>
              <a:gd name="connsiteY11" fmla="*/ 144000 h 216000"/>
              <a:gd name="connsiteX12" fmla="*/ 0 w 216000"/>
              <a:gd name="connsiteY12" fmla="*/ 108000 h 216000"/>
              <a:gd name="connsiteX13" fmla="*/ 36000 w 216000"/>
              <a:gd name="connsiteY13" fmla="*/ 72000 h 216000"/>
              <a:gd name="connsiteX14" fmla="*/ 72000 w 216000"/>
              <a:gd name="connsiteY14" fmla="*/ 72000 h 216000"/>
              <a:gd name="connsiteX15" fmla="*/ 72000 w 216000"/>
              <a:gd name="connsiteY15" fmla="*/ 36000 h 216000"/>
              <a:gd name="connsiteX16" fmla="*/ 108000 w 216000"/>
              <a:gd name="connsiteY16" fmla="*/ 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00" h="216000">
                <a:moveTo>
                  <a:pt x="108000" y="0"/>
                </a:moveTo>
                <a:cubicBezTo>
                  <a:pt x="127882" y="0"/>
                  <a:pt x="144000" y="16118"/>
                  <a:pt x="144000" y="36000"/>
                </a:cubicBezTo>
                <a:lnTo>
                  <a:pt x="144000" y="72000"/>
                </a:lnTo>
                <a:lnTo>
                  <a:pt x="180000" y="72000"/>
                </a:lnTo>
                <a:cubicBezTo>
                  <a:pt x="199882" y="72000"/>
                  <a:pt x="216000" y="88118"/>
                  <a:pt x="216000" y="108000"/>
                </a:cubicBezTo>
                <a:cubicBezTo>
                  <a:pt x="216000" y="127882"/>
                  <a:pt x="199882" y="144000"/>
                  <a:pt x="180000" y="144000"/>
                </a:cubicBezTo>
                <a:lnTo>
                  <a:pt x="144000" y="144000"/>
                </a:lnTo>
                <a:lnTo>
                  <a:pt x="144000" y="180000"/>
                </a:lnTo>
                <a:cubicBezTo>
                  <a:pt x="144000" y="199882"/>
                  <a:pt x="127882" y="216000"/>
                  <a:pt x="108000" y="216000"/>
                </a:cubicBezTo>
                <a:cubicBezTo>
                  <a:pt x="88118" y="216000"/>
                  <a:pt x="72000" y="199882"/>
                  <a:pt x="72000" y="180000"/>
                </a:cubicBezTo>
                <a:lnTo>
                  <a:pt x="72000" y="144000"/>
                </a:lnTo>
                <a:lnTo>
                  <a:pt x="36000" y="144000"/>
                </a:lnTo>
                <a:cubicBezTo>
                  <a:pt x="16118" y="144000"/>
                  <a:pt x="0" y="127882"/>
                  <a:pt x="0" y="108000"/>
                </a:cubicBezTo>
                <a:cubicBezTo>
                  <a:pt x="0" y="88118"/>
                  <a:pt x="16118" y="72000"/>
                  <a:pt x="36000" y="72000"/>
                </a:cubicBezTo>
                <a:lnTo>
                  <a:pt x="72000" y="72000"/>
                </a:lnTo>
                <a:lnTo>
                  <a:pt x="72000" y="36000"/>
                </a:lnTo>
                <a:cubicBezTo>
                  <a:pt x="72000" y="16118"/>
                  <a:pt x="88118" y="0"/>
                  <a:pt x="108000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4" name="자유형: 도형 76">
            <a:extLst>
              <a:ext uri="{FF2B5EF4-FFF2-40B4-BE49-F238E27FC236}">
                <a16:creationId xmlns:a16="http://schemas.microsoft.com/office/drawing/2014/main" id="{777D1087-C6B5-9480-1529-BA08F70EDF55}"/>
              </a:ext>
            </a:extLst>
          </p:cNvPr>
          <p:cNvSpPr/>
          <p:nvPr/>
        </p:nvSpPr>
        <p:spPr>
          <a:xfrm>
            <a:off x="10805976" y="3608469"/>
            <a:ext cx="180000" cy="180000"/>
          </a:xfrm>
          <a:custGeom>
            <a:avLst/>
            <a:gdLst>
              <a:gd name="connsiteX0" fmla="*/ 108000 w 216000"/>
              <a:gd name="connsiteY0" fmla="*/ 0 h 216000"/>
              <a:gd name="connsiteX1" fmla="*/ 144000 w 216000"/>
              <a:gd name="connsiteY1" fmla="*/ 36000 h 216000"/>
              <a:gd name="connsiteX2" fmla="*/ 144000 w 216000"/>
              <a:gd name="connsiteY2" fmla="*/ 72000 h 216000"/>
              <a:gd name="connsiteX3" fmla="*/ 180000 w 216000"/>
              <a:gd name="connsiteY3" fmla="*/ 72000 h 216000"/>
              <a:gd name="connsiteX4" fmla="*/ 216000 w 216000"/>
              <a:gd name="connsiteY4" fmla="*/ 108000 h 216000"/>
              <a:gd name="connsiteX5" fmla="*/ 180000 w 216000"/>
              <a:gd name="connsiteY5" fmla="*/ 144000 h 216000"/>
              <a:gd name="connsiteX6" fmla="*/ 144000 w 216000"/>
              <a:gd name="connsiteY6" fmla="*/ 144000 h 216000"/>
              <a:gd name="connsiteX7" fmla="*/ 144000 w 216000"/>
              <a:gd name="connsiteY7" fmla="*/ 180000 h 216000"/>
              <a:gd name="connsiteX8" fmla="*/ 108000 w 216000"/>
              <a:gd name="connsiteY8" fmla="*/ 216000 h 216000"/>
              <a:gd name="connsiteX9" fmla="*/ 72000 w 216000"/>
              <a:gd name="connsiteY9" fmla="*/ 180000 h 216000"/>
              <a:gd name="connsiteX10" fmla="*/ 72000 w 216000"/>
              <a:gd name="connsiteY10" fmla="*/ 144000 h 216000"/>
              <a:gd name="connsiteX11" fmla="*/ 36000 w 216000"/>
              <a:gd name="connsiteY11" fmla="*/ 144000 h 216000"/>
              <a:gd name="connsiteX12" fmla="*/ 0 w 216000"/>
              <a:gd name="connsiteY12" fmla="*/ 108000 h 216000"/>
              <a:gd name="connsiteX13" fmla="*/ 36000 w 216000"/>
              <a:gd name="connsiteY13" fmla="*/ 72000 h 216000"/>
              <a:gd name="connsiteX14" fmla="*/ 72000 w 216000"/>
              <a:gd name="connsiteY14" fmla="*/ 72000 h 216000"/>
              <a:gd name="connsiteX15" fmla="*/ 72000 w 216000"/>
              <a:gd name="connsiteY15" fmla="*/ 36000 h 216000"/>
              <a:gd name="connsiteX16" fmla="*/ 108000 w 216000"/>
              <a:gd name="connsiteY16" fmla="*/ 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00" h="216000">
                <a:moveTo>
                  <a:pt x="108000" y="0"/>
                </a:moveTo>
                <a:cubicBezTo>
                  <a:pt x="127882" y="0"/>
                  <a:pt x="144000" y="16118"/>
                  <a:pt x="144000" y="36000"/>
                </a:cubicBezTo>
                <a:lnTo>
                  <a:pt x="144000" y="72000"/>
                </a:lnTo>
                <a:lnTo>
                  <a:pt x="180000" y="72000"/>
                </a:lnTo>
                <a:cubicBezTo>
                  <a:pt x="199882" y="72000"/>
                  <a:pt x="216000" y="88118"/>
                  <a:pt x="216000" y="108000"/>
                </a:cubicBezTo>
                <a:cubicBezTo>
                  <a:pt x="216000" y="127882"/>
                  <a:pt x="199882" y="144000"/>
                  <a:pt x="180000" y="144000"/>
                </a:cubicBezTo>
                <a:lnTo>
                  <a:pt x="144000" y="144000"/>
                </a:lnTo>
                <a:lnTo>
                  <a:pt x="144000" y="180000"/>
                </a:lnTo>
                <a:cubicBezTo>
                  <a:pt x="144000" y="199882"/>
                  <a:pt x="127882" y="216000"/>
                  <a:pt x="108000" y="216000"/>
                </a:cubicBezTo>
                <a:cubicBezTo>
                  <a:pt x="88118" y="216000"/>
                  <a:pt x="72000" y="199882"/>
                  <a:pt x="72000" y="180000"/>
                </a:cubicBezTo>
                <a:lnTo>
                  <a:pt x="72000" y="144000"/>
                </a:lnTo>
                <a:lnTo>
                  <a:pt x="36000" y="144000"/>
                </a:lnTo>
                <a:cubicBezTo>
                  <a:pt x="16118" y="144000"/>
                  <a:pt x="0" y="127882"/>
                  <a:pt x="0" y="108000"/>
                </a:cubicBezTo>
                <a:cubicBezTo>
                  <a:pt x="0" y="88118"/>
                  <a:pt x="16118" y="72000"/>
                  <a:pt x="36000" y="72000"/>
                </a:cubicBezTo>
                <a:lnTo>
                  <a:pt x="72000" y="72000"/>
                </a:lnTo>
                <a:lnTo>
                  <a:pt x="72000" y="36000"/>
                </a:lnTo>
                <a:cubicBezTo>
                  <a:pt x="72000" y="16118"/>
                  <a:pt x="88118" y="0"/>
                  <a:pt x="108000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8" name="사각형: 둥근 모서리 53">
            <a:extLst>
              <a:ext uri="{FF2B5EF4-FFF2-40B4-BE49-F238E27FC236}">
                <a16:creationId xmlns:a16="http://schemas.microsoft.com/office/drawing/2014/main" id="{EEA8A079-0BD6-B156-F7F1-5E1573CAF8BD}"/>
              </a:ext>
            </a:extLst>
          </p:cNvPr>
          <p:cNvSpPr/>
          <p:nvPr/>
        </p:nvSpPr>
        <p:spPr>
          <a:xfrm>
            <a:off x="525146" y="1974386"/>
            <a:ext cx="232802" cy="273668"/>
          </a:xfrm>
          <a:prstGeom prst="roundRect">
            <a:avLst/>
          </a:prstGeom>
          <a:solidFill>
            <a:srgbClr val="043B7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1</a:t>
            </a:r>
          </a:p>
        </p:txBody>
      </p:sp>
      <p:sp>
        <p:nvSpPr>
          <p:cNvPr id="19" name="사각형: 둥근 모서리 53">
            <a:extLst>
              <a:ext uri="{FF2B5EF4-FFF2-40B4-BE49-F238E27FC236}">
                <a16:creationId xmlns:a16="http://schemas.microsoft.com/office/drawing/2014/main" id="{AF060DC5-113E-7CAE-5AED-22ECB2B3DF25}"/>
              </a:ext>
            </a:extLst>
          </p:cNvPr>
          <p:cNvSpPr/>
          <p:nvPr/>
        </p:nvSpPr>
        <p:spPr>
          <a:xfrm>
            <a:off x="2105766" y="1974386"/>
            <a:ext cx="232802" cy="273668"/>
          </a:xfrm>
          <a:prstGeom prst="roundRect">
            <a:avLst/>
          </a:prstGeom>
          <a:solidFill>
            <a:srgbClr val="043B7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2</a:t>
            </a:r>
          </a:p>
        </p:txBody>
      </p:sp>
      <p:sp>
        <p:nvSpPr>
          <p:cNvPr id="21" name="사각형: 둥근 모서리 53">
            <a:extLst>
              <a:ext uri="{FF2B5EF4-FFF2-40B4-BE49-F238E27FC236}">
                <a16:creationId xmlns:a16="http://schemas.microsoft.com/office/drawing/2014/main" id="{F543F120-899A-EC20-64F8-1D0DA82032B7}"/>
              </a:ext>
            </a:extLst>
          </p:cNvPr>
          <p:cNvSpPr/>
          <p:nvPr/>
        </p:nvSpPr>
        <p:spPr>
          <a:xfrm>
            <a:off x="4774072" y="1974386"/>
            <a:ext cx="232802" cy="273668"/>
          </a:xfrm>
          <a:prstGeom prst="roundRect">
            <a:avLst/>
          </a:prstGeom>
          <a:solidFill>
            <a:srgbClr val="043B7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3</a:t>
            </a:r>
          </a:p>
        </p:txBody>
      </p:sp>
      <p:sp>
        <p:nvSpPr>
          <p:cNvPr id="29" name="사각형: 둥근 모서리 53">
            <a:extLst>
              <a:ext uri="{FF2B5EF4-FFF2-40B4-BE49-F238E27FC236}">
                <a16:creationId xmlns:a16="http://schemas.microsoft.com/office/drawing/2014/main" id="{5A06CA84-95B9-F11C-0361-B9EE1F57E4B4}"/>
              </a:ext>
            </a:extLst>
          </p:cNvPr>
          <p:cNvSpPr/>
          <p:nvPr/>
        </p:nvSpPr>
        <p:spPr>
          <a:xfrm>
            <a:off x="7584704" y="1751057"/>
            <a:ext cx="232802" cy="273668"/>
          </a:xfrm>
          <a:prstGeom prst="roundRect">
            <a:avLst/>
          </a:prstGeom>
          <a:solidFill>
            <a:srgbClr val="043B7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4</a:t>
            </a:r>
          </a:p>
        </p:txBody>
      </p:sp>
      <p:sp>
        <p:nvSpPr>
          <p:cNvPr id="30" name="사각형: 둥근 모서리 53">
            <a:extLst>
              <a:ext uri="{FF2B5EF4-FFF2-40B4-BE49-F238E27FC236}">
                <a16:creationId xmlns:a16="http://schemas.microsoft.com/office/drawing/2014/main" id="{72808AD1-85BE-B60A-8883-B08AEF1AB8FD}"/>
              </a:ext>
            </a:extLst>
          </p:cNvPr>
          <p:cNvSpPr/>
          <p:nvPr/>
        </p:nvSpPr>
        <p:spPr>
          <a:xfrm>
            <a:off x="9888891" y="1974386"/>
            <a:ext cx="232802" cy="273668"/>
          </a:xfrm>
          <a:prstGeom prst="roundRect">
            <a:avLst/>
          </a:prstGeom>
          <a:solidFill>
            <a:srgbClr val="043B7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5</a:t>
            </a:r>
          </a:p>
        </p:txBody>
      </p:sp>
      <p:sp>
        <p:nvSpPr>
          <p:cNvPr id="31" name="Rectangle: Rounded Corners 54">
            <a:extLst>
              <a:ext uri="{FF2B5EF4-FFF2-40B4-BE49-F238E27FC236}">
                <a16:creationId xmlns:a16="http://schemas.microsoft.com/office/drawing/2014/main" id="{87377168-BAB5-86BF-8A2D-443855E53806}"/>
              </a:ext>
            </a:extLst>
          </p:cNvPr>
          <p:cNvSpPr/>
          <p:nvPr/>
        </p:nvSpPr>
        <p:spPr>
          <a:xfrm>
            <a:off x="1935163" y="6583617"/>
            <a:ext cx="7773988" cy="216000"/>
          </a:xfrm>
          <a:prstGeom prst="round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lvl="0">
              <a:defRPr/>
            </a:pPr>
            <a:r>
              <a:rPr kumimoji="0" lang="en-US" altLang="ko-KR" sz="800" b="0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ea"/>
                <a:cs typeface="+mn-cs"/>
              </a:rPr>
              <a:t>1) </a:t>
            </a:r>
            <a:r>
              <a:rPr kumimoji="0" lang="ko-KR" altLang="en-US" sz="800" b="0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ea"/>
                <a:cs typeface="+mn-cs"/>
              </a:rPr>
              <a:t>他 </a:t>
            </a:r>
            <a:r>
              <a:rPr kumimoji="0" lang="en-US" altLang="ko-KR" sz="800" b="0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ea"/>
                <a:cs typeface="+mn-cs"/>
              </a:rPr>
              <a:t>Task 1. AI </a:t>
            </a:r>
            <a:r>
              <a:rPr kumimoji="0" lang="ko-KR" altLang="en-US" sz="800" b="0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ea"/>
                <a:cs typeface="+mn-cs"/>
              </a:rPr>
              <a:t>위험 평가 및 완화조치 방안 수립 </a:t>
            </a:r>
            <a:r>
              <a:rPr kumimoji="0" lang="en-US" altLang="ko-KR" sz="800" b="0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ea"/>
                <a:cs typeface="+mn-cs"/>
              </a:rPr>
              <a:t>2. AI</a:t>
            </a:r>
            <a:r>
              <a:rPr kumimoji="0" lang="ko-KR" altLang="en-US" sz="800" b="0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ea"/>
                <a:cs typeface="+mn-cs"/>
              </a:rPr>
              <a:t>거버넌스 </a:t>
            </a:r>
            <a:r>
              <a:rPr lang="ko-KR" altLang="en-US" sz="8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활용</a:t>
            </a:r>
            <a:r>
              <a:rPr lang="en-US" altLang="ko-KR" sz="8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/</a:t>
            </a:r>
            <a:r>
              <a:rPr kumimoji="0" lang="ko-KR" altLang="en-US" sz="800" b="0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ea"/>
                <a:cs typeface="+mn-cs"/>
              </a:rPr>
              <a:t>지원도구 개발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A18D2FA-53E3-2706-3AA6-C055494E6F87}"/>
              </a:ext>
            </a:extLst>
          </p:cNvPr>
          <p:cNvGrpSpPr/>
          <p:nvPr/>
        </p:nvGrpSpPr>
        <p:grpSpPr>
          <a:xfrm>
            <a:off x="1845495" y="2559431"/>
            <a:ext cx="2683274" cy="3578056"/>
            <a:chOff x="1845495" y="2559431"/>
            <a:chExt cx="2683274" cy="3463029"/>
          </a:xfrm>
        </p:grpSpPr>
        <p:sp>
          <p:nvSpPr>
            <p:cNvPr id="38" name="Google Shape;134;p5">
              <a:extLst>
                <a:ext uri="{FF2B5EF4-FFF2-40B4-BE49-F238E27FC236}">
                  <a16:creationId xmlns:a16="http://schemas.microsoft.com/office/drawing/2014/main" id="{A545AA2A-EE5D-4B5A-A964-EB7BD138C5CA}"/>
                </a:ext>
              </a:extLst>
            </p:cNvPr>
            <p:cNvSpPr/>
            <p:nvPr/>
          </p:nvSpPr>
          <p:spPr>
            <a:xfrm>
              <a:off x="1845495" y="2559431"/>
              <a:ext cx="2683274" cy="30746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  <a:sym typeface="Arial"/>
                </a:rPr>
                <a:t>Tech &amp; AI</a:t>
              </a:r>
              <a:r>
                <a:rPr lang="ko-KR" altLang="en-US" sz="1200" b="1" spc="-150" err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  <a:sym typeface="Arial"/>
                </a:rPr>
                <a:t>부문장</a:t>
              </a:r>
              <a:endPara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endParaRPr>
            </a:p>
          </p:txBody>
        </p:sp>
        <p:sp>
          <p:nvSpPr>
            <p:cNvPr id="40" name="Google Shape;134;p5">
              <a:extLst>
                <a:ext uri="{FF2B5EF4-FFF2-40B4-BE49-F238E27FC236}">
                  <a16:creationId xmlns:a16="http://schemas.microsoft.com/office/drawing/2014/main" id="{936BE087-13A7-B3A7-0372-DEEC51516682}"/>
                </a:ext>
              </a:extLst>
            </p:cNvPr>
            <p:cNvSpPr/>
            <p:nvPr/>
          </p:nvSpPr>
          <p:spPr>
            <a:xfrm>
              <a:off x="1845495" y="4366179"/>
              <a:ext cx="2683274" cy="30746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200" b="1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  <a:sym typeface="Arial"/>
                </a:rPr>
                <a:t>금융소비자보호본부장</a:t>
              </a:r>
            </a:p>
          </p:txBody>
        </p:sp>
        <p:sp>
          <p:nvSpPr>
            <p:cNvPr id="41" name="Google Shape;134;p5">
              <a:extLst>
                <a:ext uri="{FF2B5EF4-FFF2-40B4-BE49-F238E27FC236}">
                  <a16:creationId xmlns:a16="http://schemas.microsoft.com/office/drawing/2014/main" id="{1C1AA844-5DC0-3826-ED7E-ABD736A325FE}"/>
                </a:ext>
              </a:extLst>
            </p:cNvPr>
            <p:cNvSpPr/>
            <p:nvPr/>
          </p:nvSpPr>
          <p:spPr>
            <a:xfrm>
              <a:off x="1845495" y="3462804"/>
              <a:ext cx="2683274" cy="30746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200" b="1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  <a:sym typeface="Arial"/>
                </a:rPr>
                <a:t>정보보호본부장</a:t>
              </a:r>
            </a:p>
          </p:txBody>
        </p:sp>
        <p:sp>
          <p:nvSpPr>
            <p:cNvPr id="42" name="Google Shape;134;p5">
              <a:extLst>
                <a:ext uri="{FF2B5EF4-FFF2-40B4-BE49-F238E27FC236}">
                  <a16:creationId xmlns:a16="http://schemas.microsoft.com/office/drawing/2014/main" id="{6681E825-B59B-3E44-5FDA-58C0D00A2EF1}"/>
                </a:ext>
              </a:extLst>
            </p:cNvPr>
            <p:cNvSpPr/>
            <p:nvPr/>
          </p:nvSpPr>
          <p:spPr>
            <a:xfrm>
              <a:off x="1845495" y="3011118"/>
              <a:ext cx="2683274" cy="30746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  <a:sym typeface="Arial"/>
                </a:rPr>
                <a:t>AI</a:t>
              </a:r>
              <a:r>
                <a:rPr lang="ko-KR" altLang="en-US" sz="1200" b="1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  <a:sym typeface="Arial"/>
                </a:rPr>
                <a:t>솔루션본부장</a:t>
              </a:r>
            </a:p>
          </p:txBody>
        </p:sp>
        <p:sp>
          <p:nvSpPr>
            <p:cNvPr id="44" name="Google Shape;134;p5">
              <a:extLst>
                <a:ext uri="{FF2B5EF4-FFF2-40B4-BE49-F238E27FC236}">
                  <a16:creationId xmlns:a16="http://schemas.microsoft.com/office/drawing/2014/main" id="{805CDA16-7988-5FDF-2CEE-7A433599D89D}"/>
                </a:ext>
              </a:extLst>
            </p:cNvPr>
            <p:cNvSpPr/>
            <p:nvPr/>
          </p:nvSpPr>
          <p:spPr>
            <a:xfrm>
              <a:off x="1845495" y="4817865"/>
              <a:ext cx="2683274" cy="30746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200" b="1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  <a:sym typeface="Arial"/>
                </a:rPr>
                <a:t>경영혁신본부장</a:t>
              </a:r>
            </a:p>
          </p:txBody>
        </p:sp>
        <p:sp>
          <p:nvSpPr>
            <p:cNvPr id="45" name="Google Shape;134;p5">
              <a:extLst>
                <a:ext uri="{FF2B5EF4-FFF2-40B4-BE49-F238E27FC236}">
                  <a16:creationId xmlns:a16="http://schemas.microsoft.com/office/drawing/2014/main" id="{E5A1BFF5-2F61-DADB-FA1E-24B807E64265}"/>
                </a:ext>
              </a:extLst>
            </p:cNvPr>
            <p:cNvSpPr/>
            <p:nvPr/>
          </p:nvSpPr>
          <p:spPr>
            <a:xfrm>
              <a:off x="1845495" y="3914491"/>
              <a:ext cx="2683274" cy="30746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200" b="1" spc="-150" err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  <a:sym typeface="Arial"/>
                </a:rPr>
                <a:t>컴플라이언스본부장</a:t>
              </a:r>
              <a:endPara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endParaRPr>
            </a:p>
          </p:txBody>
        </p:sp>
        <p:sp>
          <p:nvSpPr>
            <p:cNvPr id="64" name="Google Shape;134;p5">
              <a:extLst>
                <a:ext uri="{FF2B5EF4-FFF2-40B4-BE49-F238E27FC236}">
                  <a16:creationId xmlns:a16="http://schemas.microsoft.com/office/drawing/2014/main" id="{3CFC5DAE-C291-D8F2-ED36-04D2519A87C7}"/>
                </a:ext>
              </a:extLst>
            </p:cNvPr>
            <p:cNvSpPr/>
            <p:nvPr/>
          </p:nvSpPr>
          <p:spPr>
            <a:xfrm>
              <a:off x="1845495" y="5269550"/>
              <a:ext cx="2683274" cy="30746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200" b="1" spc="-15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  <a:sym typeface="Arial"/>
                </a:rPr>
                <a:t>디지털플랫폼본부장</a:t>
              </a:r>
              <a:endParaRPr lang="ko-KR" altLang="en-US" sz="1200" b="1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endParaRPr>
            </a:p>
          </p:txBody>
        </p:sp>
        <p:sp>
          <p:nvSpPr>
            <p:cNvPr id="3" name="Google Shape;134;p5">
              <a:extLst>
                <a:ext uri="{FF2B5EF4-FFF2-40B4-BE49-F238E27FC236}">
                  <a16:creationId xmlns:a16="http://schemas.microsoft.com/office/drawing/2014/main" id="{47BF64C4-02E4-2423-B105-A55B07DE5401}"/>
                </a:ext>
              </a:extLst>
            </p:cNvPr>
            <p:cNvSpPr/>
            <p:nvPr/>
          </p:nvSpPr>
          <p:spPr>
            <a:xfrm>
              <a:off x="1845495" y="5714994"/>
              <a:ext cx="2683274" cy="30746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spc="-1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  <a:sym typeface="Arial"/>
                </a:rPr>
                <a:t>IT</a:t>
              </a:r>
              <a:r>
                <a:rPr lang="ko-KR" altLang="en-US" sz="1200" b="1" spc="-1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  <a:sym typeface="Arial"/>
                </a:rPr>
                <a:t>인프라본부장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579353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직사각형 11">
            <a:extLst>
              <a:ext uri="{FF2B5EF4-FFF2-40B4-BE49-F238E27FC236}">
                <a16:creationId xmlns:a16="http://schemas.microsoft.com/office/drawing/2014/main" id="{048D3122-26EA-26ED-97E3-80C98CB6D10A}"/>
              </a:ext>
            </a:extLst>
          </p:cNvPr>
          <p:cNvSpPr/>
          <p:nvPr/>
        </p:nvSpPr>
        <p:spPr>
          <a:xfrm>
            <a:off x="7200194" y="2722486"/>
            <a:ext cx="4701668" cy="297506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108000" rIns="72000" bIns="144000" rtlCol="0" anchor="b" anchorCtr="0"/>
          <a:lstStyle/>
          <a:p>
            <a:pPr marL="171450" indent="-171450" defTabSz="914400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endParaRPr kumimoji="1" lang="ko-KR" altLang="en-US" sz="1200" kern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0000"/>
              </a:solidFill>
              <a:latin typeface="+mn-ea"/>
              <a:sym typeface="Arial"/>
            </a:endParaRPr>
          </a:p>
        </p:txBody>
      </p:sp>
      <p:sp>
        <p:nvSpPr>
          <p:cNvPr id="87" name="직사각형 27">
            <a:extLst>
              <a:ext uri="{FF2B5EF4-FFF2-40B4-BE49-F238E27FC236}">
                <a16:creationId xmlns:a16="http://schemas.microsoft.com/office/drawing/2014/main" id="{B3ED8A40-A29B-2E45-5997-4E5A1241D1AC}"/>
              </a:ext>
            </a:extLst>
          </p:cNvPr>
          <p:cNvSpPr/>
          <p:nvPr/>
        </p:nvSpPr>
        <p:spPr>
          <a:xfrm>
            <a:off x="7338545" y="3465407"/>
            <a:ext cx="1788660" cy="214270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108000" rIns="72000" bIns="108000" rtlCol="0" anchor="ctr" anchorCtr="0"/>
          <a:lstStyle/>
          <a:p>
            <a:pPr marL="171450" indent="-171450" defTabSz="914400">
              <a:buClr>
                <a:srgbClr val="000000"/>
              </a:buClr>
              <a:buFont typeface="Arial" panose="020B0604020202020204" pitchFamily="34" charset="0"/>
              <a:buChar char="•"/>
            </a:pPr>
            <a:endParaRPr kumimoji="1" lang="ko-KR" altLang="en-US" sz="1200" kern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0000"/>
              </a:solidFill>
              <a:sym typeface="Arial"/>
            </a:endParaRPr>
          </a:p>
        </p:txBody>
      </p:sp>
      <p:sp>
        <p:nvSpPr>
          <p:cNvPr id="10" name="직사각형 11">
            <a:extLst>
              <a:ext uri="{FF2B5EF4-FFF2-40B4-BE49-F238E27FC236}">
                <a16:creationId xmlns:a16="http://schemas.microsoft.com/office/drawing/2014/main" id="{6BE26933-C351-4AE4-FB59-E5F1499A9164}"/>
              </a:ext>
            </a:extLst>
          </p:cNvPr>
          <p:cNvSpPr/>
          <p:nvPr/>
        </p:nvSpPr>
        <p:spPr>
          <a:xfrm>
            <a:off x="1322614" y="2636838"/>
            <a:ext cx="4701668" cy="199187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108000" rIns="72000" bIns="144000" rtlCol="0" anchor="b" anchorCtr="0"/>
          <a:lstStyle/>
          <a:p>
            <a:pPr marL="171450" indent="-171450" defTabSz="914400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kumimoji="1" lang="en-US" altLang="ko-KR" sz="12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  <a:sym typeface="Arial"/>
              </a:rPr>
              <a:t>AI</a:t>
            </a:r>
            <a:r>
              <a:rPr kumimoji="1" lang="ko-KR" altLang="en-US" sz="12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  <a:sym typeface="Arial"/>
              </a:rPr>
              <a:t>사업부서와의 분리</a:t>
            </a:r>
            <a:r>
              <a:rPr kumimoji="1" lang="en-US" altLang="ko-KR" sz="12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  <a:sym typeface="Arial"/>
              </a:rPr>
              <a:t>, AI</a:t>
            </a:r>
            <a:r>
              <a:rPr kumimoji="1" lang="ko-KR" altLang="en-US" sz="12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  <a:sym typeface="Arial"/>
              </a:rPr>
              <a:t>거버넌스 부서 역할 구체화</a:t>
            </a: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5CDB6DE-1A27-04F7-36BC-98EC06212D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III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．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AI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거버넌스 프레임워크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6F3FD2-0FE8-21E3-B1C4-FC4ACB480C2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            </a:t>
            </a:r>
            <a:r>
              <a:rPr lang="ko-KR" altLang="en-US" err="1"/>
              <a:t>미래에셋증권</a:t>
            </a:r>
            <a:r>
              <a:rPr lang="ko-KR" altLang="en-US"/>
              <a:t> </a:t>
            </a:r>
            <a:r>
              <a:rPr lang="en-US" altLang="ko-KR"/>
              <a:t>AI </a:t>
            </a:r>
            <a:r>
              <a:rPr lang="ko-KR" altLang="en-US"/>
              <a:t>거버넌스 조직 체계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5907461-8ED7-E99F-7DFC-7B8A99D5A9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AI</a:t>
            </a:r>
            <a:r>
              <a:rPr lang="ko-KR" altLang="en-US"/>
              <a:t>와 관련한 위험관리에 대한 전략 수립 및 의사결정 등의 역할을 수행 활성화를 위해 </a:t>
            </a:r>
            <a:r>
              <a:rPr lang="en-US" altLang="ko-KR"/>
              <a:t>AI </a:t>
            </a:r>
            <a:r>
              <a:rPr lang="ko-KR" altLang="en-US"/>
              <a:t>거버넌스 전담조직 및 </a:t>
            </a:r>
            <a:r>
              <a:rPr lang="en-US" altLang="ko-KR"/>
              <a:t>AI</a:t>
            </a:r>
            <a:r>
              <a:rPr lang="ko-KR" altLang="en-US" err="1"/>
              <a:t>거버넌스협의체를</a:t>
            </a:r>
            <a:r>
              <a:rPr lang="ko-KR" altLang="en-US"/>
              <a:t> 구성함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F05AB0F9-6FF7-F6CB-AE5C-60947068E275}"/>
              </a:ext>
            </a:extLst>
          </p:cNvPr>
          <p:cNvSpPr/>
          <p:nvPr/>
        </p:nvSpPr>
        <p:spPr>
          <a:xfrm>
            <a:off x="371963" y="202784"/>
            <a:ext cx="481940" cy="396000"/>
          </a:xfrm>
          <a:prstGeom prst="roundRect">
            <a:avLst/>
          </a:prstGeom>
          <a:solidFill>
            <a:srgbClr val="043B7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1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50E652A-E0B0-8660-AE45-51E198442659}"/>
              </a:ext>
            </a:extLst>
          </p:cNvPr>
          <p:cNvSpPr/>
          <p:nvPr/>
        </p:nvSpPr>
        <p:spPr>
          <a:xfrm>
            <a:off x="912493" y="202784"/>
            <a:ext cx="481940" cy="396000"/>
          </a:xfrm>
          <a:prstGeom prst="roundRect">
            <a:avLst/>
          </a:prstGeom>
          <a:solidFill>
            <a:srgbClr val="043B7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2</a:t>
            </a:r>
          </a:p>
        </p:txBody>
      </p:sp>
      <p:sp>
        <p:nvSpPr>
          <p:cNvPr id="7" name="사각형: 둥근 모서리 20">
            <a:extLst>
              <a:ext uri="{FF2B5EF4-FFF2-40B4-BE49-F238E27FC236}">
                <a16:creationId xmlns:a16="http://schemas.microsoft.com/office/drawing/2014/main" id="{0BA0F5B1-142E-F263-741F-DA317E2C5B52}"/>
              </a:ext>
            </a:extLst>
          </p:cNvPr>
          <p:cNvSpPr/>
          <p:nvPr/>
        </p:nvSpPr>
        <p:spPr>
          <a:xfrm>
            <a:off x="6212542" y="1736827"/>
            <a:ext cx="5689319" cy="325410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AI</a:t>
            </a:r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 </a:t>
            </a:r>
            <a:r>
              <a:rPr lang="ko-KR" altLang="en-US" sz="1200" b="1" err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거버넌스협의체</a:t>
            </a:r>
            <a:endParaRPr lang="en" altLang="ko-KR" sz="1200" b="1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9" name="사각형: 둥근 모서리 20">
            <a:extLst>
              <a:ext uri="{FF2B5EF4-FFF2-40B4-BE49-F238E27FC236}">
                <a16:creationId xmlns:a16="http://schemas.microsoft.com/office/drawing/2014/main" id="{6988C816-6FB7-6933-33FE-0F5428A7BF16}"/>
              </a:ext>
            </a:extLst>
          </p:cNvPr>
          <p:cNvSpPr/>
          <p:nvPr/>
        </p:nvSpPr>
        <p:spPr>
          <a:xfrm>
            <a:off x="334963" y="1736827"/>
            <a:ext cx="5689319" cy="325410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AI</a:t>
            </a:r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 거버넌스 전담조직</a:t>
            </a:r>
            <a:endParaRPr lang="en" altLang="ko-KR" sz="1200" b="1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11" name="직사각형 13">
            <a:extLst>
              <a:ext uri="{FF2B5EF4-FFF2-40B4-BE49-F238E27FC236}">
                <a16:creationId xmlns:a16="http://schemas.microsoft.com/office/drawing/2014/main" id="{C78DCCDE-0657-3ED8-348F-BF9C0528626B}"/>
              </a:ext>
            </a:extLst>
          </p:cNvPr>
          <p:cNvSpPr/>
          <p:nvPr/>
        </p:nvSpPr>
        <p:spPr>
          <a:xfrm>
            <a:off x="534195" y="2232949"/>
            <a:ext cx="5300973" cy="25932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D7D31"/>
                </a:solidFill>
                <a:latin typeface="+mn-ea"/>
              </a:rPr>
              <a:t>AI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D7D31"/>
                </a:solidFill>
                <a:latin typeface="+mn-ea"/>
              </a:rPr>
              <a:t>거버넌스 전문성 및 </a:t>
            </a:r>
            <a:r>
              <a:rPr lang="ko-KR" altLang="en-US" sz="1400" b="1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D7D31"/>
                </a:solidFill>
                <a:latin typeface="+mn-ea"/>
              </a:rPr>
              <a:t>미래에셋증권의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D7D31"/>
                </a:solidFill>
                <a:latin typeface="+mn-ea"/>
              </a:rPr>
              <a:t> 조직 구성을 고려하여 “기존 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D7D31"/>
                </a:solidFill>
                <a:latin typeface="+mn-ea"/>
              </a:rPr>
              <a:t>AI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D7D31"/>
                </a:solidFill>
                <a:latin typeface="+mn-ea"/>
              </a:rPr>
              <a:t>그룹 內 </a:t>
            </a:r>
            <a:r>
              <a:rPr lang="ko-KR" altLang="en-US" sz="1400" b="1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D7D31"/>
                </a:solidFill>
                <a:latin typeface="+mn-ea"/>
              </a:rPr>
              <a:t>신설”을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D7D31"/>
                </a:solidFill>
                <a:latin typeface="+mn-ea"/>
              </a:rPr>
              <a:t> 권고함</a:t>
            </a:r>
          </a:p>
        </p:txBody>
      </p:sp>
      <p:sp>
        <p:nvSpPr>
          <p:cNvPr id="12" name="직사각형 26">
            <a:extLst>
              <a:ext uri="{FF2B5EF4-FFF2-40B4-BE49-F238E27FC236}">
                <a16:creationId xmlns:a16="http://schemas.microsoft.com/office/drawing/2014/main" id="{687EAC38-8895-3CFD-03C6-28177F45CAF9}"/>
              </a:ext>
            </a:extLst>
          </p:cNvPr>
          <p:cNvSpPr/>
          <p:nvPr/>
        </p:nvSpPr>
        <p:spPr>
          <a:xfrm>
            <a:off x="1322614" y="5320368"/>
            <a:ext cx="4701667" cy="56261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108000" rIns="72000" bIns="108000" rtlCol="0" anchor="ctr" anchorCtr="0"/>
          <a:lstStyle/>
          <a:p>
            <a:pPr marL="171450" indent="-171450" defTabSz="91440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kumimoji="1" lang="en-US" altLang="ko-KR" sz="12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sym typeface="Arial"/>
              </a:rPr>
              <a:t>AI</a:t>
            </a:r>
            <a:r>
              <a:rPr kumimoji="1" lang="ko-KR" altLang="en-US" sz="12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sym typeface="Arial"/>
              </a:rPr>
              <a:t> 기획</a:t>
            </a:r>
            <a:r>
              <a:rPr kumimoji="1" lang="en-US" altLang="ko-KR" sz="12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sym typeface="Arial"/>
              </a:rPr>
              <a:t>/</a:t>
            </a:r>
            <a:r>
              <a:rPr kumimoji="1" lang="ko-KR" altLang="en-US" sz="12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sym typeface="Arial"/>
              </a:rPr>
              <a:t>개발 부서와의 독립성 보장 되나</a:t>
            </a:r>
            <a:r>
              <a:rPr kumimoji="1" lang="en-US" altLang="ko-KR" sz="12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sym typeface="Arial"/>
              </a:rPr>
              <a:t>, </a:t>
            </a:r>
            <a:r>
              <a:rPr kumimoji="1" lang="ko-KR" altLang="en-US" sz="12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sym typeface="Arial"/>
              </a:rPr>
              <a:t>같은 본부내 존재함</a:t>
            </a:r>
            <a:endParaRPr kumimoji="1" lang="en-US" altLang="ko-KR" sz="1200" kern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0000"/>
              </a:solidFill>
              <a:sym typeface="Arial"/>
            </a:endParaRPr>
          </a:p>
        </p:txBody>
      </p:sp>
      <p:sp>
        <p:nvSpPr>
          <p:cNvPr id="13" name="직사각형 27">
            <a:extLst>
              <a:ext uri="{FF2B5EF4-FFF2-40B4-BE49-F238E27FC236}">
                <a16:creationId xmlns:a16="http://schemas.microsoft.com/office/drawing/2014/main" id="{A9ED1684-F396-2EDE-C285-7D33833C2EB1}"/>
              </a:ext>
            </a:extLst>
          </p:cNvPr>
          <p:cNvSpPr/>
          <p:nvPr/>
        </p:nvSpPr>
        <p:spPr>
          <a:xfrm>
            <a:off x="1322614" y="4683674"/>
            <a:ext cx="4701667" cy="56261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108000" rIns="72000" bIns="108000" rtlCol="0" anchor="ctr" anchorCtr="0"/>
          <a:lstStyle/>
          <a:p>
            <a:pPr marL="171450" indent="-171450" defTabSz="91440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kumimoji="1" lang="ko-KR" altLang="en-US" sz="12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sym typeface="Arial"/>
              </a:rPr>
              <a:t>낮은 유관 법률</a:t>
            </a:r>
            <a:r>
              <a:rPr kumimoji="1" lang="en-US" altLang="ko-KR" sz="12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sym typeface="Arial"/>
              </a:rPr>
              <a:t>, </a:t>
            </a:r>
            <a:r>
              <a:rPr kumimoji="1" lang="ko-KR" altLang="en-US" sz="12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sym typeface="Arial"/>
              </a:rPr>
              <a:t>증권업에 대한 이해도 보유</a:t>
            </a:r>
          </a:p>
        </p:txBody>
      </p:sp>
      <p:sp>
        <p:nvSpPr>
          <p:cNvPr id="14" name="직사각형 28">
            <a:extLst>
              <a:ext uri="{FF2B5EF4-FFF2-40B4-BE49-F238E27FC236}">
                <a16:creationId xmlns:a16="http://schemas.microsoft.com/office/drawing/2014/main" id="{689CF028-CC8E-14AB-91A1-AC0C03862855}"/>
              </a:ext>
            </a:extLst>
          </p:cNvPr>
          <p:cNvSpPr/>
          <p:nvPr/>
        </p:nvSpPr>
        <p:spPr>
          <a:xfrm>
            <a:off x="1322614" y="5957058"/>
            <a:ext cx="4701667" cy="56261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108000" rIns="72000" bIns="108000" rtlCol="0" anchor="ctr" anchorCtr="0"/>
          <a:lstStyle/>
          <a:p>
            <a:pPr marL="171450" indent="-171450" defTabSz="91440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kumimoji="1" lang="en-US" altLang="ko-KR" sz="12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sym typeface="Arial"/>
              </a:rPr>
              <a:t>AI</a:t>
            </a:r>
            <a:r>
              <a:rPr kumimoji="1" lang="ko-KR" altLang="en-US" sz="12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sym typeface="Arial"/>
              </a:rPr>
              <a:t>사업부서와의 협업과 전문 유관 조직과의 협력이 가능</a:t>
            </a:r>
          </a:p>
        </p:txBody>
      </p:sp>
      <p:sp>
        <p:nvSpPr>
          <p:cNvPr id="15" name="사각형: 둥근 모서리 41">
            <a:extLst>
              <a:ext uri="{FF2B5EF4-FFF2-40B4-BE49-F238E27FC236}">
                <a16:creationId xmlns:a16="http://schemas.microsoft.com/office/drawing/2014/main" id="{D44D52EB-BF5A-D8DB-510E-111F8AFF1C6E}"/>
              </a:ext>
            </a:extLst>
          </p:cNvPr>
          <p:cNvSpPr/>
          <p:nvPr/>
        </p:nvSpPr>
        <p:spPr>
          <a:xfrm>
            <a:off x="1937019" y="2909445"/>
            <a:ext cx="3303344" cy="269168"/>
          </a:xfrm>
          <a:prstGeom prst="roundRect">
            <a:avLst/>
          </a:prstGeom>
          <a:solidFill>
            <a:srgbClr val="C55A11"/>
          </a:solidFill>
          <a:ln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sym typeface="Arial"/>
              </a:rPr>
              <a:t>Tech&amp;AI</a:t>
            </a:r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sym typeface="Arial"/>
              </a:rPr>
              <a:t> </a:t>
            </a:r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sym typeface="Arial"/>
              </a:rPr>
              <a:t>부문</a:t>
            </a:r>
          </a:p>
        </p:txBody>
      </p:sp>
      <p:cxnSp>
        <p:nvCxnSpPr>
          <p:cNvPr id="16" name="직선 연결선[R] 99">
            <a:extLst>
              <a:ext uri="{FF2B5EF4-FFF2-40B4-BE49-F238E27FC236}">
                <a16:creationId xmlns:a16="http://schemas.microsoft.com/office/drawing/2014/main" id="{CC565FA8-DFD7-26B7-9DD3-9F07D3FF854D}"/>
              </a:ext>
            </a:extLst>
          </p:cNvPr>
          <p:cNvCxnSpPr>
            <a:cxnSpLocks/>
          </p:cNvCxnSpPr>
          <p:nvPr/>
        </p:nvCxnSpPr>
        <p:spPr>
          <a:xfrm>
            <a:off x="3588690" y="3178613"/>
            <a:ext cx="0" cy="13022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사각형: 둥근 모서리 43">
            <a:extLst>
              <a:ext uri="{FF2B5EF4-FFF2-40B4-BE49-F238E27FC236}">
                <a16:creationId xmlns:a16="http://schemas.microsoft.com/office/drawing/2014/main" id="{52B0B36A-457F-E5BF-00DA-9647073D4998}"/>
              </a:ext>
            </a:extLst>
          </p:cNvPr>
          <p:cNvSpPr/>
          <p:nvPr/>
        </p:nvSpPr>
        <p:spPr>
          <a:xfrm>
            <a:off x="1937019" y="3738053"/>
            <a:ext cx="1642111" cy="26916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AX</a:t>
            </a:r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팀</a:t>
            </a:r>
            <a:endParaRPr lang="en-US" altLang="ko-KR" sz="12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</p:txBody>
      </p:sp>
      <p:sp>
        <p:nvSpPr>
          <p:cNvPr id="18" name="사각형: 둥근 모서리 44">
            <a:extLst>
              <a:ext uri="{FF2B5EF4-FFF2-40B4-BE49-F238E27FC236}">
                <a16:creationId xmlns:a16="http://schemas.microsoft.com/office/drawing/2014/main" id="{9DB6D1F1-183A-B741-DBA0-66657743B298}"/>
              </a:ext>
            </a:extLst>
          </p:cNvPr>
          <p:cNvSpPr/>
          <p:nvPr/>
        </p:nvSpPr>
        <p:spPr>
          <a:xfrm>
            <a:off x="1937019" y="3279024"/>
            <a:ext cx="3303344" cy="269168"/>
          </a:xfrm>
          <a:prstGeom prst="roundRect">
            <a:avLst/>
          </a:prstGeom>
          <a:solidFill>
            <a:srgbClr val="F0AF6B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솔루션본부</a:t>
            </a:r>
          </a:p>
        </p:txBody>
      </p:sp>
      <p:sp>
        <p:nvSpPr>
          <p:cNvPr id="19" name="사각형: 둥근 모서리 45">
            <a:extLst>
              <a:ext uri="{FF2B5EF4-FFF2-40B4-BE49-F238E27FC236}">
                <a16:creationId xmlns:a16="http://schemas.microsoft.com/office/drawing/2014/main" id="{028FEC49-14F2-347B-A50C-B1012029872F}"/>
              </a:ext>
            </a:extLst>
          </p:cNvPr>
          <p:cNvSpPr/>
          <p:nvPr/>
        </p:nvSpPr>
        <p:spPr>
          <a:xfrm>
            <a:off x="3661327" y="3738053"/>
            <a:ext cx="1579036" cy="269168"/>
          </a:xfrm>
          <a:prstGeom prst="roundRect">
            <a:avLst/>
          </a:prstGeom>
          <a:solidFill>
            <a:srgbClr val="00B0F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  <a:sym typeface="Arial"/>
              </a:rPr>
              <a:t>AI Gov.</a:t>
            </a:r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  <a:sym typeface="Arial"/>
              </a:rPr>
              <a:t>부서</a:t>
            </a:r>
          </a:p>
        </p:txBody>
      </p:sp>
      <p:sp>
        <p:nvSpPr>
          <p:cNvPr id="20" name="사각형: 둥근 모서리 1">
            <a:extLst>
              <a:ext uri="{FF2B5EF4-FFF2-40B4-BE49-F238E27FC236}">
                <a16:creationId xmlns:a16="http://schemas.microsoft.com/office/drawing/2014/main" id="{2416363B-1044-EE6E-F1D9-607E1C895600}"/>
              </a:ext>
            </a:extLst>
          </p:cNvPr>
          <p:cNvSpPr/>
          <p:nvPr/>
        </p:nvSpPr>
        <p:spPr>
          <a:xfrm rot="1843658" flipH="1">
            <a:off x="4909370" y="3657125"/>
            <a:ext cx="500507" cy="144000"/>
          </a:xfrm>
          <a:prstGeom prst="round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defTabSz="977172">
              <a:defRPr/>
            </a:pPr>
            <a:r>
              <a:rPr lang="ko-KR" altLang="en-US" sz="7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sym typeface="Arial"/>
              </a:rPr>
              <a:t>신설</a:t>
            </a:r>
          </a:p>
        </p:txBody>
      </p:sp>
      <p:cxnSp>
        <p:nvCxnSpPr>
          <p:cNvPr id="21" name="연결선: 꺾임 47">
            <a:extLst>
              <a:ext uri="{FF2B5EF4-FFF2-40B4-BE49-F238E27FC236}">
                <a16:creationId xmlns:a16="http://schemas.microsoft.com/office/drawing/2014/main" id="{C62FA057-3C62-01CD-E2A8-4C74C9E6DE7E}"/>
              </a:ext>
            </a:extLst>
          </p:cNvPr>
          <p:cNvCxnSpPr/>
          <p:nvPr/>
        </p:nvCxnSpPr>
        <p:spPr>
          <a:xfrm rot="5400000">
            <a:off x="3108270" y="3227814"/>
            <a:ext cx="130227" cy="830616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연결선: 꺾임 48">
            <a:extLst>
              <a:ext uri="{FF2B5EF4-FFF2-40B4-BE49-F238E27FC236}">
                <a16:creationId xmlns:a16="http://schemas.microsoft.com/office/drawing/2014/main" id="{FCC22141-74E2-CD13-5579-AF8857AD598A}"/>
              </a:ext>
            </a:extLst>
          </p:cNvPr>
          <p:cNvCxnSpPr>
            <a:cxnSpLocks/>
          </p:cNvCxnSpPr>
          <p:nvPr/>
        </p:nvCxnSpPr>
        <p:spPr>
          <a:xfrm rot="16200000" flipH="1">
            <a:off x="3954655" y="3212044"/>
            <a:ext cx="130227" cy="862155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직사각형 4">
            <a:extLst>
              <a:ext uri="{FF2B5EF4-FFF2-40B4-BE49-F238E27FC236}">
                <a16:creationId xmlns:a16="http://schemas.microsoft.com/office/drawing/2014/main" id="{621D753B-DADA-E9F1-E328-EB98BE274FBB}"/>
              </a:ext>
            </a:extLst>
          </p:cNvPr>
          <p:cNvSpPr/>
          <p:nvPr/>
        </p:nvSpPr>
        <p:spPr>
          <a:xfrm>
            <a:off x="329130" y="2636838"/>
            <a:ext cx="849241" cy="197646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  <a:sym typeface="Arial"/>
              </a:rPr>
              <a:t>구성방안</a:t>
            </a:r>
          </a:p>
        </p:txBody>
      </p:sp>
      <p:sp>
        <p:nvSpPr>
          <p:cNvPr id="36" name="직사각형 6">
            <a:extLst>
              <a:ext uri="{FF2B5EF4-FFF2-40B4-BE49-F238E27FC236}">
                <a16:creationId xmlns:a16="http://schemas.microsoft.com/office/drawing/2014/main" id="{E9A63BE0-DA4D-E83E-C703-63A90DC15D81}"/>
              </a:ext>
            </a:extLst>
          </p:cNvPr>
          <p:cNvSpPr/>
          <p:nvPr/>
        </p:nvSpPr>
        <p:spPr>
          <a:xfrm>
            <a:off x="702773" y="5320368"/>
            <a:ext cx="475595" cy="562613"/>
          </a:xfrm>
          <a:prstGeom prst="rect">
            <a:avLst/>
          </a:prstGeom>
          <a:solidFill>
            <a:srgbClr val="7F7F7F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sym typeface="Arial"/>
              </a:rPr>
              <a:t>독립성</a:t>
            </a:r>
          </a:p>
        </p:txBody>
      </p:sp>
      <p:sp>
        <p:nvSpPr>
          <p:cNvPr id="37" name="직사각형 7">
            <a:extLst>
              <a:ext uri="{FF2B5EF4-FFF2-40B4-BE49-F238E27FC236}">
                <a16:creationId xmlns:a16="http://schemas.microsoft.com/office/drawing/2014/main" id="{23B1BD1D-469A-BFAE-05BF-EFB4BF6B802E}"/>
              </a:ext>
            </a:extLst>
          </p:cNvPr>
          <p:cNvSpPr/>
          <p:nvPr/>
        </p:nvSpPr>
        <p:spPr>
          <a:xfrm>
            <a:off x="702728" y="4683675"/>
            <a:ext cx="475595" cy="562613"/>
          </a:xfrm>
          <a:prstGeom prst="rect">
            <a:avLst/>
          </a:prstGeom>
          <a:solidFill>
            <a:srgbClr val="7F7F7F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sym typeface="Arial"/>
              </a:rPr>
              <a:t>전문성</a:t>
            </a:r>
          </a:p>
        </p:txBody>
      </p:sp>
      <p:sp>
        <p:nvSpPr>
          <p:cNvPr id="38" name="직사각형 8">
            <a:extLst>
              <a:ext uri="{FF2B5EF4-FFF2-40B4-BE49-F238E27FC236}">
                <a16:creationId xmlns:a16="http://schemas.microsoft.com/office/drawing/2014/main" id="{D8048554-42F3-269B-B034-4F5C49F77234}"/>
              </a:ext>
            </a:extLst>
          </p:cNvPr>
          <p:cNvSpPr/>
          <p:nvPr/>
        </p:nvSpPr>
        <p:spPr>
          <a:xfrm>
            <a:off x="702773" y="5957061"/>
            <a:ext cx="475595" cy="562613"/>
          </a:xfrm>
          <a:prstGeom prst="rect">
            <a:avLst/>
          </a:prstGeom>
          <a:solidFill>
            <a:srgbClr val="7F7F7F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sym typeface="Arial"/>
              </a:rPr>
              <a:t>협업 가능성</a:t>
            </a:r>
          </a:p>
        </p:txBody>
      </p:sp>
      <p:sp>
        <p:nvSpPr>
          <p:cNvPr id="39" name="사각형: 둥근 모서리 20">
            <a:extLst>
              <a:ext uri="{FF2B5EF4-FFF2-40B4-BE49-F238E27FC236}">
                <a16:creationId xmlns:a16="http://schemas.microsoft.com/office/drawing/2014/main" id="{957BE180-0858-199E-3606-A8BB6B344A75}"/>
              </a:ext>
            </a:extLst>
          </p:cNvPr>
          <p:cNvSpPr/>
          <p:nvPr/>
        </p:nvSpPr>
        <p:spPr>
          <a:xfrm>
            <a:off x="333406" y="4683676"/>
            <a:ext cx="334053" cy="1835999"/>
          </a:xfrm>
          <a:prstGeom prst="roundRect">
            <a:avLst>
              <a:gd name="adj" fmla="val 0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필수 요소</a:t>
            </a:r>
            <a:endParaRPr lang="en" altLang="ko-KR" sz="1200" b="1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cxnSp>
        <p:nvCxnSpPr>
          <p:cNvPr id="44" name="직선 연결선 19">
            <a:extLst>
              <a:ext uri="{FF2B5EF4-FFF2-40B4-BE49-F238E27FC236}">
                <a16:creationId xmlns:a16="http://schemas.microsoft.com/office/drawing/2014/main" id="{E902571B-054D-2FFF-C79D-7C5FFA9266CB}"/>
              </a:ext>
            </a:extLst>
          </p:cNvPr>
          <p:cNvCxnSpPr>
            <a:cxnSpLocks/>
          </p:cNvCxnSpPr>
          <p:nvPr/>
        </p:nvCxnSpPr>
        <p:spPr>
          <a:xfrm>
            <a:off x="10756657" y="3245121"/>
            <a:ext cx="0" cy="390647"/>
          </a:xfrm>
          <a:prstGeom prst="line">
            <a:avLst/>
          </a:prstGeom>
          <a:ln w="12700" cap="sq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sp>
        <p:nvSpPr>
          <p:cNvPr id="45" name="Freeform 14">
            <a:extLst>
              <a:ext uri="{FF2B5EF4-FFF2-40B4-BE49-F238E27FC236}">
                <a16:creationId xmlns:a16="http://schemas.microsoft.com/office/drawing/2014/main" id="{6CE2B13D-C25E-A9E2-3DD1-EE6C85BE62F5}"/>
              </a:ext>
            </a:extLst>
          </p:cNvPr>
          <p:cNvSpPr>
            <a:spLocks/>
          </p:cNvSpPr>
          <p:nvPr/>
        </p:nvSpPr>
        <p:spPr bwMode="auto">
          <a:xfrm>
            <a:off x="7506380" y="2935788"/>
            <a:ext cx="1452990" cy="647010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5822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pPr algn="ctr" defTabSz="977172"/>
            <a:r>
              <a:rPr kumimoji="1" lang="en-US" altLang="ko-KR" sz="105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AI</a:t>
            </a:r>
            <a:r>
              <a:rPr kumimoji="1" lang="ko-KR" altLang="en-US" sz="105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거버넌스 협의체</a:t>
            </a:r>
          </a:p>
        </p:txBody>
      </p:sp>
      <p:cxnSp>
        <p:nvCxnSpPr>
          <p:cNvPr id="46" name="직선 연결선 21">
            <a:extLst>
              <a:ext uri="{FF2B5EF4-FFF2-40B4-BE49-F238E27FC236}">
                <a16:creationId xmlns:a16="http://schemas.microsoft.com/office/drawing/2014/main" id="{327F8526-CF8D-ABA9-EC65-C60B266CADA3}"/>
              </a:ext>
            </a:extLst>
          </p:cNvPr>
          <p:cNvCxnSpPr>
            <a:cxnSpLocks/>
            <a:stCxn id="45" idx="3"/>
          </p:cNvCxnSpPr>
          <p:nvPr/>
        </p:nvCxnSpPr>
        <p:spPr>
          <a:xfrm flipV="1">
            <a:off x="8959370" y="3248501"/>
            <a:ext cx="1788660" cy="10792"/>
          </a:xfrm>
          <a:prstGeom prst="line">
            <a:avLst/>
          </a:prstGeom>
          <a:ln w="12700" cap="sq">
            <a:solidFill>
              <a:schemeClr val="tx1"/>
            </a:solidFill>
            <a:prstDash val="solid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sp>
        <p:nvSpPr>
          <p:cNvPr id="49" name="직사각형 4">
            <a:extLst>
              <a:ext uri="{FF2B5EF4-FFF2-40B4-BE49-F238E27FC236}">
                <a16:creationId xmlns:a16="http://schemas.microsoft.com/office/drawing/2014/main" id="{B5DBAF0D-EC2E-CF82-DB36-395E87CB6532}"/>
              </a:ext>
            </a:extLst>
          </p:cNvPr>
          <p:cNvSpPr/>
          <p:nvPr/>
        </p:nvSpPr>
        <p:spPr>
          <a:xfrm>
            <a:off x="6212364" y="2636838"/>
            <a:ext cx="849241" cy="297127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  <a:sym typeface="Arial"/>
              </a:rPr>
              <a:t>조직 內</a:t>
            </a:r>
          </a:p>
          <a:p>
            <a:pPr algn="ctr"/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  <a:sym typeface="Arial"/>
              </a:rPr>
              <a:t>위치</a:t>
            </a:r>
          </a:p>
        </p:txBody>
      </p:sp>
      <p:sp>
        <p:nvSpPr>
          <p:cNvPr id="76" name="직사각형 13">
            <a:extLst>
              <a:ext uri="{FF2B5EF4-FFF2-40B4-BE49-F238E27FC236}">
                <a16:creationId xmlns:a16="http://schemas.microsoft.com/office/drawing/2014/main" id="{2CC2CB24-E2B0-D2FA-E8AF-C4F2B5D9499F}"/>
              </a:ext>
            </a:extLst>
          </p:cNvPr>
          <p:cNvSpPr/>
          <p:nvPr/>
        </p:nvSpPr>
        <p:spPr>
          <a:xfrm>
            <a:off x="6490621" y="2232949"/>
            <a:ext cx="5300973" cy="25932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D7D31"/>
                </a:solidFill>
                <a:latin typeface="+mn-ea"/>
              </a:rPr>
              <a:t>유관부서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D7D31"/>
                </a:solidFill>
                <a:latin typeface="+mn-ea"/>
              </a:rPr>
              <a:t> 內 다자간 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D7D31"/>
                </a:solidFill>
                <a:latin typeface="+mn-ea"/>
              </a:rPr>
              <a:t>AI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D7D31"/>
                </a:solidFill>
                <a:latin typeface="+mn-ea"/>
              </a:rPr>
              <a:t>거버넌스 협의체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D7D31"/>
                </a:solidFill>
                <a:latin typeface="+mn-ea"/>
              </a:rPr>
              <a:t> 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D7D31"/>
                </a:solidFill>
                <a:latin typeface="+mn-ea"/>
              </a:rPr>
              <a:t>구성을 권고함</a:t>
            </a:r>
          </a:p>
        </p:txBody>
      </p:sp>
      <p:sp>
        <p:nvSpPr>
          <p:cNvPr id="79" name="Google Shape;134;p5">
            <a:extLst>
              <a:ext uri="{FF2B5EF4-FFF2-40B4-BE49-F238E27FC236}">
                <a16:creationId xmlns:a16="http://schemas.microsoft.com/office/drawing/2014/main" id="{1E447878-CE61-8ADE-B146-B0867D529571}"/>
              </a:ext>
            </a:extLst>
          </p:cNvPr>
          <p:cNvSpPr/>
          <p:nvPr/>
        </p:nvSpPr>
        <p:spPr>
          <a:xfrm>
            <a:off x="7599277" y="3689249"/>
            <a:ext cx="1267196" cy="157889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Tech &amp; AI</a:t>
            </a:r>
            <a:r>
              <a:rPr kumimoji="1" lang="ko-KR" altLang="en-US" sz="900" kern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부문장</a:t>
            </a:r>
            <a:r>
              <a:rPr kumimoji="1" lang="ko-KR" altLang="en-US" sz="9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 </a:t>
            </a:r>
            <a:r>
              <a:rPr kumimoji="1" lang="ko-KR" altLang="en-US" sz="800" b="1" kern="0" baseline="300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협의체장</a:t>
            </a:r>
            <a:endParaRPr kumimoji="1" lang="ko-KR" altLang="en-US" sz="800" b="1" kern="0" baseline="3000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+mn-ea"/>
              <a:sym typeface="Arial"/>
            </a:endParaRPr>
          </a:p>
        </p:txBody>
      </p:sp>
      <p:sp>
        <p:nvSpPr>
          <p:cNvPr id="80" name="Google Shape;134;p5">
            <a:extLst>
              <a:ext uri="{FF2B5EF4-FFF2-40B4-BE49-F238E27FC236}">
                <a16:creationId xmlns:a16="http://schemas.microsoft.com/office/drawing/2014/main" id="{A0D47DF7-7E5F-C733-72FE-E85050B8875D}"/>
              </a:ext>
            </a:extLst>
          </p:cNvPr>
          <p:cNvSpPr/>
          <p:nvPr/>
        </p:nvSpPr>
        <p:spPr>
          <a:xfrm>
            <a:off x="7599277" y="4617045"/>
            <a:ext cx="1267196" cy="157889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금융소비자보호본부장</a:t>
            </a:r>
          </a:p>
        </p:txBody>
      </p:sp>
      <p:sp>
        <p:nvSpPr>
          <p:cNvPr id="81" name="Google Shape;134;p5">
            <a:extLst>
              <a:ext uri="{FF2B5EF4-FFF2-40B4-BE49-F238E27FC236}">
                <a16:creationId xmlns:a16="http://schemas.microsoft.com/office/drawing/2014/main" id="{6568969F-D0CA-21F5-A13D-745571F29E2E}"/>
              </a:ext>
            </a:extLst>
          </p:cNvPr>
          <p:cNvSpPr/>
          <p:nvPr/>
        </p:nvSpPr>
        <p:spPr>
          <a:xfrm>
            <a:off x="7599277" y="4153147"/>
            <a:ext cx="1267196" cy="157889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정보보호본부장</a:t>
            </a:r>
          </a:p>
        </p:txBody>
      </p:sp>
      <p:sp>
        <p:nvSpPr>
          <p:cNvPr id="82" name="Google Shape;134;p5">
            <a:extLst>
              <a:ext uri="{FF2B5EF4-FFF2-40B4-BE49-F238E27FC236}">
                <a16:creationId xmlns:a16="http://schemas.microsoft.com/office/drawing/2014/main" id="{AC008F56-34E9-7470-1F87-BF8120CF5095}"/>
              </a:ext>
            </a:extLst>
          </p:cNvPr>
          <p:cNvSpPr/>
          <p:nvPr/>
        </p:nvSpPr>
        <p:spPr>
          <a:xfrm>
            <a:off x="7599277" y="3921198"/>
            <a:ext cx="1267196" cy="157889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AI</a:t>
            </a:r>
            <a:r>
              <a:rPr kumimoji="1" lang="ko-KR" altLang="en-US" sz="9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솔루션본부장</a:t>
            </a:r>
          </a:p>
        </p:txBody>
      </p:sp>
      <p:sp>
        <p:nvSpPr>
          <p:cNvPr id="83" name="Google Shape;134;p5">
            <a:extLst>
              <a:ext uri="{FF2B5EF4-FFF2-40B4-BE49-F238E27FC236}">
                <a16:creationId xmlns:a16="http://schemas.microsoft.com/office/drawing/2014/main" id="{1EA5CCD7-D9FF-FBA0-26F2-65C49729D27F}"/>
              </a:ext>
            </a:extLst>
          </p:cNvPr>
          <p:cNvSpPr/>
          <p:nvPr/>
        </p:nvSpPr>
        <p:spPr>
          <a:xfrm>
            <a:off x="7599277" y="4848994"/>
            <a:ext cx="1267196" cy="157889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경영혁신본부장</a:t>
            </a:r>
          </a:p>
        </p:txBody>
      </p:sp>
      <p:sp>
        <p:nvSpPr>
          <p:cNvPr id="84" name="Google Shape;134;p5">
            <a:extLst>
              <a:ext uri="{FF2B5EF4-FFF2-40B4-BE49-F238E27FC236}">
                <a16:creationId xmlns:a16="http://schemas.microsoft.com/office/drawing/2014/main" id="{5C78DD97-2923-FCED-1A61-5966FF7B7CC3}"/>
              </a:ext>
            </a:extLst>
          </p:cNvPr>
          <p:cNvSpPr/>
          <p:nvPr/>
        </p:nvSpPr>
        <p:spPr>
          <a:xfrm>
            <a:off x="7599277" y="4385096"/>
            <a:ext cx="1267196" cy="157889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컴플라이언스본부장</a:t>
            </a:r>
            <a:endParaRPr kumimoji="1" lang="ko-KR" altLang="en-US" sz="900" kern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+mn-ea"/>
              <a:sym typeface="Arial"/>
            </a:endParaRPr>
          </a:p>
        </p:txBody>
      </p:sp>
      <p:sp>
        <p:nvSpPr>
          <p:cNvPr id="85" name="Google Shape;134;p5">
            <a:extLst>
              <a:ext uri="{FF2B5EF4-FFF2-40B4-BE49-F238E27FC236}">
                <a16:creationId xmlns:a16="http://schemas.microsoft.com/office/drawing/2014/main" id="{6607A20E-21B8-FF9F-B7D7-AD71137FD051}"/>
              </a:ext>
            </a:extLst>
          </p:cNvPr>
          <p:cNvSpPr/>
          <p:nvPr/>
        </p:nvSpPr>
        <p:spPr>
          <a:xfrm>
            <a:off x="7599277" y="5080942"/>
            <a:ext cx="1267196" cy="157889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디지털플랫폼본부장</a:t>
            </a:r>
            <a:endParaRPr kumimoji="1" lang="ko-KR" altLang="en-US" sz="900" kern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+mn-ea"/>
              <a:sym typeface="Arial"/>
            </a:endParaRPr>
          </a:p>
        </p:txBody>
      </p:sp>
      <p:sp>
        <p:nvSpPr>
          <p:cNvPr id="88" name="직사각형 4">
            <a:extLst>
              <a:ext uri="{FF2B5EF4-FFF2-40B4-BE49-F238E27FC236}">
                <a16:creationId xmlns:a16="http://schemas.microsoft.com/office/drawing/2014/main" id="{ECB883E3-DB98-199E-CB01-27048E8D64CA}"/>
              </a:ext>
            </a:extLst>
          </p:cNvPr>
          <p:cNvSpPr/>
          <p:nvPr/>
        </p:nvSpPr>
        <p:spPr>
          <a:xfrm>
            <a:off x="6212364" y="5678793"/>
            <a:ext cx="849241" cy="84583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  <a:sym typeface="Arial"/>
              </a:rPr>
              <a:t>운영 원칙</a:t>
            </a:r>
          </a:p>
        </p:txBody>
      </p:sp>
      <p:sp>
        <p:nvSpPr>
          <p:cNvPr id="89" name="직사각형 28">
            <a:extLst>
              <a:ext uri="{FF2B5EF4-FFF2-40B4-BE49-F238E27FC236}">
                <a16:creationId xmlns:a16="http://schemas.microsoft.com/office/drawing/2014/main" id="{C929798E-5EC7-B167-824B-CDB508BB7998}"/>
              </a:ext>
            </a:extLst>
          </p:cNvPr>
          <p:cNvSpPr/>
          <p:nvPr/>
        </p:nvSpPr>
        <p:spPr>
          <a:xfrm>
            <a:off x="7200194" y="5673840"/>
            <a:ext cx="4701667" cy="845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108000" rIns="72000" bIns="108000" rtlCol="0" anchor="ctr" anchorCtr="0"/>
          <a:lstStyle/>
          <a:p>
            <a:pPr marL="171450" indent="-171450" defTabSz="91440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kumimoji="1" lang="en-US" altLang="ko-KR" sz="12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sym typeface="Arial"/>
              </a:rPr>
              <a:t>AI </a:t>
            </a:r>
            <a:r>
              <a:rPr kumimoji="1" lang="ko-KR" altLang="en-US" sz="12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sym typeface="Arial"/>
              </a:rPr>
              <a:t>관련 부서의 장을 협의체장으로 지정 사안에 따라 협의원을 조정하여 운영 가능 </a:t>
            </a:r>
            <a:endParaRPr kumimoji="1" lang="en-US" altLang="ko-KR" sz="1200" kern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0000"/>
              </a:solidFill>
              <a:sym typeface="Arial"/>
            </a:endParaRPr>
          </a:p>
          <a:p>
            <a:pPr marL="171450" indent="-171450" defTabSz="91440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kumimoji="1" lang="ko-KR" altLang="en-US" sz="12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sym typeface="Arial"/>
              </a:rPr>
              <a:t>협의체장</a:t>
            </a:r>
            <a:r>
              <a:rPr kumimoji="1" lang="en-US" altLang="ko-KR" sz="12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sym typeface="Arial"/>
              </a:rPr>
              <a:t>,</a:t>
            </a:r>
            <a:r>
              <a:rPr kumimoji="1" lang="ko-KR" altLang="en-US" sz="12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sym typeface="Arial"/>
              </a:rPr>
              <a:t> </a:t>
            </a:r>
            <a:r>
              <a:rPr kumimoji="1" lang="ko-KR" altLang="en-US" sz="1200" kern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sym typeface="Arial"/>
              </a:rPr>
              <a:t>협의원</a:t>
            </a:r>
            <a:r>
              <a:rPr kumimoji="1" lang="en-US" altLang="ko-KR" sz="12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sym typeface="Arial"/>
              </a:rPr>
              <a:t>, </a:t>
            </a:r>
            <a:r>
              <a:rPr kumimoji="1" lang="ko-KR" altLang="en-US" sz="12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sym typeface="Arial"/>
              </a:rPr>
              <a:t>관련 유관 부서의 요청에 따라 수시 개최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7F139B9-C611-E89C-B0F9-1E3E24028B73}"/>
              </a:ext>
            </a:extLst>
          </p:cNvPr>
          <p:cNvSpPr txBox="1"/>
          <p:nvPr/>
        </p:nvSpPr>
        <p:spPr>
          <a:xfrm>
            <a:off x="9142694" y="3440966"/>
            <a:ext cx="93337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ko-KR" sz="10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</a:rPr>
              <a:t>간사</a:t>
            </a:r>
            <a:r>
              <a:rPr kumimoji="1" lang="en-US" altLang="ko-KR" sz="10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</a:rPr>
              <a:t>: AI</a:t>
            </a:r>
            <a:r>
              <a:rPr kumimoji="1" lang="ko-KR" altLang="ko-KR" sz="10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</a:rPr>
              <a:t>거버넌스</a:t>
            </a:r>
            <a:br>
              <a:rPr kumimoji="1" lang="en-US" altLang="ko-KR" sz="10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</a:rPr>
            </a:br>
            <a:r>
              <a:rPr kumimoji="1" lang="ko-KR" altLang="ko-KR" sz="10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</a:rPr>
              <a:t>담당자의 장</a:t>
            </a:r>
            <a:endParaRPr kumimoji="1" lang="ko-KR" altLang="en-US" sz="1000" kern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0000"/>
              </a:solidFill>
            </a:endParaRPr>
          </a:p>
        </p:txBody>
      </p:sp>
      <p:sp>
        <p:nvSpPr>
          <p:cNvPr id="43" name="사각형: 둥근 모서리 18">
            <a:extLst>
              <a:ext uri="{FF2B5EF4-FFF2-40B4-BE49-F238E27FC236}">
                <a16:creationId xmlns:a16="http://schemas.microsoft.com/office/drawing/2014/main" id="{B747F992-D4AE-26E5-6DC8-82A345CDE486}"/>
              </a:ext>
            </a:extLst>
          </p:cNvPr>
          <p:cNvSpPr/>
          <p:nvPr/>
        </p:nvSpPr>
        <p:spPr>
          <a:xfrm>
            <a:off x="9926876" y="3454617"/>
            <a:ext cx="1642310" cy="378970"/>
          </a:xfrm>
          <a:prstGeom prst="roundRect">
            <a:avLst>
              <a:gd name="adj" fmla="val 15960"/>
            </a:avLst>
          </a:prstGeom>
          <a:solidFill>
            <a:srgbClr val="00B0F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1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AI</a:t>
            </a:r>
            <a:r>
              <a:rPr lang="ko-KR" altLang="en-US" sz="11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거버넌스 </a:t>
            </a:r>
            <a:r>
              <a:rPr lang="en-US" altLang="ko-KR" sz="11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(</a:t>
            </a:r>
            <a:r>
              <a:rPr lang="ko-KR" altLang="en-US" sz="11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전담</a:t>
            </a:r>
            <a:r>
              <a:rPr lang="en-US" altLang="ko-KR" sz="11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)</a:t>
            </a:r>
            <a:r>
              <a:rPr lang="ko-KR" altLang="en-US" sz="11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부서</a:t>
            </a:r>
          </a:p>
        </p:txBody>
      </p:sp>
      <p:sp>
        <p:nvSpPr>
          <p:cNvPr id="8" name="Google Shape;134;p5">
            <a:extLst>
              <a:ext uri="{FF2B5EF4-FFF2-40B4-BE49-F238E27FC236}">
                <a16:creationId xmlns:a16="http://schemas.microsoft.com/office/drawing/2014/main" id="{F0D52772-7D4A-D743-7BF5-46A4D483BD86}"/>
              </a:ext>
            </a:extLst>
          </p:cNvPr>
          <p:cNvSpPr/>
          <p:nvPr/>
        </p:nvSpPr>
        <p:spPr>
          <a:xfrm>
            <a:off x="7599277" y="5324095"/>
            <a:ext cx="1267196" cy="157889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IT</a:t>
            </a:r>
            <a:r>
              <a:rPr kumimoji="1" lang="ko-KR" altLang="en-US" sz="9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sym typeface="Arial"/>
              </a:rPr>
              <a:t>인프라본부장</a:t>
            </a:r>
          </a:p>
        </p:txBody>
      </p:sp>
    </p:spTree>
    <p:extLst>
      <p:ext uri="{BB962C8B-B14F-4D97-AF65-F5344CB8AC3E}">
        <p14:creationId xmlns:p14="http://schemas.microsoft.com/office/powerpoint/2010/main" val="7210402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C1C42B1-C1B9-DD28-82CE-1AE6C357A44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III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．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AI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거버넌스 프레임워크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35A8EDD-4C77-A448-F1BC-2092D0CE297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[Back-up] AI</a:t>
            </a:r>
            <a:r>
              <a:rPr lang="ko-KR" altLang="en-US"/>
              <a:t>거버넌스 유관 부서별 수행 상세 업무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856E3CE-E54B-C7D4-6A1A-0533E460E3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AI</a:t>
            </a:r>
            <a:r>
              <a:rPr lang="ko-KR" altLang="en-US"/>
              <a:t>업무 관련 전문성을 확보하고</a:t>
            </a:r>
            <a:r>
              <a:rPr lang="en-US" altLang="ko-KR"/>
              <a:t> </a:t>
            </a:r>
            <a:r>
              <a:rPr lang="ko-KR" altLang="en-US"/>
              <a:t>조직 전반에 책임감 있는 </a:t>
            </a:r>
            <a:r>
              <a:rPr lang="en-US" altLang="ko-KR"/>
              <a:t>AI</a:t>
            </a:r>
            <a:r>
              <a:rPr lang="ko-KR" altLang="en-US"/>
              <a:t>관리 역량 강화를 수행 가능하도록 담당 팀</a:t>
            </a:r>
            <a:r>
              <a:rPr lang="en-US" altLang="ko-KR"/>
              <a:t>(</a:t>
            </a:r>
            <a:r>
              <a:rPr lang="ko-KR" altLang="en-US"/>
              <a:t>자</a:t>
            </a:r>
            <a:r>
              <a:rPr lang="en-US" altLang="ko-KR"/>
              <a:t>) </a:t>
            </a:r>
            <a:r>
              <a:rPr lang="ko-KR" altLang="en-US"/>
              <a:t>지정이 필요함</a:t>
            </a:r>
          </a:p>
        </p:txBody>
      </p:sp>
      <p:sp>
        <p:nvSpPr>
          <p:cNvPr id="5" name="사각형: 둥근 모서리 20">
            <a:extLst>
              <a:ext uri="{FF2B5EF4-FFF2-40B4-BE49-F238E27FC236}">
                <a16:creationId xmlns:a16="http://schemas.microsoft.com/office/drawing/2014/main" id="{1D6B98BD-A56B-BD11-8478-1E384A4153D4}"/>
              </a:ext>
            </a:extLst>
          </p:cNvPr>
          <p:cNvSpPr/>
          <p:nvPr/>
        </p:nvSpPr>
        <p:spPr>
          <a:xfrm>
            <a:off x="2027238" y="1341438"/>
            <a:ext cx="7104019" cy="319757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수행 상세 업무</a:t>
            </a:r>
            <a:endParaRPr lang="en" altLang="ko-KR" sz="14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lt1"/>
              </a:solidFill>
              <a:latin typeface="+mn-ea"/>
            </a:endParaRPr>
          </a:p>
        </p:txBody>
      </p:sp>
      <p:sp>
        <p:nvSpPr>
          <p:cNvPr id="6" name="사각형: 둥근 모서리 20">
            <a:extLst>
              <a:ext uri="{FF2B5EF4-FFF2-40B4-BE49-F238E27FC236}">
                <a16:creationId xmlns:a16="http://schemas.microsoft.com/office/drawing/2014/main" id="{15FE776A-912E-1C14-8929-2FAB3A0AA605}"/>
              </a:ext>
            </a:extLst>
          </p:cNvPr>
          <p:cNvSpPr/>
          <p:nvPr/>
        </p:nvSpPr>
        <p:spPr>
          <a:xfrm>
            <a:off x="334964" y="1341438"/>
            <a:ext cx="1584324" cy="319757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구분</a:t>
            </a:r>
            <a:endParaRPr lang="en" altLang="ko-KR" sz="14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lt1"/>
              </a:solidFill>
              <a:latin typeface="+mn-ea"/>
            </a:endParaRPr>
          </a:p>
        </p:txBody>
      </p:sp>
      <p:sp>
        <p:nvSpPr>
          <p:cNvPr id="7" name="사각형: 둥근 모서리 20">
            <a:extLst>
              <a:ext uri="{FF2B5EF4-FFF2-40B4-BE49-F238E27FC236}">
                <a16:creationId xmlns:a16="http://schemas.microsoft.com/office/drawing/2014/main" id="{B7ECEA4B-5E40-F5E2-7848-7B5A86FDA0A0}"/>
              </a:ext>
            </a:extLst>
          </p:cNvPr>
          <p:cNvSpPr/>
          <p:nvPr/>
        </p:nvSpPr>
        <p:spPr>
          <a:xfrm>
            <a:off x="9239208" y="1341438"/>
            <a:ext cx="2652758" cy="319757"/>
          </a:xfrm>
          <a:prstGeom prst="roundRect">
            <a:avLst>
              <a:gd name="adj" fmla="val 0"/>
            </a:avLst>
          </a:prstGeom>
          <a:solidFill>
            <a:srgbClr val="043B7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미래에셋증권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 </a:t>
            </a:r>
            <a:r>
              <a:rPr lang="ko-KR" altLang="en-US" sz="1400" b="1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담당팀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(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자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)</a:t>
            </a:r>
            <a:endParaRPr lang="en" altLang="ko-KR" sz="14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lt1"/>
              </a:solidFill>
              <a:latin typeface="+mn-ea"/>
            </a:endParaRPr>
          </a:p>
        </p:txBody>
      </p:sp>
      <p:sp>
        <p:nvSpPr>
          <p:cNvPr id="8" name="Google Shape;134;p5">
            <a:extLst>
              <a:ext uri="{FF2B5EF4-FFF2-40B4-BE49-F238E27FC236}">
                <a16:creationId xmlns:a16="http://schemas.microsoft.com/office/drawing/2014/main" id="{468A6DFB-2DF4-8524-5373-5D2D7FA26D92}"/>
              </a:ext>
            </a:extLst>
          </p:cNvPr>
          <p:cNvSpPr/>
          <p:nvPr/>
        </p:nvSpPr>
        <p:spPr>
          <a:xfrm>
            <a:off x="9239207" y="1783449"/>
            <a:ext cx="2652758" cy="836247"/>
          </a:xfrm>
          <a:prstGeom prst="roundRect">
            <a:avLst/>
          </a:prstGeom>
          <a:pattFill prst="dkUp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AX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팀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(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홍길동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, 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임꺽정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)</a:t>
            </a:r>
            <a:endParaRPr lang="ko-KR" altLang="en-US" sz="120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</p:txBody>
      </p:sp>
      <p:sp>
        <p:nvSpPr>
          <p:cNvPr id="9" name="Google Shape;134;p5">
            <a:extLst>
              <a:ext uri="{FF2B5EF4-FFF2-40B4-BE49-F238E27FC236}">
                <a16:creationId xmlns:a16="http://schemas.microsoft.com/office/drawing/2014/main" id="{9E749785-F649-0AE4-F850-41DB349DBBC3}"/>
              </a:ext>
            </a:extLst>
          </p:cNvPr>
          <p:cNvSpPr/>
          <p:nvPr/>
        </p:nvSpPr>
        <p:spPr>
          <a:xfrm>
            <a:off x="9239207" y="4712147"/>
            <a:ext cx="2652758" cy="836247"/>
          </a:xfrm>
          <a:prstGeom prst="roundRect">
            <a:avLst/>
          </a:prstGeom>
          <a:pattFill prst="dkUp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[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신설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] AI</a:t>
            </a:r>
            <a:r>
              <a:rPr lang="ko-KR" altLang="en-US" sz="1200" err="1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거버넌스부서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(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유관순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)</a:t>
            </a:r>
            <a:endParaRPr lang="ko-KR" altLang="en-US" sz="120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</p:txBody>
      </p:sp>
      <p:sp>
        <p:nvSpPr>
          <p:cNvPr id="10" name="Google Shape;134;p5">
            <a:extLst>
              <a:ext uri="{FF2B5EF4-FFF2-40B4-BE49-F238E27FC236}">
                <a16:creationId xmlns:a16="http://schemas.microsoft.com/office/drawing/2014/main" id="{B3BD6AB7-8A95-676C-E242-73B292DA91C7}"/>
              </a:ext>
            </a:extLst>
          </p:cNvPr>
          <p:cNvSpPr/>
          <p:nvPr/>
        </p:nvSpPr>
        <p:spPr>
          <a:xfrm>
            <a:off x="9239207" y="2759682"/>
            <a:ext cx="2652758" cy="836247"/>
          </a:xfrm>
          <a:prstGeom prst="roundRect">
            <a:avLst/>
          </a:prstGeom>
          <a:pattFill prst="dkUp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 Science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팀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(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이순신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, </a:t>
            </a:r>
            <a:r>
              <a:rPr lang="ko-KR" altLang="en-US" sz="1200" err="1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광개토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)</a:t>
            </a: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마켓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플랫폼팀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(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유관순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, 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이황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)</a:t>
            </a:r>
            <a:endParaRPr lang="ko-KR" altLang="en-US" sz="120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</p:txBody>
      </p:sp>
      <p:sp>
        <p:nvSpPr>
          <p:cNvPr id="11" name="Google Shape;134;p5">
            <a:extLst>
              <a:ext uri="{FF2B5EF4-FFF2-40B4-BE49-F238E27FC236}">
                <a16:creationId xmlns:a16="http://schemas.microsoft.com/office/drawing/2014/main" id="{5EBBD418-707D-DB91-F128-CC3785409A4F}"/>
              </a:ext>
            </a:extLst>
          </p:cNvPr>
          <p:cNvSpPr/>
          <p:nvPr/>
        </p:nvSpPr>
        <p:spPr>
          <a:xfrm>
            <a:off x="9239207" y="3735914"/>
            <a:ext cx="2652758" cy="836247"/>
          </a:xfrm>
          <a:prstGeom prst="roundRect">
            <a:avLst/>
          </a:prstGeom>
          <a:pattFill prst="dkUp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상동</a:t>
            </a:r>
          </a:p>
        </p:txBody>
      </p:sp>
      <p:sp>
        <p:nvSpPr>
          <p:cNvPr id="12" name="Google Shape;134;p5">
            <a:extLst>
              <a:ext uri="{FF2B5EF4-FFF2-40B4-BE49-F238E27FC236}">
                <a16:creationId xmlns:a16="http://schemas.microsoft.com/office/drawing/2014/main" id="{4EB6DEAB-7425-E108-C653-A49FA5617734}"/>
              </a:ext>
            </a:extLst>
          </p:cNvPr>
          <p:cNvSpPr/>
          <p:nvPr/>
        </p:nvSpPr>
        <p:spPr>
          <a:xfrm>
            <a:off x="9239207" y="5688378"/>
            <a:ext cx="2652758" cy="836247"/>
          </a:xfrm>
          <a:prstGeom prst="roundRect">
            <a:avLst/>
          </a:prstGeom>
          <a:pattFill prst="dkUp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각 부문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/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본부의 장 </a:t>
            </a:r>
            <a:b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</a:br>
            <a:r>
              <a:rPr lang="en-US" altLang="ko-KR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(</a:t>
            </a:r>
            <a:r>
              <a:rPr lang="en-US" altLang="ko-KR" sz="1100" err="1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Tech&amp;AI</a:t>
            </a:r>
            <a:r>
              <a:rPr lang="en-US" altLang="ko-KR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, AI</a:t>
            </a:r>
            <a:r>
              <a:rPr lang="ko-KR" altLang="en-US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솔루션</a:t>
            </a:r>
            <a:r>
              <a:rPr lang="en-US" altLang="ko-KR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, </a:t>
            </a:r>
            <a:r>
              <a:rPr lang="ko-KR" altLang="en-US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정보보호</a:t>
            </a:r>
            <a:r>
              <a:rPr lang="en-US" altLang="ko-KR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, </a:t>
            </a:r>
            <a:br>
              <a:rPr lang="en-US" altLang="ko-KR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</a:br>
            <a:r>
              <a:rPr lang="ko-KR" altLang="en-US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컴플라이언스</a:t>
            </a:r>
            <a:r>
              <a:rPr lang="en-US" altLang="ko-KR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, </a:t>
            </a:r>
            <a:r>
              <a:rPr lang="ko-KR" altLang="en-US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금융소비자보호</a:t>
            </a:r>
            <a:r>
              <a:rPr lang="en-US" altLang="ko-KR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, </a:t>
            </a:r>
            <a:r>
              <a:rPr lang="ko-KR" altLang="en-US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경영혁신</a:t>
            </a:r>
            <a:r>
              <a:rPr lang="en-US" altLang="ko-KR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, </a:t>
            </a:r>
            <a:r>
              <a:rPr lang="ko-KR" altLang="en-US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디지털플랫폼</a:t>
            </a:r>
            <a:r>
              <a:rPr lang="en-US" altLang="ko-KR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)</a:t>
            </a:r>
            <a:endParaRPr lang="ko-KR" altLang="en-US" sz="120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</p:txBody>
      </p:sp>
      <p:cxnSp>
        <p:nvCxnSpPr>
          <p:cNvPr id="13" name="직선 연결선 80">
            <a:extLst>
              <a:ext uri="{FF2B5EF4-FFF2-40B4-BE49-F238E27FC236}">
                <a16:creationId xmlns:a16="http://schemas.microsoft.com/office/drawing/2014/main" id="{CA1C72E0-26E7-BC9C-B3A3-18539B103A2C}"/>
              </a:ext>
            </a:extLst>
          </p:cNvPr>
          <p:cNvCxnSpPr>
            <a:cxnSpLocks/>
          </p:cNvCxnSpPr>
          <p:nvPr/>
        </p:nvCxnSpPr>
        <p:spPr bwMode="auto">
          <a:xfrm>
            <a:off x="2027238" y="2657976"/>
            <a:ext cx="7104019" cy="0"/>
          </a:xfrm>
          <a:prstGeom prst="line">
            <a:avLst/>
          </a:prstGeom>
          <a:solidFill>
            <a:srgbClr val="FFFFFF"/>
          </a:solidFill>
          <a:ln w="3175" cap="flat" cmpd="sng" algn="ctr">
            <a:solidFill>
              <a:schemeClr val="bg1">
                <a:lumMod val="50000"/>
              </a:schemeClr>
            </a:solidFill>
            <a:prstDash val="dashDot"/>
          </a:ln>
          <a:effectLst/>
        </p:spPr>
      </p:cxnSp>
      <p:cxnSp>
        <p:nvCxnSpPr>
          <p:cNvPr id="14" name="직선 연결선 80">
            <a:extLst>
              <a:ext uri="{FF2B5EF4-FFF2-40B4-BE49-F238E27FC236}">
                <a16:creationId xmlns:a16="http://schemas.microsoft.com/office/drawing/2014/main" id="{C29B6735-FF64-10B9-FCA2-2E999B07FD67}"/>
              </a:ext>
            </a:extLst>
          </p:cNvPr>
          <p:cNvCxnSpPr>
            <a:cxnSpLocks/>
          </p:cNvCxnSpPr>
          <p:nvPr/>
        </p:nvCxnSpPr>
        <p:spPr bwMode="auto">
          <a:xfrm>
            <a:off x="2027238" y="3634208"/>
            <a:ext cx="7104019" cy="0"/>
          </a:xfrm>
          <a:prstGeom prst="line">
            <a:avLst/>
          </a:prstGeom>
          <a:solidFill>
            <a:srgbClr val="FFFFFF"/>
          </a:solidFill>
          <a:ln w="3175" cap="flat" cmpd="sng" algn="ctr">
            <a:solidFill>
              <a:schemeClr val="bg1">
                <a:lumMod val="50000"/>
              </a:schemeClr>
            </a:solidFill>
            <a:prstDash val="dashDot"/>
          </a:ln>
          <a:effectLst/>
        </p:spPr>
      </p:cxnSp>
      <p:cxnSp>
        <p:nvCxnSpPr>
          <p:cNvPr id="15" name="직선 연결선 80">
            <a:extLst>
              <a:ext uri="{FF2B5EF4-FFF2-40B4-BE49-F238E27FC236}">
                <a16:creationId xmlns:a16="http://schemas.microsoft.com/office/drawing/2014/main" id="{D854ADE7-79E9-6021-48AB-6FD94140A185}"/>
              </a:ext>
            </a:extLst>
          </p:cNvPr>
          <p:cNvCxnSpPr>
            <a:cxnSpLocks/>
          </p:cNvCxnSpPr>
          <p:nvPr/>
        </p:nvCxnSpPr>
        <p:spPr bwMode="auto">
          <a:xfrm>
            <a:off x="2027238" y="4610441"/>
            <a:ext cx="7104019" cy="0"/>
          </a:xfrm>
          <a:prstGeom prst="line">
            <a:avLst/>
          </a:prstGeom>
          <a:solidFill>
            <a:srgbClr val="FFFFFF"/>
          </a:solidFill>
          <a:ln w="3175" cap="flat" cmpd="sng" algn="ctr">
            <a:solidFill>
              <a:schemeClr val="bg1">
                <a:lumMod val="50000"/>
              </a:schemeClr>
            </a:solidFill>
            <a:prstDash val="dashDot"/>
          </a:ln>
          <a:effectLst/>
        </p:spPr>
      </p:cxnSp>
      <p:cxnSp>
        <p:nvCxnSpPr>
          <p:cNvPr id="16" name="직선 연결선 80">
            <a:extLst>
              <a:ext uri="{FF2B5EF4-FFF2-40B4-BE49-F238E27FC236}">
                <a16:creationId xmlns:a16="http://schemas.microsoft.com/office/drawing/2014/main" id="{88ABFD21-AD7D-9293-6FD5-9B07D250FD48}"/>
              </a:ext>
            </a:extLst>
          </p:cNvPr>
          <p:cNvCxnSpPr>
            <a:cxnSpLocks/>
          </p:cNvCxnSpPr>
          <p:nvPr/>
        </p:nvCxnSpPr>
        <p:spPr bwMode="auto">
          <a:xfrm>
            <a:off x="2027238" y="5586673"/>
            <a:ext cx="7104019" cy="0"/>
          </a:xfrm>
          <a:prstGeom prst="line">
            <a:avLst/>
          </a:prstGeom>
          <a:solidFill>
            <a:srgbClr val="FFFFFF"/>
          </a:solidFill>
          <a:ln w="3175" cap="flat" cmpd="sng" algn="ctr">
            <a:solidFill>
              <a:schemeClr val="bg1">
                <a:lumMod val="50000"/>
              </a:schemeClr>
            </a:solidFill>
            <a:prstDash val="dashDot"/>
          </a:ln>
          <a:effectLst/>
        </p:spPr>
      </p:cxnSp>
      <p:sp>
        <p:nvSpPr>
          <p:cNvPr id="17" name="Rectangle: Rounded Corners 9">
            <a:extLst>
              <a:ext uri="{FF2B5EF4-FFF2-40B4-BE49-F238E27FC236}">
                <a16:creationId xmlns:a16="http://schemas.microsoft.com/office/drawing/2014/main" id="{65DBC71C-577C-9963-6125-295B98452BF9}"/>
              </a:ext>
            </a:extLst>
          </p:cNvPr>
          <p:cNvSpPr/>
          <p:nvPr/>
        </p:nvSpPr>
        <p:spPr>
          <a:xfrm>
            <a:off x="2027238" y="1751736"/>
            <a:ext cx="7104019" cy="836247"/>
          </a:xfrm>
          <a:prstGeom prst="roundRect">
            <a:avLst>
              <a:gd name="adj" fmla="val 0"/>
            </a:avLst>
          </a:prstGeom>
          <a:noFill/>
          <a:ln w="317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사업 목적에 기반한 구체적인 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서비스 계획 수립</a:t>
            </a:r>
            <a:endParaRPr kumimoji="0" lang="en-US" altLang="ko-KR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사용자 보호 및 투명성 목적을 반영하여 위험 관리 계획 수립 및 점검 수행</a:t>
            </a:r>
            <a:endParaRPr kumimoji="0" lang="en-US" altLang="ko-KR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8" name="Rectangle: Rounded Corners 26">
            <a:extLst>
              <a:ext uri="{FF2B5EF4-FFF2-40B4-BE49-F238E27FC236}">
                <a16:creationId xmlns:a16="http://schemas.microsoft.com/office/drawing/2014/main" id="{6A46A7D0-D635-4E48-1D51-60A632D1A24F}"/>
              </a:ext>
            </a:extLst>
          </p:cNvPr>
          <p:cNvSpPr/>
          <p:nvPr/>
        </p:nvSpPr>
        <p:spPr>
          <a:xfrm>
            <a:off x="2027238" y="4680434"/>
            <a:ext cx="7104019" cy="836247"/>
          </a:xfrm>
          <a:prstGeom prst="roundRect">
            <a:avLst>
              <a:gd name="adj" fmla="val 0"/>
            </a:avLst>
          </a:prstGeom>
          <a:noFill/>
          <a:ln w="317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거버넌스 체계 구축 및 총괄 관리 기능 수행</a:t>
            </a:r>
            <a:endParaRPr kumimoji="0" lang="en-US" altLang="ko-KR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거버넌스 실행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 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및 지원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, AI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위험관리정책 준수 및 통제 절차 이행 여부 점검 및 모니터링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, </a:t>
            </a:r>
            <a:b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</a:b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협의체 운영 지원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, AI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거버넌스 관련 </a:t>
            </a:r>
            <a:r>
              <a:rPr kumimoji="0" lang="ko-KR" altLang="en-US" sz="12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대∙내외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 규제 대응 등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 </a:t>
            </a:r>
            <a:endParaRPr kumimoji="0" lang="ko-KR" alt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9" name="Rectangle: Rounded Corners 27">
            <a:extLst>
              <a:ext uri="{FF2B5EF4-FFF2-40B4-BE49-F238E27FC236}">
                <a16:creationId xmlns:a16="http://schemas.microsoft.com/office/drawing/2014/main" id="{45FC91EE-8307-0481-5145-5C6322C69F92}"/>
              </a:ext>
            </a:extLst>
          </p:cNvPr>
          <p:cNvSpPr/>
          <p:nvPr/>
        </p:nvSpPr>
        <p:spPr>
          <a:xfrm>
            <a:off x="2027238" y="2727969"/>
            <a:ext cx="7104019" cy="836247"/>
          </a:xfrm>
          <a:prstGeom prst="roundRect">
            <a:avLst>
              <a:gd name="adj" fmla="val 0"/>
            </a:avLst>
          </a:prstGeom>
          <a:noFill/>
          <a:ln w="317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lang="ko-KR" altLang="en-US" sz="1200" kern="0">
                <a:solidFill>
                  <a:prstClr val="black"/>
                </a:solidFill>
                <a:latin typeface="+mn-ea"/>
              </a:rPr>
              <a:t>서비스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개발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, 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학습 등 수행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 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및 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IT 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개발계획 수립 및 이행</a:t>
            </a:r>
          </a:p>
        </p:txBody>
      </p:sp>
      <p:sp>
        <p:nvSpPr>
          <p:cNvPr id="20" name="Rectangle: Rounded Corners 28">
            <a:extLst>
              <a:ext uri="{FF2B5EF4-FFF2-40B4-BE49-F238E27FC236}">
                <a16:creationId xmlns:a16="http://schemas.microsoft.com/office/drawing/2014/main" id="{815C1C12-30FB-02AC-638F-9225437B2E99}"/>
              </a:ext>
            </a:extLst>
          </p:cNvPr>
          <p:cNvSpPr/>
          <p:nvPr/>
        </p:nvSpPr>
        <p:spPr>
          <a:xfrm>
            <a:off x="2027238" y="3704201"/>
            <a:ext cx="7104019" cy="836247"/>
          </a:xfrm>
          <a:prstGeom prst="roundRect">
            <a:avLst>
              <a:gd name="adj" fmla="val 0"/>
            </a:avLst>
          </a:prstGeom>
          <a:noFill/>
          <a:ln w="317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서비스 운영 및 유지보수 등 수행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사후 모니터링 관련 지원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서비스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(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시스템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) 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장애 대응 등</a:t>
            </a:r>
          </a:p>
        </p:txBody>
      </p:sp>
      <p:sp>
        <p:nvSpPr>
          <p:cNvPr id="21" name="Rectangle: Rounded Corners 30">
            <a:extLst>
              <a:ext uri="{FF2B5EF4-FFF2-40B4-BE49-F238E27FC236}">
                <a16:creationId xmlns:a16="http://schemas.microsoft.com/office/drawing/2014/main" id="{CA23ACC1-79BF-FEC7-ED47-DC210F41B664}"/>
              </a:ext>
            </a:extLst>
          </p:cNvPr>
          <p:cNvSpPr/>
          <p:nvPr/>
        </p:nvSpPr>
        <p:spPr>
          <a:xfrm>
            <a:off x="2027238" y="5656665"/>
            <a:ext cx="7104019" cy="836247"/>
          </a:xfrm>
          <a:prstGeom prst="roundRect">
            <a:avLst>
              <a:gd name="adj" fmla="val 0"/>
            </a:avLst>
          </a:prstGeom>
          <a:noFill/>
          <a:ln w="317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171450" lvl="0" indent="-171450" latinLnBrk="0">
              <a:buFont typeface="Wingdings" panose="05000000000000000000" pitchFamily="2" charset="2"/>
              <a:buChar char="§"/>
              <a:defRPr/>
            </a:pPr>
            <a:r>
              <a:rPr lang="ko-KR" altLang="en-US" sz="1200" kern="0">
                <a:solidFill>
                  <a:prstClr val="black"/>
                </a:solidFill>
                <a:latin typeface="+mn-ea"/>
              </a:rPr>
              <a:t>조직 내 </a:t>
            </a:r>
            <a:r>
              <a:rPr lang="en-US" altLang="ko-KR" sz="1200" kern="0"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200" kern="0">
                <a:solidFill>
                  <a:prstClr val="black"/>
                </a:solidFill>
                <a:latin typeface="+mn-ea"/>
              </a:rPr>
              <a:t>거버넌스 체계의 최고 의사결정 및 심의 기구</a:t>
            </a:r>
            <a:r>
              <a:rPr lang="en-US" altLang="ko-KR" sz="1200" kern="0">
                <a:solidFill>
                  <a:prstClr val="black"/>
                </a:solidFill>
                <a:latin typeface="+mn-ea"/>
              </a:rPr>
              <a:t>. AI</a:t>
            </a:r>
            <a:r>
              <a:rPr lang="ko-KR" altLang="en-US" sz="1200" kern="0">
                <a:solidFill>
                  <a:prstClr val="black"/>
                </a:solidFill>
                <a:latin typeface="+mn-ea"/>
              </a:rPr>
              <a:t>서비스의 신뢰성과 법규 준수를 위한 제도적 통제를 확립하는 역할 수행</a:t>
            </a:r>
            <a:endParaRPr lang="en-US" altLang="ko-KR" sz="1200" kern="0">
              <a:solidFill>
                <a:prstClr val="black"/>
              </a:solidFill>
              <a:latin typeface="+mn-ea"/>
            </a:endParaRPr>
          </a:p>
          <a:p>
            <a:pPr marL="171450" lvl="0" indent="-171450" latinLnBrk="0">
              <a:buFont typeface="Wingdings" panose="05000000000000000000" pitchFamily="2" charset="2"/>
              <a:buChar char="§"/>
              <a:defRPr/>
            </a:pPr>
            <a:r>
              <a:rPr lang="en-US" altLang="ko-KR" sz="1200" kern="0"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200" kern="0">
                <a:solidFill>
                  <a:prstClr val="black"/>
                </a:solidFill>
                <a:latin typeface="+mn-ea"/>
              </a:rPr>
              <a:t>서비스 규제 변화에 따른 규정</a:t>
            </a:r>
            <a:r>
              <a:rPr lang="en-US" altLang="ko-KR" sz="1200" kern="0">
                <a:solidFill>
                  <a:prstClr val="black"/>
                </a:solidFill>
                <a:latin typeface="+mn-ea"/>
              </a:rPr>
              <a:t>/</a:t>
            </a:r>
            <a:r>
              <a:rPr lang="ko-KR" altLang="en-US" sz="1200" kern="0">
                <a:solidFill>
                  <a:prstClr val="black"/>
                </a:solidFill>
                <a:latin typeface="+mn-ea"/>
              </a:rPr>
              <a:t>지침서 </a:t>
            </a:r>
            <a:r>
              <a:rPr lang="ko-KR" altLang="en-US" sz="1200" kern="0" err="1">
                <a:solidFill>
                  <a:prstClr val="black"/>
                </a:solidFill>
                <a:latin typeface="+mn-ea"/>
              </a:rPr>
              <a:t>제개정</a:t>
            </a:r>
            <a:r>
              <a:rPr lang="en-US" altLang="ko-KR" sz="1200" kern="0">
                <a:solidFill>
                  <a:prstClr val="black"/>
                </a:solidFill>
                <a:latin typeface="+mn-ea"/>
              </a:rPr>
              <a:t>,</a:t>
            </a:r>
            <a:r>
              <a:rPr lang="ko-KR" altLang="en-US" sz="1200" kern="0">
                <a:solidFill>
                  <a:prstClr val="black"/>
                </a:solidFill>
                <a:latin typeface="+mn-ea"/>
              </a:rPr>
              <a:t> 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이견 및 개선사항 등 심의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anose="05000000000000000000" pitchFamily="2" charset="2"/>
              </a:rPr>
              <a:t>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의결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, 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전사 전파 및 공유</a:t>
            </a:r>
          </a:p>
        </p:txBody>
      </p:sp>
      <p:sp>
        <p:nvSpPr>
          <p:cNvPr id="22" name="Google Shape;134;p5">
            <a:extLst>
              <a:ext uri="{FF2B5EF4-FFF2-40B4-BE49-F238E27FC236}">
                <a16:creationId xmlns:a16="http://schemas.microsoft.com/office/drawing/2014/main" id="{1C3B56ED-E055-67E1-9034-C9F3F7C663DC}"/>
              </a:ext>
            </a:extLst>
          </p:cNvPr>
          <p:cNvSpPr/>
          <p:nvPr/>
        </p:nvSpPr>
        <p:spPr>
          <a:xfrm>
            <a:off x="334964" y="1741688"/>
            <a:ext cx="1584324" cy="836247"/>
          </a:xfrm>
          <a:prstGeom prst="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서비스기획</a:t>
            </a:r>
          </a:p>
        </p:txBody>
      </p:sp>
      <p:sp>
        <p:nvSpPr>
          <p:cNvPr id="23" name="Google Shape;134;p5">
            <a:extLst>
              <a:ext uri="{FF2B5EF4-FFF2-40B4-BE49-F238E27FC236}">
                <a16:creationId xmlns:a16="http://schemas.microsoft.com/office/drawing/2014/main" id="{BCC20E29-A43A-F467-2AD3-2255C7959D6E}"/>
              </a:ext>
            </a:extLst>
          </p:cNvPr>
          <p:cNvSpPr/>
          <p:nvPr/>
        </p:nvSpPr>
        <p:spPr>
          <a:xfrm>
            <a:off x="334964" y="4680434"/>
            <a:ext cx="1584324" cy="836247"/>
          </a:xfrm>
          <a:prstGeom prst="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거버넌스</a:t>
            </a:r>
          </a:p>
        </p:txBody>
      </p:sp>
      <p:sp>
        <p:nvSpPr>
          <p:cNvPr id="24" name="Google Shape;134;p5">
            <a:extLst>
              <a:ext uri="{FF2B5EF4-FFF2-40B4-BE49-F238E27FC236}">
                <a16:creationId xmlns:a16="http://schemas.microsoft.com/office/drawing/2014/main" id="{8A82F349-B1F2-47B7-DCB9-E4FB89E66AFA}"/>
              </a:ext>
            </a:extLst>
          </p:cNvPr>
          <p:cNvSpPr/>
          <p:nvPr/>
        </p:nvSpPr>
        <p:spPr>
          <a:xfrm>
            <a:off x="334964" y="2727969"/>
            <a:ext cx="1584324" cy="836247"/>
          </a:xfrm>
          <a:prstGeom prst="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개발</a:t>
            </a:r>
          </a:p>
        </p:txBody>
      </p:sp>
      <p:sp>
        <p:nvSpPr>
          <p:cNvPr id="25" name="Google Shape;134;p5">
            <a:extLst>
              <a:ext uri="{FF2B5EF4-FFF2-40B4-BE49-F238E27FC236}">
                <a16:creationId xmlns:a16="http://schemas.microsoft.com/office/drawing/2014/main" id="{7C930044-EC31-7AC6-AF77-9A6FAECDC93D}"/>
              </a:ext>
            </a:extLst>
          </p:cNvPr>
          <p:cNvSpPr/>
          <p:nvPr/>
        </p:nvSpPr>
        <p:spPr>
          <a:xfrm>
            <a:off x="334964" y="3704201"/>
            <a:ext cx="1584324" cy="836247"/>
          </a:xfrm>
          <a:prstGeom prst="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운영</a:t>
            </a:r>
          </a:p>
        </p:txBody>
      </p:sp>
      <p:sp>
        <p:nvSpPr>
          <p:cNvPr id="26" name="Google Shape;134;p5">
            <a:extLst>
              <a:ext uri="{FF2B5EF4-FFF2-40B4-BE49-F238E27FC236}">
                <a16:creationId xmlns:a16="http://schemas.microsoft.com/office/drawing/2014/main" id="{71F83895-B32E-D6D2-4E8F-200FC6AFD6D4}"/>
              </a:ext>
            </a:extLst>
          </p:cNvPr>
          <p:cNvSpPr/>
          <p:nvPr/>
        </p:nvSpPr>
        <p:spPr>
          <a:xfrm>
            <a:off x="334964" y="5656665"/>
            <a:ext cx="1584324" cy="836247"/>
          </a:xfrm>
          <a:prstGeom prst="rect">
            <a:avLst/>
          </a:prstGeom>
          <a:solidFill>
            <a:srgbClr val="F5822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  <a:sym typeface="Arial"/>
              </a:rPr>
              <a:t>AI</a:t>
            </a:r>
            <a:r>
              <a:rPr lang="ko-KR" altLang="en-US" sz="14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  <a:sym typeface="Arial"/>
              </a:rPr>
              <a:t>협의체</a:t>
            </a:r>
          </a:p>
        </p:txBody>
      </p:sp>
    </p:spTree>
    <p:extLst>
      <p:ext uri="{BB962C8B-B14F-4D97-AF65-F5344CB8AC3E}">
        <p14:creationId xmlns:p14="http://schemas.microsoft.com/office/powerpoint/2010/main" val="20629926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DD311-9A8F-A1B6-E664-29A55F1A3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083F931-0331-66FB-1DD0-55D8B1F3108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III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．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AI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거버넌스 프레임워크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50EEAB-1019-4558-FB88-860735BED8D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      </a:t>
            </a:r>
            <a:r>
              <a:rPr lang="ko-KR" altLang="en-US" err="1"/>
              <a:t>미래에셋증권</a:t>
            </a:r>
            <a:r>
              <a:rPr lang="ko-KR" altLang="en-US"/>
              <a:t> </a:t>
            </a:r>
            <a:r>
              <a:rPr lang="en-US" altLang="ko-KR"/>
              <a:t>AI </a:t>
            </a:r>
            <a:r>
              <a:rPr lang="ko-KR" altLang="en-US"/>
              <a:t>거버넌스 규정</a:t>
            </a:r>
            <a:r>
              <a:rPr lang="en-US" altLang="ko-KR"/>
              <a:t>/</a:t>
            </a:r>
            <a:r>
              <a:rPr lang="ko-KR" altLang="en-US"/>
              <a:t>지침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5B10B4B-1442-FDDB-FEC1-D38489C8D3E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AI</a:t>
            </a:r>
            <a:r>
              <a:rPr lang="ko-KR" altLang="en-US"/>
              <a:t>윤리기준을 최상위 규정 下 </a:t>
            </a:r>
            <a:r>
              <a:rPr lang="en-US" altLang="ko-KR"/>
              <a:t>AI</a:t>
            </a:r>
            <a:r>
              <a:rPr lang="ko-KR" altLang="en-US" err="1"/>
              <a:t>거버넌스규정을</a:t>
            </a:r>
            <a:r>
              <a:rPr lang="ko-KR" altLang="en-US"/>
              <a:t> 수립하였으며</a:t>
            </a:r>
            <a:r>
              <a:rPr lang="en-US" altLang="ko-KR"/>
              <a:t>, AI </a:t>
            </a:r>
            <a:r>
              <a:rPr lang="ko-KR" altLang="en-US"/>
              <a:t>관련 업무 프로세스 전반에 걸친 표준화된 기준 및 방안은 지침에 수립함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E5478CD4-D9E4-3B33-8D82-CA983ED06211}"/>
              </a:ext>
            </a:extLst>
          </p:cNvPr>
          <p:cNvSpPr/>
          <p:nvPr/>
        </p:nvSpPr>
        <p:spPr>
          <a:xfrm>
            <a:off x="371963" y="202784"/>
            <a:ext cx="481940" cy="396000"/>
          </a:xfrm>
          <a:prstGeom prst="roundRect">
            <a:avLst/>
          </a:prstGeom>
          <a:solidFill>
            <a:srgbClr val="043B7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3</a:t>
            </a:r>
          </a:p>
        </p:txBody>
      </p:sp>
      <p:sp>
        <p:nvSpPr>
          <p:cNvPr id="9" name="사각형: 둥근 모서리 20">
            <a:extLst>
              <a:ext uri="{FF2B5EF4-FFF2-40B4-BE49-F238E27FC236}">
                <a16:creationId xmlns:a16="http://schemas.microsoft.com/office/drawing/2014/main" id="{FCC67A48-BC14-0312-B24E-06F87B7AE515}"/>
              </a:ext>
            </a:extLst>
          </p:cNvPr>
          <p:cNvSpPr/>
          <p:nvPr/>
        </p:nvSpPr>
        <p:spPr>
          <a:xfrm>
            <a:off x="334963" y="1736827"/>
            <a:ext cx="11557000" cy="325410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AI </a:t>
            </a:r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거버넌스 규정 체계 </a:t>
            </a:r>
            <a:endParaRPr lang="en" altLang="ko-KR" sz="1200" b="1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10" name="사각형: 둥근 모서리 41">
            <a:extLst>
              <a:ext uri="{FF2B5EF4-FFF2-40B4-BE49-F238E27FC236}">
                <a16:creationId xmlns:a16="http://schemas.microsoft.com/office/drawing/2014/main" id="{746DE06A-123F-DBDB-EF23-C219ADA7B472}"/>
              </a:ext>
            </a:extLst>
          </p:cNvPr>
          <p:cNvSpPr/>
          <p:nvPr/>
        </p:nvSpPr>
        <p:spPr>
          <a:xfrm>
            <a:off x="2184484" y="2612871"/>
            <a:ext cx="1940501" cy="563172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sym typeface="Arial"/>
              </a:rPr>
              <a:t>AI 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sym typeface="Arial"/>
              </a:rPr>
              <a:t>윤리기준</a:t>
            </a:r>
          </a:p>
        </p:txBody>
      </p:sp>
      <p:sp>
        <p:nvSpPr>
          <p:cNvPr id="14" name="사각형: 둥근 모서리 41">
            <a:extLst>
              <a:ext uri="{FF2B5EF4-FFF2-40B4-BE49-F238E27FC236}">
                <a16:creationId xmlns:a16="http://schemas.microsoft.com/office/drawing/2014/main" id="{207DDB36-16C5-EB7F-8E19-1F1EF11E1B58}"/>
              </a:ext>
            </a:extLst>
          </p:cNvPr>
          <p:cNvSpPr/>
          <p:nvPr/>
        </p:nvSpPr>
        <p:spPr>
          <a:xfrm>
            <a:off x="719498" y="4950762"/>
            <a:ext cx="1940501" cy="563172"/>
          </a:xfrm>
          <a:prstGeom prst="roundRect">
            <a:avLst/>
          </a:prstGeom>
          <a:solidFill>
            <a:srgbClr val="FBE5D6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거버넌스</a:t>
            </a:r>
            <a:endParaRPr lang="en-US" altLang="ko-KR" sz="14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운영지침</a:t>
            </a:r>
          </a:p>
        </p:txBody>
      </p:sp>
      <p:sp>
        <p:nvSpPr>
          <p:cNvPr id="15" name="사각형: 둥근 모서리 41">
            <a:extLst>
              <a:ext uri="{FF2B5EF4-FFF2-40B4-BE49-F238E27FC236}">
                <a16:creationId xmlns:a16="http://schemas.microsoft.com/office/drawing/2014/main" id="{8651B7CB-514F-F166-17F0-053C40D17642}"/>
              </a:ext>
            </a:extLst>
          </p:cNvPr>
          <p:cNvSpPr/>
          <p:nvPr/>
        </p:nvSpPr>
        <p:spPr>
          <a:xfrm>
            <a:off x="3488288" y="4950762"/>
            <a:ext cx="1940501" cy="563172"/>
          </a:xfrm>
          <a:prstGeom prst="roundRect">
            <a:avLst/>
          </a:prstGeom>
          <a:solidFill>
            <a:srgbClr val="FBE5D6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거버넌스</a:t>
            </a:r>
            <a:endParaRPr lang="en-US" altLang="ko-KR" sz="14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개발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·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운영지침</a:t>
            </a:r>
          </a:p>
        </p:txBody>
      </p:sp>
      <p:cxnSp>
        <p:nvCxnSpPr>
          <p:cNvPr id="16" name="연결선: 꺾임 48">
            <a:extLst>
              <a:ext uri="{FF2B5EF4-FFF2-40B4-BE49-F238E27FC236}">
                <a16:creationId xmlns:a16="http://schemas.microsoft.com/office/drawing/2014/main" id="{4939293E-0956-613D-2F6E-291622AEE0BD}"/>
              </a:ext>
            </a:extLst>
          </p:cNvPr>
          <p:cNvCxnSpPr>
            <a:cxnSpLocks/>
            <a:stCxn id="10" idx="2"/>
            <a:endCxn id="15" idx="0"/>
          </p:cNvCxnSpPr>
          <p:nvPr/>
        </p:nvCxnSpPr>
        <p:spPr>
          <a:xfrm rot="16200000" flipH="1">
            <a:off x="2919278" y="3411500"/>
            <a:ext cx="1774719" cy="1303804"/>
          </a:xfrm>
          <a:prstGeom prst="bentConnector3">
            <a:avLst>
              <a:gd name="adj1" fmla="val 68892"/>
            </a:avLst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연결선: 꺾임 48">
            <a:extLst>
              <a:ext uri="{FF2B5EF4-FFF2-40B4-BE49-F238E27FC236}">
                <a16:creationId xmlns:a16="http://schemas.microsoft.com/office/drawing/2014/main" id="{FC852786-1B6A-16A5-057D-E45F3184AC43}"/>
              </a:ext>
            </a:extLst>
          </p:cNvPr>
          <p:cNvCxnSpPr>
            <a:cxnSpLocks/>
            <a:stCxn id="10" idx="2"/>
            <a:endCxn id="14" idx="0"/>
          </p:cNvCxnSpPr>
          <p:nvPr/>
        </p:nvCxnSpPr>
        <p:spPr>
          <a:xfrm rot="5400000">
            <a:off x="1534883" y="3330909"/>
            <a:ext cx="1774719" cy="1464986"/>
          </a:xfrm>
          <a:prstGeom prst="bentConnector3">
            <a:avLst>
              <a:gd name="adj1" fmla="val 68892"/>
            </a:avLst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사각형: 둥근 모서리 41">
            <a:extLst>
              <a:ext uri="{FF2B5EF4-FFF2-40B4-BE49-F238E27FC236}">
                <a16:creationId xmlns:a16="http://schemas.microsoft.com/office/drawing/2014/main" id="{E6E61A64-A4F1-1FE7-C10C-943F7C092531}"/>
              </a:ext>
            </a:extLst>
          </p:cNvPr>
          <p:cNvSpPr/>
          <p:nvPr/>
        </p:nvSpPr>
        <p:spPr>
          <a:xfrm>
            <a:off x="2184484" y="3591936"/>
            <a:ext cx="1940501" cy="563172"/>
          </a:xfrm>
          <a:prstGeom prst="roundRect">
            <a:avLst/>
          </a:prstGeom>
          <a:solidFill>
            <a:srgbClr val="F4B183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400" b="1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거버넌스규정</a:t>
            </a:r>
            <a:endParaRPr lang="ko-KR" altLang="en-US" sz="14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</p:txBody>
      </p:sp>
      <p:sp>
        <p:nvSpPr>
          <p:cNvPr id="24" name="직사각형 5">
            <a:extLst>
              <a:ext uri="{FF2B5EF4-FFF2-40B4-BE49-F238E27FC236}">
                <a16:creationId xmlns:a16="http://schemas.microsoft.com/office/drawing/2014/main" id="{169E5F53-3E87-E96E-78C2-45049774A089}"/>
              </a:ext>
            </a:extLst>
          </p:cNvPr>
          <p:cNvSpPr/>
          <p:nvPr/>
        </p:nvSpPr>
        <p:spPr>
          <a:xfrm>
            <a:off x="334963" y="5874154"/>
            <a:ext cx="985954" cy="563173"/>
          </a:xfrm>
          <a:prstGeom prst="rect">
            <a:avLst/>
          </a:prstGeom>
          <a:solidFill>
            <a:srgbClr val="043B7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비고 </a:t>
            </a:r>
          </a:p>
        </p:txBody>
      </p:sp>
      <p:sp>
        <p:nvSpPr>
          <p:cNvPr id="25" name="직사각형 6">
            <a:extLst>
              <a:ext uri="{FF2B5EF4-FFF2-40B4-BE49-F238E27FC236}">
                <a16:creationId xmlns:a16="http://schemas.microsoft.com/office/drawing/2014/main" id="{CF5A525D-F697-A527-AB60-AC83437BCD2A}"/>
              </a:ext>
            </a:extLst>
          </p:cNvPr>
          <p:cNvSpPr/>
          <p:nvPr/>
        </p:nvSpPr>
        <p:spPr>
          <a:xfrm>
            <a:off x="1435138" y="5874154"/>
            <a:ext cx="4589143" cy="563173"/>
          </a:xfrm>
          <a:prstGeom prst="rect">
            <a:avLst/>
          </a:prstGeom>
          <a:pattFill prst="dkUp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AI 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보안 지침 및 개인정보보호 지침 등은 정보보호 산하 관리</a:t>
            </a:r>
            <a:endParaRPr lang="ko-KR" altLang="en-US" sz="1200" b="1" u="sng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26" name="Freeform 14">
            <a:extLst>
              <a:ext uri="{FF2B5EF4-FFF2-40B4-BE49-F238E27FC236}">
                <a16:creationId xmlns:a16="http://schemas.microsoft.com/office/drawing/2014/main" id="{7F031F55-3A6A-8DD6-6A2C-76FC6FF9111D}"/>
              </a:ext>
            </a:extLst>
          </p:cNvPr>
          <p:cNvSpPr>
            <a:spLocks/>
          </p:cNvSpPr>
          <p:nvPr/>
        </p:nvSpPr>
        <p:spPr bwMode="auto">
          <a:xfrm>
            <a:off x="6376818" y="2387599"/>
            <a:ext cx="5349621" cy="4137025"/>
          </a:xfrm>
          <a:prstGeom prst="roundRect">
            <a:avLst>
              <a:gd name="adj" fmla="val 7741"/>
            </a:avLst>
          </a:prstGeom>
          <a:solidFill>
            <a:schemeClr val="bg1"/>
          </a:solidFill>
          <a:ln w="28575">
            <a:solidFill>
              <a:srgbClr val="F5822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108000" tIns="108000" rIns="36000" bIns="0" numCol="1" anchor="ctr" anchorCtr="0" compatLnSpc="1">
            <a:prstTxWarp prst="textNoShape">
              <a:avLst/>
            </a:prstTxWarp>
            <a:noAutofit/>
          </a:bodyPr>
          <a:lstStyle/>
          <a:p>
            <a:pPr marL="228600" indent="-228600" defTabSz="977172">
              <a:buFont typeface="+mj-lt"/>
              <a:buAutoNum type="arabicPeriod"/>
            </a:pPr>
            <a:r>
              <a:rPr kumimoji="1" lang="en-US" altLang="ko-KR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(</a:t>
            </a:r>
            <a:r>
              <a:rPr kumimoji="1" lang="ko-KR" altLang="en-US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인권보장</a:t>
            </a:r>
            <a:r>
              <a:rPr kumimoji="1" lang="en-US" altLang="ko-KR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) AI</a:t>
            </a:r>
            <a:r>
              <a:rPr kumimoji="1" lang="ko-KR" altLang="en-US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의 개발 및 활용 전 단계에서 인간의 존엄과 가치를 존중하며</a:t>
            </a:r>
            <a:r>
              <a:rPr kumimoji="1" lang="en-US" altLang="ko-KR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, </a:t>
            </a:r>
            <a:r>
              <a:rPr kumimoji="1" lang="ko-KR" altLang="en-US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인간의 권리와 자유를 침해하지 않아야 한다</a:t>
            </a:r>
            <a:r>
              <a:rPr kumimoji="1" lang="en-US" altLang="ko-KR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.</a:t>
            </a:r>
          </a:p>
          <a:p>
            <a:pPr marL="228600" indent="-228600" defTabSz="977172">
              <a:buFont typeface="+mj-lt"/>
              <a:buAutoNum type="arabicPeriod"/>
            </a:pPr>
            <a:endParaRPr kumimoji="1" lang="en-US" altLang="ko-KR" sz="1200" b="1" kern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228600" indent="-228600" defTabSz="977172">
              <a:buFont typeface="+mj-lt"/>
              <a:buAutoNum type="arabicPeriod"/>
            </a:pPr>
            <a:r>
              <a:rPr kumimoji="1" lang="en-US" altLang="ko-KR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(</a:t>
            </a:r>
            <a:r>
              <a:rPr kumimoji="1" lang="ko-KR" altLang="en-US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공정성</a:t>
            </a:r>
            <a:r>
              <a:rPr kumimoji="1" lang="en-US" altLang="ko-KR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) AI</a:t>
            </a:r>
            <a:r>
              <a:rPr kumimoji="1" lang="ko-KR" altLang="en-US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는 사용자의 다양성과 대표성을 반영하여 설계</a:t>
            </a:r>
            <a:r>
              <a:rPr kumimoji="1" lang="en-US" altLang="ko-KR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·</a:t>
            </a:r>
            <a:r>
              <a:rPr kumimoji="1" lang="ko-KR" altLang="en-US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운영되어야 하며</a:t>
            </a:r>
            <a:r>
              <a:rPr kumimoji="1" lang="en-US" altLang="ko-KR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, </a:t>
            </a:r>
            <a:r>
              <a:rPr kumimoji="1" lang="ko-KR" altLang="en-US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모든 사람에게 차별 없이 공정하게 적용되어야 한다</a:t>
            </a:r>
            <a:r>
              <a:rPr kumimoji="1" lang="en-US" altLang="ko-KR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.</a:t>
            </a:r>
          </a:p>
          <a:p>
            <a:pPr marL="228600" indent="-228600" defTabSz="977172">
              <a:buFont typeface="+mj-lt"/>
              <a:buAutoNum type="arabicPeriod"/>
            </a:pPr>
            <a:endParaRPr kumimoji="1" lang="en-US" altLang="ko-KR" sz="1200" b="1" kern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228600" indent="-228600" defTabSz="977172">
              <a:buFont typeface="+mj-lt"/>
              <a:buAutoNum type="arabicPeriod"/>
            </a:pPr>
            <a:r>
              <a:rPr kumimoji="1" lang="en-US" altLang="ko-KR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(</a:t>
            </a:r>
            <a:r>
              <a:rPr kumimoji="1" lang="ko-KR" altLang="en-US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투명성</a:t>
            </a:r>
            <a:r>
              <a:rPr kumimoji="1" lang="en-US" altLang="ko-KR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) AI</a:t>
            </a:r>
            <a:r>
              <a:rPr kumimoji="1" lang="ko-KR" altLang="en-US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의 활용 목적</a:t>
            </a:r>
            <a:r>
              <a:rPr kumimoji="1" lang="en-US" altLang="ko-KR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, </a:t>
            </a:r>
            <a:r>
              <a:rPr kumimoji="1" lang="ko-KR" altLang="en-US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방식 및 주요 위험에 대해 이해관계자가 인지할 수 있도록 적절한 수준의 투명성과 설명가능성을 확보해야 한다</a:t>
            </a:r>
            <a:r>
              <a:rPr kumimoji="1" lang="en-US" altLang="ko-KR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.</a:t>
            </a:r>
          </a:p>
          <a:p>
            <a:pPr marL="228600" indent="-228600" defTabSz="977172">
              <a:buFont typeface="+mj-lt"/>
              <a:buAutoNum type="arabicPeriod"/>
            </a:pPr>
            <a:endParaRPr kumimoji="1" lang="en-US" altLang="ko-KR" sz="1200" b="1" kern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228600" indent="-228600" defTabSz="977172">
              <a:buFont typeface="+mj-lt"/>
              <a:buAutoNum type="arabicPeriod"/>
            </a:pPr>
            <a:r>
              <a:rPr kumimoji="1" lang="en-US" altLang="ko-KR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(</a:t>
            </a:r>
            <a:r>
              <a:rPr kumimoji="1" lang="ko-KR" altLang="en-US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신뢰성</a:t>
            </a:r>
            <a:r>
              <a:rPr kumimoji="1" lang="en-US" altLang="ko-KR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) AI</a:t>
            </a:r>
            <a:r>
              <a:rPr kumimoji="1" lang="ko-KR" altLang="en-US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에 활용되는 데이터는 목적에 부합하게 수집</a:t>
            </a:r>
            <a:r>
              <a:rPr kumimoji="1" lang="en-US" altLang="ko-KR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·</a:t>
            </a:r>
            <a:r>
              <a:rPr kumimoji="1" lang="ko-KR" altLang="en-US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이용되어야 하며</a:t>
            </a:r>
            <a:r>
              <a:rPr kumimoji="1" lang="en-US" altLang="ko-KR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, </a:t>
            </a:r>
            <a:r>
              <a:rPr kumimoji="1" lang="ko-KR" altLang="en-US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데이터 품질 및 위험을 체계적으로 관리하여 신뢰성을 확보해야 한다</a:t>
            </a:r>
            <a:r>
              <a:rPr kumimoji="1" lang="en-US" altLang="ko-KR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.</a:t>
            </a:r>
          </a:p>
          <a:p>
            <a:pPr marL="228600" indent="-228600" defTabSz="977172">
              <a:buFont typeface="+mj-lt"/>
              <a:buAutoNum type="arabicPeriod"/>
            </a:pPr>
            <a:endParaRPr kumimoji="1" lang="en-US" altLang="ko-KR" sz="1200" b="1" kern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228600" indent="-228600" defTabSz="977172">
              <a:buFont typeface="+mj-lt"/>
              <a:buAutoNum type="arabicPeriod"/>
            </a:pPr>
            <a:r>
              <a:rPr kumimoji="1" lang="en-US" altLang="ko-KR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(</a:t>
            </a:r>
            <a:r>
              <a:rPr kumimoji="1" lang="ko-KR" altLang="en-US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책임성</a:t>
            </a:r>
            <a:r>
              <a:rPr kumimoji="1" lang="en-US" altLang="ko-KR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) AI</a:t>
            </a:r>
            <a:r>
              <a:rPr kumimoji="1" lang="ko-KR" altLang="en-US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의 개발 및 활용과 관련된 책임 주체를 명확히 하여</a:t>
            </a:r>
            <a:r>
              <a:rPr kumimoji="1" lang="en-US" altLang="ko-KR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, </a:t>
            </a:r>
            <a:r>
              <a:rPr kumimoji="1" lang="ko-KR" altLang="en-US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발생 가능한 피해에 대해 책임 있게 대응해야 한다</a:t>
            </a:r>
            <a:r>
              <a:rPr kumimoji="1" lang="en-US" altLang="ko-KR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.</a:t>
            </a:r>
          </a:p>
          <a:p>
            <a:pPr marL="228600" indent="-228600" defTabSz="977172">
              <a:buFont typeface="+mj-lt"/>
              <a:buAutoNum type="arabicPeriod"/>
            </a:pPr>
            <a:endParaRPr kumimoji="1" lang="en-US" altLang="ko-KR" sz="1200" b="1" kern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228600" indent="-228600" defTabSz="977172">
              <a:buFont typeface="+mj-lt"/>
              <a:buAutoNum type="arabicPeriod"/>
            </a:pPr>
            <a:r>
              <a:rPr kumimoji="1" lang="en-US" altLang="ko-KR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(</a:t>
            </a:r>
            <a:r>
              <a:rPr kumimoji="1" lang="ko-KR" altLang="en-US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안정성</a:t>
            </a:r>
            <a:r>
              <a:rPr kumimoji="1" lang="en-US" altLang="ko-KR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) AI</a:t>
            </a:r>
            <a:r>
              <a:rPr kumimoji="1" lang="ko-KR" altLang="en-US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가 인간에게 직</a:t>
            </a:r>
            <a:r>
              <a:rPr kumimoji="1" lang="en-US" altLang="ko-KR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·</a:t>
            </a:r>
            <a:r>
              <a:rPr kumimoji="1" lang="ko-KR" altLang="en-US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간접적인 해를 초래해서는 안 되며</a:t>
            </a:r>
            <a:r>
              <a:rPr kumimoji="1" lang="en-US" altLang="ko-KR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, </a:t>
            </a:r>
            <a:r>
              <a:rPr kumimoji="1" lang="ko-KR" altLang="en-US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잠재적 위험을 사전에 식별하고 관리할 수 있도록 설계</a:t>
            </a:r>
            <a:r>
              <a:rPr kumimoji="1" lang="en-US" altLang="ko-KR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·</a:t>
            </a:r>
            <a:r>
              <a:rPr kumimoji="1" lang="ko-KR" altLang="en-US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운영되어야 한다</a:t>
            </a:r>
            <a:r>
              <a:rPr kumimoji="1" lang="en-US" altLang="ko-KR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.</a:t>
            </a:r>
          </a:p>
          <a:p>
            <a:pPr marL="228600" indent="-228600" defTabSz="977172">
              <a:buFont typeface="+mj-lt"/>
              <a:buAutoNum type="arabicPeriod"/>
            </a:pPr>
            <a:endParaRPr kumimoji="1" lang="en-US" altLang="ko-KR" sz="1200" b="1" kern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228600" indent="-228600" defTabSz="977172">
              <a:buFont typeface="+mj-lt"/>
              <a:buAutoNum type="arabicPeriod"/>
            </a:pPr>
            <a:r>
              <a:rPr kumimoji="1" lang="en-US" altLang="ko-KR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(</a:t>
            </a:r>
            <a:r>
              <a:rPr kumimoji="1" lang="ko-KR" altLang="en-US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보안성</a:t>
            </a:r>
            <a:r>
              <a:rPr kumimoji="1" lang="en-US" altLang="ko-KR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) AI</a:t>
            </a:r>
            <a:r>
              <a:rPr kumimoji="1" lang="ko-KR" altLang="en-US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의 개발 및 활용 전 과정에서 오류 또는 침해 발생 시 통제 수단을 포함한 보호조치를 마련하여</a:t>
            </a:r>
            <a:r>
              <a:rPr kumimoji="1" lang="en-US" altLang="ko-KR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, AI </a:t>
            </a:r>
            <a:r>
              <a:rPr kumimoji="1" lang="ko-KR" altLang="en-US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활용 시 보안을 확보해야 한다</a:t>
            </a:r>
            <a:r>
              <a:rPr kumimoji="1" lang="en-US" altLang="ko-KR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.</a:t>
            </a:r>
          </a:p>
        </p:txBody>
      </p:sp>
      <p:sp>
        <p:nvSpPr>
          <p:cNvPr id="8" name="사각형: 둥근 모서리 20">
            <a:extLst>
              <a:ext uri="{FF2B5EF4-FFF2-40B4-BE49-F238E27FC236}">
                <a16:creationId xmlns:a16="http://schemas.microsoft.com/office/drawing/2014/main" id="{A308382E-E43C-9B4F-C3DC-18EEA0F04425}"/>
              </a:ext>
            </a:extLst>
          </p:cNvPr>
          <p:cNvSpPr/>
          <p:nvPr/>
        </p:nvSpPr>
        <p:spPr>
          <a:xfrm>
            <a:off x="7197429" y="2174849"/>
            <a:ext cx="3708401" cy="32541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AI </a:t>
            </a:r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윤리기준</a:t>
            </a:r>
            <a:endParaRPr lang="en" altLang="ko-KR" sz="1200" b="1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768434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9C7CD-07A6-6008-28A8-F550985DA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3946AD4-DE82-4191-A58E-BDC33B3CEFB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III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．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AI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거버넌스 프레임워크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0FF680-5694-ECD5-614E-C00FDEE1A2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[Back-up] AI </a:t>
            </a:r>
            <a:r>
              <a:rPr lang="ko-KR" altLang="en-US"/>
              <a:t>거버넌스 규정 및 지침 주요 내용 </a:t>
            </a:r>
            <a:r>
              <a:rPr lang="en-US" altLang="ko-KR"/>
              <a:t>(1/3)</a:t>
            </a:r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E13E29E-AF45-7545-F4AD-C879774A43A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err="1"/>
              <a:t>미래에셋증권의</a:t>
            </a:r>
            <a:r>
              <a:rPr lang="ko-KR" altLang="en-US"/>
              <a:t> </a:t>
            </a:r>
            <a:r>
              <a:rPr lang="en-US" altLang="ko-KR"/>
              <a:t>AI</a:t>
            </a:r>
            <a:r>
              <a:rPr lang="ko-KR" altLang="en-US" err="1"/>
              <a:t>거버넌스규정의</a:t>
            </a:r>
            <a:r>
              <a:rPr lang="ko-KR" altLang="en-US"/>
              <a:t> 주요 내용은 다음과 같음</a:t>
            </a:r>
          </a:p>
        </p:txBody>
      </p:sp>
      <p:sp>
        <p:nvSpPr>
          <p:cNvPr id="6" name="사각형: 둥근 모서리 20">
            <a:extLst>
              <a:ext uri="{FF2B5EF4-FFF2-40B4-BE49-F238E27FC236}">
                <a16:creationId xmlns:a16="http://schemas.microsoft.com/office/drawing/2014/main" id="{092E667A-3F9D-8997-537C-AB0791B2FE31}"/>
              </a:ext>
            </a:extLst>
          </p:cNvPr>
          <p:cNvSpPr/>
          <p:nvPr/>
        </p:nvSpPr>
        <p:spPr>
          <a:xfrm>
            <a:off x="4600839" y="1341439"/>
            <a:ext cx="2052000" cy="359621"/>
          </a:xfrm>
          <a:prstGeom prst="roundRect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 w="12700">
            <a:noFill/>
          </a:ln>
          <a:effectLst/>
        </p:spPr>
        <p:txBody>
          <a:bodyPr lIns="0" tIns="0" rIns="0" bIns="0" rtlCol="0" anchor="ctr" anchorCtr="0"/>
          <a:lstStyle/>
          <a:p>
            <a:pPr algn="ctr" defTabSz="914400"/>
            <a:r>
              <a:rPr lang="ko-KR" altLang="en-US" sz="1400" b="1" spc="-150">
                <a:solidFill>
                  <a:schemeClr val="bg1">
                    <a:lumMod val="95000"/>
                  </a:schemeClr>
                </a:solidFill>
                <a:latin typeface="+mn-ea"/>
                <a:cs typeface="Noto Sans" panose="020B0502040504020204" pitchFamily="34" charset="0"/>
              </a:rPr>
              <a:t>③ </a:t>
            </a:r>
            <a:r>
              <a:rPr lang="en-US" altLang="ko-KR" sz="1400" b="1" spc="-150">
                <a:solidFill>
                  <a:schemeClr val="bg1">
                    <a:lumMod val="95000"/>
                  </a:schemeClr>
                </a:solidFill>
                <a:latin typeface="+mn-ea"/>
                <a:cs typeface="Noto Sans" panose="020B0502040504020204" pitchFamily="34" charset="0"/>
              </a:rPr>
              <a:t>AI</a:t>
            </a:r>
            <a:r>
              <a:rPr lang="ko-KR" altLang="en-US" sz="1400" b="1" spc="-150">
                <a:solidFill>
                  <a:schemeClr val="bg1">
                    <a:lumMod val="95000"/>
                  </a:schemeClr>
                </a:solidFill>
                <a:latin typeface="+mn-ea"/>
                <a:cs typeface="Noto Sans" panose="020B0502040504020204" pitchFamily="34" charset="0"/>
              </a:rPr>
              <a:t>개발</a:t>
            </a:r>
            <a:r>
              <a:rPr lang="en-US" altLang="ko-KR" sz="1400" b="1" spc="-150">
                <a:solidFill>
                  <a:schemeClr val="bg1">
                    <a:lumMod val="95000"/>
                  </a:schemeClr>
                </a:solidFill>
                <a:latin typeface="+mn-ea"/>
                <a:cs typeface="Noto Sans" panose="020B0502040504020204" pitchFamily="34" charset="0"/>
              </a:rPr>
              <a:t>·</a:t>
            </a:r>
            <a:r>
              <a:rPr lang="ko-KR" altLang="en-US" sz="1400" b="1" spc="-150">
                <a:solidFill>
                  <a:schemeClr val="bg1">
                    <a:lumMod val="95000"/>
                  </a:schemeClr>
                </a:solidFill>
                <a:latin typeface="+mn-ea"/>
                <a:cs typeface="Noto Sans" panose="020B0502040504020204" pitchFamily="34" charset="0"/>
              </a:rPr>
              <a:t>운영지침</a:t>
            </a:r>
          </a:p>
        </p:txBody>
      </p:sp>
      <p:sp>
        <p:nvSpPr>
          <p:cNvPr id="7" name="사각형: 둥근 모서리 20">
            <a:extLst>
              <a:ext uri="{FF2B5EF4-FFF2-40B4-BE49-F238E27FC236}">
                <a16:creationId xmlns:a16="http://schemas.microsoft.com/office/drawing/2014/main" id="{686F551A-C707-DF72-E9E3-7A0E0950CD68}"/>
              </a:ext>
            </a:extLst>
          </p:cNvPr>
          <p:cNvSpPr/>
          <p:nvPr/>
        </p:nvSpPr>
        <p:spPr>
          <a:xfrm>
            <a:off x="2504414" y="1341439"/>
            <a:ext cx="2052000" cy="359621"/>
          </a:xfrm>
          <a:prstGeom prst="roundRect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 w="12700">
            <a:noFill/>
          </a:ln>
          <a:effectLst/>
        </p:spPr>
        <p:txBody>
          <a:bodyPr lIns="0" tIns="0" rIns="0" bIns="0" rtlCol="0" anchor="ctr" anchorCtr="0"/>
          <a:lstStyle/>
          <a:p>
            <a:pPr algn="ctr"/>
            <a:r>
              <a:rPr lang="ko-KR" altLang="en-US" sz="14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②  </a:t>
            </a:r>
            <a:r>
              <a:rPr lang="en-US" altLang="ko-KR" sz="14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AI</a:t>
            </a:r>
            <a:r>
              <a:rPr lang="ko-KR" altLang="en-US" sz="1400" b="1" spc="-15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거버넌스운영지침</a:t>
            </a:r>
            <a:endParaRPr lang="ko-KR" altLang="en-US" sz="1400" b="1" spc="-1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lt1"/>
              </a:solidFill>
              <a:latin typeface="+mn-ea"/>
            </a:endParaRPr>
          </a:p>
        </p:txBody>
      </p:sp>
      <p:sp>
        <p:nvSpPr>
          <p:cNvPr id="8" name="사각형: 둥근 모서리 20">
            <a:extLst>
              <a:ext uri="{FF2B5EF4-FFF2-40B4-BE49-F238E27FC236}">
                <a16:creationId xmlns:a16="http://schemas.microsoft.com/office/drawing/2014/main" id="{ED027CD3-E453-EDC5-E119-243B8130062A}"/>
              </a:ext>
            </a:extLst>
          </p:cNvPr>
          <p:cNvSpPr/>
          <p:nvPr/>
        </p:nvSpPr>
        <p:spPr>
          <a:xfrm>
            <a:off x="407987" y="1701060"/>
            <a:ext cx="11376025" cy="475212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accent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" altLang="ko-KR" sz="14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lt1"/>
              </a:solidFill>
              <a:latin typeface="+mn-ea"/>
            </a:endParaRPr>
          </a:p>
        </p:txBody>
      </p:sp>
      <p:sp>
        <p:nvSpPr>
          <p:cNvPr id="9" name="Rectangle: Rounded Corners 46">
            <a:extLst>
              <a:ext uri="{FF2B5EF4-FFF2-40B4-BE49-F238E27FC236}">
                <a16:creationId xmlns:a16="http://schemas.microsoft.com/office/drawing/2014/main" id="{2482C321-2E78-1DDA-D0D4-2A8FBCA71F57}"/>
              </a:ext>
            </a:extLst>
          </p:cNvPr>
          <p:cNvSpPr/>
          <p:nvPr/>
        </p:nvSpPr>
        <p:spPr>
          <a:xfrm>
            <a:off x="5277149" y="1840770"/>
            <a:ext cx="6259531" cy="4498908"/>
          </a:xfrm>
          <a:prstGeom prst="snip1Rect">
            <a:avLst/>
          </a:prstGeom>
          <a:pattFill prst="dkUpDiag">
            <a:fgClr>
              <a:schemeClr val="accent1">
                <a:lumMod val="20000"/>
                <a:lumOff val="80000"/>
              </a:schemeClr>
            </a:fgClr>
            <a:bgClr>
              <a:prstClr val="white"/>
            </a:bgClr>
          </a:pattFill>
          <a:ln w="3175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 anchorCtr="0"/>
          <a:lstStyle/>
          <a:p>
            <a:pPr marL="0" marR="0" lvl="0" indent="0" algn="ctr" defTabSz="10428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1" i="0" u="none" strike="noStrike" kern="0" cap="none" spc="0" normalizeH="0" baseline="0" noProof="0">
              <a:ln>
                <a:solidFill>
                  <a:srgbClr val="A5C249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+mn-ea"/>
              <a:cs typeface="Pretendard SemiBold" panose="02000703000000020004" pitchFamily="50" charset="-127"/>
            </a:endParaRPr>
          </a:p>
        </p:txBody>
      </p:sp>
      <p:sp>
        <p:nvSpPr>
          <p:cNvPr id="10" name="사각형: 둥근 모서리 20">
            <a:extLst>
              <a:ext uri="{FF2B5EF4-FFF2-40B4-BE49-F238E27FC236}">
                <a16:creationId xmlns:a16="http://schemas.microsoft.com/office/drawing/2014/main" id="{326CE046-3AB4-1B0D-F189-478F287921BF}"/>
              </a:ext>
            </a:extLst>
          </p:cNvPr>
          <p:cNvSpPr/>
          <p:nvPr/>
        </p:nvSpPr>
        <p:spPr>
          <a:xfrm>
            <a:off x="407988" y="1341439"/>
            <a:ext cx="2052000" cy="359621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4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① </a:t>
            </a:r>
            <a:r>
              <a:rPr lang="en-US" altLang="ko-KR" sz="14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AI</a:t>
            </a:r>
            <a:r>
              <a:rPr lang="ko-KR" altLang="en-US" sz="1400" b="1" spc="-15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거버넌스규정</a:t>
            </a:r>
            <a:endParaRPr lang="ko-KR" altLang="en-US" sz="1400" b="1" spc="-1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lt1"/>
              </a:solidFill>
              <a:latin typeface="+mn-ea"/>
            </a:endParaRPr>
          </a:p>
        </p:txBody>
      </p:sp>
      <p:sp>
        <p:nvSpPr>
          <p:cNvPr id="11" name="Rectangle: Rounded Corners 46">
            <a:extLst>
              <a:ext uri="{FF2B5EF4-FFF2-40B4-BE49-F238E27FC236}">
                <a16:creationId xmlns:a16="http://schemas.microsoft.com/office/drawing/2014/main" id="{C3CA1B37-999F-E968-334A-EDF7E9583A5C}"/>
              </a:ext>
            </a:extLst>
          </p:cNvPr>
          <p:cNvSpPr/>
          <p:nvPr/>
        </p:nvSpPr>
        <p:spPr>
          <a:xfrm>
            <a:off x="5479142" y="1926993"/>
            <a:ext cx="2052190" cy="379253"/>
          </a:xfrm>
          <a:prstGeom prst="roundRect">
            <a:avLst>
              <a:gd name="adj" fmla="val 11418"/>
            </a:avLst>
          </a:prstGeom>
          <a:noFill/>
          <a:ln w="3175" cap="flat" cmpd="sng" algn="ctr">
            <a:noFill/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marL="0" marR="0" lvl="0" indent="0" defTabSz="10428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Contents</a:t>
            </a:r>
          </a:p>
        </p:txBody>
      </p:sp>
      <p:sp>
        <p:nvSpPr>
          <p:cNvPr id="12" name="Rectangle: Rounded Corners 46">
            <a:extLst>
              <a:ext uri="{FF2B5EF4-FFF2-40B4-BE49-F238E27FC236}">
                <a16:creationId xmlns:a16="http://schemas.microsoft.com/office/drawing/2014/main" id="{3D48F42B-AE49-D59D-8629-921B00ED2068}"/>
              </a:ext>
            </a:extLst>
          </p:cNvPr>
          <p:cNvSpPr/>
          <p:nvPr/>
        </p:nvSpPr>
        <p:spPr>
          <a:xfrm>
            <a:off x="1943373" y="3019330"/>
            <a:ext cx="3250142" cy="601227"/>
          </a:xfrm>
          <a:prstGeom prst="roundRect">
            <a:avLst>
              <a:gd name="adj" fmla="val 11418"/>
            </a:avLst>
          </a:prstGeom>
          <a:solidFill>
            <a:schemeClr val="bg1">
              <a:lumMod val="95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wrap="square" lIns="90000" tIns="0" rIns="90000" bIns="0" rtlCol="0" anchor="ctr" anchorCtr="0"/>
          <a:lstStyle/>
          <a:p>
            <a:pPr marL="171450" marR="0" lvl="0" indent="-171450" defTabSz="10428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원칙 및 기준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: AI 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윤리기준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, AI 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서비스 위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·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수탁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, </a:t>
            </a:r>
            <a:r>
              <a:rPr lang="ko-KR" altLang="en-US" sz="1200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이용자 및 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금융소비자의 보호</a:t>
            </a:r>
          </a:p>
        </p:txBody>
      </p:sp>
      <p:sp>
        <p:nvSpPr>
          <p:cNvPr id="13" name="Rectangle: Rounded Corners 46">
            <a:extLst>
              <a:ext uri="{FF2B5EF4-FFF2-40B4-BE49-F238E27FC236}">
                <a16:creationId xmlns:a16="http://schemas.microsoft.com/office/drawing/2014/main" id="{AECEB873-25C2-F326-D879-5935E12882E3}"/>
              </a:ext>
            </a:extLst>
          </p:cNvPr>
          <p:cNvSpPr/>
          <p:nvPr/>
        </p:nvSpPr>
        <p:spPr>
          <a:xfrm>
            <a:off x="1943373" y="1840770"/>
            <a:ext cx="3250142" cy="930621"/>
          </a:xfrm>
          <a:prstGeom prst="roundRect">
            <a:avLst>
              <a:gd name="adj" fmla="val 11418"/>
            </a:avLst>
          </a:prstGeom>
          <a:solidFill>
            <a:schemeClr val="bg1">
              <a:lumMod val="95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wrap="square" lIns="90000" tIns="0" rIns="90000" bIns="0" rtlCol="0" anchor="ctr" anchorCtr="0"/>
          <a:lstStyle/>
          <a:p>
            <a:pPr defTabSz="1042873">
              <a:lnSpc>
                <a:spcPct val="130000"/>
              </a:lnSpc>
            </a:pPr>
            <a:r>
              <a:rPr lang="en-US" altLang="ko-KR" sz="1200" kern="0" spc="-7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AI </a:t>
            </a:r>
            <a:r>
              <a:rPr lang="ko-KR" altLang="en-US" sz="1200" kern="0" spc="-7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도입 및 활용과 관련한 위험을 체계적으로 관리 위해 내부 규정으로 정의</a:t>
            </a:r>
          </a:p>
        </p:txBody>
      </p:sp>
      <p:sp>
        <p:nvSpPr>
          <p:cNvPr id="14" name="Rectangle: Rounded Corners 46">
            <a:extLst>
              <a:ext uri="{FF2B5EF4-FFF2-40B4-BE49-F238E27FC236}">
                <a16:creationId xmlns:a16="http://schemas.microsoft.com/office/drawing/2014/main" id="{6B8B9607-BD8D-2DE3-C1B4-377EF35A9B66}"/>
              </a:ext>
            </a:extLst>
          </p:cNvPr>
          <p:cNvSpPr/>
          <p:nvPr/>
        </p:nvSpPr>
        <p:spPr>
          <a:xfrm>
            <a:off x="1943373" y="3692886"/>
            <a:ext cx="3250142" cy="601227"/>
          </a:xfrm>
          <a:prstGeom prst="roundRect">
            <a:avLst>
              <a:gd name="adj" fmla="val 11418"/>
            </a:avLst>
          </a:prstGeom>
          <a:solidFill>
            <a:schemeClr val="bg1">
              <a:lumMod val="95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wrap="square" lIns="90000" tIns="0" rIns="90000" bIns="0" rtlCol="0" anchor="ctr" anchorCtr="0"/>
          <a:lstStyle/>
          <a:p>
            <a:pPr marL="171450" marR="0" lvl="0" indent="-171450" defTabSz="10428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AI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거버넌스 조직 구성 및 역할 </a:t>
            </a:r>
          </a:p>
        </p:txBody>
      </p:sp>
      <p:sp>
        <p:nvSpPr>
          <p:cNvPr id="15" name="Rectangle: Rounded Corners 46">
            <a:extLst>
              <a:ext uri="{FF2B5EF4-FFF2-40B4-BE49-F238E27FC236}">
                <a16:creationId xmlns:a16="http://schemas.microsoft.com/office/drawing/2014/main" id="{8D8A18E7-0A14-70DD-3BF0-BBE4D8A2F710}"/>
              </a:ext>
            </a:extLst>
          </p:cNvPr>
          <p:cNvSpPr/>
          <p:nvPr/>
        </p:nvSpPr>
        <p:spPr>
          <a:xfrm>
            <a:off x="1943373" y="4366440"/>
            <a:ext cx="3250142" cy="1310160"/>
          </a:xfrm>
          <a:prstGeom prst="roundRect">
            <a:avLst>
              <a:gd name="adj" fmla="val 5596"/>
            </a:avLst>
          </a:prstGeom>
          <a:solidFill>
            <a:schemeClr val="bg1">
              <a:lumMod val="95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wrap="square" lIns="90000" tIns="0" rIns="90000" bIns="0" rtlCol="0" anchor="ctr" anchorCtr="0"/>
          <a:lstStyle/>
          <a:p>
            <a:pPr marL="171450" marR="0" lvl="0" indent="-171450" defTabSz="10428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AI 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개발 및 운영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(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일반 기준 및 원칙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)</a:t>
            </a:r>
          </a:p>
          <a:p>
            <a:pPr marL="171450" marR="0" lvl="0" indent="-171450" defTabSz="10428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AI 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위험관리 정책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: 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일반기준 및 원칙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, </a:t>
            </a:r>
            <a:b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</a:b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생애 주기별 정책 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(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기획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·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설계 단계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, 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개발 단계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, 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평가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·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점검 단계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, 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도입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·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운영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·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모니터링 단계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) </a:t>
            </a:r>
          </a:p>
        </p:txBody>
      </p:sp>
      <p:sp>
        <p:nvSpPr>
          <p:cNvPr id="16" name="Rectangle: Rounded Corners 46">
            <a:extLst>
              <a:ext uri="{FF2B5EF4-FFF2-40B4-BE49-F238E27FC236}">
                <a16:creationId xmlns:a16="http://schemas.microsoft.com/office/drawing/2014/main" id="{E15EB224-7BD1-5DCE-1374-10752F126C93}"/>
              </a:ext>
            </a:extLst>
          </p:cNvPr>
          <p:cNvSpPr/>
          <p:nvPr/>
        </p:nvSpPr>
        <p:spPr>
          <a:xfrm>
            <a:off x="1943373" y="5790110"/>
            <a:ext cx="3250142" cy="549568"/>
          </a:xfrm>
          <a:prstGeom prst="roundRect">
            <a:avLst>
              <a:gd name="adj" fmla="val 11418"/>
            </a:avLst>
          </a:prstGeom>
          <a:solidFill>
            <a:schemeClr val="bg1">
              <a:lumMod val="95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wrap="square" lIns="90000" tIns="0" rIns="90000" bIns="0" rtlCol="0" anchor="ctr" anchorCtr="0"/>
          <a:lstStyle/>
          <a:p>
            <a:pPr marL="0" marR="0" lvl="0" indent="0" algn="ctr" defTabSz="10428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전사</a:t>
            </a:r>
            <a:endParaRPr kumimoji="0" lang="en-US" altLang="ko-KR" sz="1200" i="0" u="none" strike="noStrike" kern="0" cap="none" spc="0" normalizeH="0" baseline="0" noProof="0">
              <a:ln>
                <a:solidFill>
                  <a:srgbClr val="A5C249">
                    <a:alpha val="0"/>
                  </a:srgbClr>
                </a:solidFill>
              </a:ln>
              <a:effectLst/>
              <a:uLnTx/>
              <a:uFillTx/>
              <a:latin typeface="+mn-ea"/>
              <a:cs typeface="Pretendard SemiBold" panose="0200070300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97F1894-4FAE-F141-DBEE-09B593D8F5E5}"/>
              </a:ext>
            </a:extLst>
          </p:cNvPr>
          <p:cNvSpPr/>
          <p:nvPr/>
        </p:nvSpPr>
        <p:spPr>
          <a:xfrm>
            <a:off x="5598487" y="3055927"/>
            <a:ext cx="236220" cy="2973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>
              <a:latin typeface="+mn-ea"/>
            </a:endParaRPr>
          </a:p>
        </p:txBody>
      </p:sp>
      <p:sp>
        <p:nvSpPr>
          <p:cNvPr id="18" name="Rectangle: Rounded Corners 46">
            <a:extLst>
              <a:ext uri="{FF2B5EF4-FFF2-40B4-BE49-F238E27FC236}">
                <a16:creationId xmlns:a16="http://schemas.microsoft.com/office/drawing/2014/main" id="{E7C60474-6A08-6577-C756-91F8DE39BD60}"/>
              </a:ext>
            </a:extLst>
          </p:cNvPr>
          <p:cNvSpPr/>
          <p:nvPr/>
        </p:nvSpPr>
        <p:spPr>
          <a:xfrm>
            <a:off x="5598487" y="2356890"/>
            <a:ext cx="2643813" cy="396000"/>
          </a:xfrm>
          <a:prstGeom prst="roundRect">
            <a:avLst>
              <a:gd name="adj" fmla="val 11418"/>
            </a:avLst>
          </a:prstGeom>
          <a:solidFill>
            <a:srgbClr val="043B72"/>
          </a:solidFill>
          <a:ln w="3175" cap="flat" cmpd="sng" algn="ctr">
            <a:noFill/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marL="0" marR="0" lvl="0" indent="0" algn="ctr" defTabSz="10428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제</a:t>
            </a:r>
            <a:r>
              <a:rPr kumimoji="0" lang="en-US" altLang="ko-KR" sz="1200" b="1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1</a:t>
            </a:r>
            <a:r>
              <a:rPr kumimoji="0" lang="ko-KR" altLang="en-US" sz="1200" b="1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장</a:t>
            </a:r>
            <a:br>
              <a:rPr kumimoji="0" lang="en-US" altLang="ko-KR" sz="1200" b="1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</a:br>
            <a:r>
              <a:rPr kumimoji="0" lang="ko-KR" altLang="en-US" sz="1200" b="1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총칙</a:t>
            </a:r>
            <a:endParaRPr kumimoji="0" lang="en-US" altLang="ko-KR" sz="1200" b="1" i="0" u="none" strike="noStrike" kern="0" cap="none" spc="0" normalizeH="0" baseline="0" noProof="0">
              <a:ln>
                <a:solidFill>
                  <a:srgbClr val="A5C249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+mn-ea"/>
              <a:cs typeface="Pretendard SemiBold" panose="02000703000000020004" pitchFamily="50" charset="-127"/>
            </a:endParaRPr>
          </a:p>
        </p:txBody>
      </p:sp>
      <p:sp>
        <p:nvSpPr>
          <p:cNvPr id="20" name="Rectangle: Rounded Corners 46">
            <a:extLst>
              <a:ext uri="{FF2B5EF4-FFF2-40B4-BE49-F238E27FC236}">
                <a16:creationId xmlns:a16="http://schemas.microsoft.com/office/drawing/2014/main" id="{1762DD5E-A1D0-26F5-B29F-CC4969CA2DFB}"/>
              </a:ext>
            </a:extLst>
          </p:cNvPr>
          <p:cNvSpPr/>
          <p:nvPr/>
        </p:nvSpPr>
        <p:spPr>
          <a:xfrm>
            <a:off x="8569746" y="2362206"/>
            <a:ext cx="2643813" cy="396000"/>
          </a:xfrm>
          <a:prstGeom prst="roundRect">
            <a:avLst>
              <a:gd name="adj" fmla="val 11418"/>
            </a:avLst>
          </a:prstGeom>
          <a:solidFill>
            <a:srgbClr val="043B72"/>
          </a:solidFill>
          <a:ln w="3175" cap="flat" cmpd="sng" algn="ctr">
            <a:noFill/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algn="ctr" defTabSz="1042873" latinLnBrk="0">
              <a:defRPr/>
            </a:pP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제</a:t>
            </a: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4</a:t>
            </a: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장</a:t>
            </a:r>
            <a:b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</a:b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AI </a:t>
            </a: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개발 및 운영</a:t>
            </a:r>
            <a:endParaRPr lang="en-US" altLang="ko-KR" sz="1200" b="1" kern="0">
              <a:ln>
                <a:solidFill>
                  <a:srgbClr val="A5C249">
                    <a:alpha val="0"/>
                  </a:srgbClr>
                </a:solidFill>
              </a:ln>
              <a:solidFill>
                <a:prstClr val="white"/>
              </a:solidFill>
              <a:latin typeface="+mn-ea"/>
            </a:endParaRPr>
          </a:p>
        </p:txBody>
      </p:sp>
      <p:sp>
        <p:nvSpPr>
          <p:cNvPr id="21" name="Rectangle: Rounded Corners 46">
            <a:extLst>
              <a:ext uri="{FF2B5EF4-FFF2-40B4-BE49-F238E27FC236}">
                <a16:creationId xmlns:a16="http://schemas.microsoft.com/office/drawing/2014/main" id="{E8942230-CFD1-9B31-5F26-83ECA0ED5EB0}"/>
              </a:ext>
            </a:extLst>
          </p:cNvPr>
          <p:cNvSpPr/>
          <p:nvPr/>
        </p:nvSpPr>
        <p:spPr>
          <a:xfrm>
            <a:off x="5935702" y="3422930"/>
            <a:ext cx="2299326" cy="324000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1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윤리기준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22" name="Rectangle: Rounded Corners 46">
            <a:extLst>
              <a:ext uri="{FF2B5EF4-FFF2-40B4-BE49-F238E27FC236}">
                <a16:creationId xmlns:a16="http://schemas.microsoft.com/office/drawing/2014/main" id="{FE3023D4-2FFE-9DDA-A169-634D0A33FA40}"/>
              </a:ext>
            </a:extLst>
          </p:cNvPr>
          <p:cNvSpPr/>
          <p:nvPr/>
        </p:nvSpPr>
        <p:spPr>
          <a:xfrm>
            <a:off x="5935702" y="3883950"/>
            <a:ext cx="2299326" cy="324000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2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AI 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서비스 위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·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수탁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23" name="Rectangle: Rounded Corners 46">
            <a:extLst>
              <a:ext uri="{FF2B5EF4-FFF2-40B4-BE49-F238E27FC236}">
                <a16:creationId xmlns:a16="http://schemas.microsoft.com/office/drawing/2014/main" id="{13D99F82-225A-8F84-A6FA-16037B4F8A57}"/>
              </a:ext>
            </a:extLst>
          </p:cNvPr>
          <p:cNvSpPr/>
          <p:nvPr/>
        </p:nvSpPr>
        <p:spPr>
          <a:xfrm>
            <a:off x="5935702" y="4344970"/>
            <a:ext cx="2299326" cy="324000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non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3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이용자</a:t>
            </a:r>
            <a:r>
              <a:rPr lang="ko-KR" altLang="en-US" sz="1100" b="1" spc="-150">
                <a:latin typeface="+mn-ea"/>
                <a:cs typeface="Pretendard" panose="02000503000000020004" pitchFamily="50" charset="-127"/>
              </a:rPr>
              <a:t> 및 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금융소비자의 보호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24" name="Rectangle: Rounded Corners 46">
            <a:extLst>
              <a:ext uri="{FF2B5EF4-FFF2-40B4-BE49-F238E27FC236}">
                <a16:creationId xmlns:a16="http://schemas.microsoft.com/office/drawing/2014/main" id="{A7DD4A65-75FC-B2FD-A690-769572DD3BD1}"/>
              </a:ext>
            </a:extLst>
          </p:cNvPr>
          <p:cNvSpPr/>
          <p:nvPr/>
        </p:nvSpPr>
        <p:spPr>
          <a:xfrm>
            <a:off x="8906961" y="5388302"/>
            <a:ext cx="2299326" cy="324000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1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공통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25" name="Rectangle: Rounded Corners 46">
            <a:extLst>
              <a:ext uri="{FF2B5EF4-FFF2-40B4-BE49-F238E27FC236}">
                <a16:creationId xmlns:a16="http://schemas.microsoft.com/office/drawing/2014/main" id="{68FDB8AF-3CEB-74C4-9C24-8561D50185B6}"/>
              </a:ext>
            </a:extLst>
          </p:cNvPr>
          <p:cNvSpPr/>
          <p:nvPr/>
        </p:nvSpPr>
        <p:spPr>
          <a:xfrm>
            <a:off x="8906961" y="5800032"/>
            <a:ext cx="2299326" cy="324000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2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생애주기별 관리 정책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299B8DC9-1E21-D756-AA97-B10E8A944ECA}"/>
              </a:ext>
            </a:extLst>
          </p:cNvPr>
          <p:cNvCxnSpPr>
            <a:cxnSpLocks/>
            <a:endCxn id="21" idx="1"/>
          </p:cNvCxnSpPr>
          <p:nvPr/>
        </p:nvCxnSpPr>
        <p:spPr>
          <a:xfrm rot="16200000" flipH="1">
            <a:off x="5676637" y="3325865"/>
            <a:ext cx="299022" cy="219108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1F324EB0-5366-30A6-8938-AA5F39ABE692}"/>
              </a:ext>
            </a:extLst>
          </p:cNvPr>
          <p:cNvCxnSpPr>
            <a:cxnSpLocks/>
            <a:endCxn id="22" idx="1"/>
          </p:cNvCxnSpPr>
          <p:nvPr/>
        </p:nvCxnSpPr>
        <p:spPr>
          <a:xfrm rot="16200000" flipH="1">
            <a:off x="5431422" y="3541670"/>
            <a:ext cx="789450" cy="219110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7DEA6B9D-8242-FE74-95D3-2EEFCC0C8300}"/>
              </a:ext>
            </a:extLst>
          </p:cNvPr>
          <p:cNvCxnSpPr>
            <a:cxnSpLocks/>
            <a:endCxn id="23" idx="1"/>
          </p:cNvCxnSpPr>
          <p:nvPr/>
        </p:nvCxnSpPr>
        <p:spPr>
          <a:xfrm rot="16200000" flipH="1">
            <a:off x="5213638" y="3784906"/>
            <a:ext cx="1225022" cy="219106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: Rounded Corners 46">
            <a:extLst>
              <a:ext uri="{FF2B5EF4-FFF2-40B4-BE49-F238E27FC236}">
                <a16:creationId xmlns:a16="http://schemas.microsoft.com/office/drawing/2014/main" id="{0A856704-C7C9-AF2E-6D3A-28EF7B0FBC39}"/>
              </a:ext>
            </a:extLst>
          </p:cNvPr>
          <p:cNvSpPr/>
          <p:nvPr/>
        </p:nvSpPr>
        <p:spPr>
          <a:xfrm>
            <a:off x="5598487" y="2889910"/>
            <a:ext cx="2643813" cy="396000"/>
          </a:xfrm>
          <a:prstGeom prst="roundRect">
            <a:avLst>
              <a:gd name="adj" fmla="val 11418"/>
            </a:avLst>
          </a:prstGeom>
          <a:solidFill>
            <a:srgbClr val="043B72"/>
          </a:solidFill>
          <a:ln w="3175" cap="flat" cmpd="sng" algn="ctr">
            <a:noFill/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algn="ctr" defTabSz="1042873" latinLnBrk="0">
              <a:defRPr/>
            </a:pP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제</a:t>
            </a: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2</a:t>
            </a: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장</a:t>
            </a:r>
            <a:b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</a:b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원칙 및 기준</a:t>
            </a:r>
            <a:endParaRPr lang="en-US" altLang="ko-KR" sz="1200" b="1" kern="0">
              <a:ln>
                <a:solidFill>
                  <a:srgbClr val="A5C249">
                    <a:alpha val="0"/>
                  </a:srgbClr>
                </a:solidFill>
              </a:ln>
              <a:solidFill>
                <a:prstClr val="white"/>
              </a:solidFill>
              <a:latin typeface="+mn-ea"/>
            </a:endParaRPr>
          </a:p>
        </p:txBody>
      </p: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FABAF4A3-3C91-9C13-5B72-3C8B5B073BF5}"/>
              </a:ext>
            </a:extLst>
          </p:cNvPr>
          <p:cNvCxnSpPr>
            <a:cxnSpLocks/>
          </p:cNvCxnSpPr>
          <p:nvPr/>
        </p:nvCxnSpPr>
        <p:spPr>
          <a:xfrm rot="16200000" flipH="1">
            <a:off x="8563647" y="5053533"/>
            <a:ext cx="467522" cy="219105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연결선: 꺾임 30">
            <a:extLst>
              <a:ext uri="{FF2B5EF4-FFF2-40B4-BE49-F238E27FC236}">
                <a16:creationId xmlns:a16="http://schemas.microsoft.com/office/drawing/2014/main" id="{261960AF-51F3-2530-4B22-F9F0A51D7BC7}"/>
              </a:ext>
            </a:extLst>
          </p:cNvPr>
          <p:cNvCxnSpPr>
            <a:cxnSpLocks/>
          </p:cNvCxnSpPr>
          <p:nvPr/>
        </p:nvCxnSpPr>
        <p:spPr>
          <a:xfrm rot="16200000" flipH="1">
            <a:off x="8304338" y="5312842"/>
            <a:ext cx="986140" cy="219105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: Rounded Corners 46">
            <a:extLst>
              <a:ext uri="{FF2B5EF4-FFF2-40B4-BE49-F238E27FC236}">
                <a16:creationId xmlns:a16="http://schemas.microsoft.com/office/drawing/2014/main" id="{061FF93D-DF81-2EEF-BB33-0856AD42F3B6}"/>
              </a:ext>
            </a:extLst>
          </p:cNvPr>
          <p:cNvSpPr/>
          <p:nvPr/>
        </p:nvSpPr>
        <p:spPr>
          <a:xfrm>
            <a:off x="8569746" y="4904574"/>
            <a:ext cx="2643813" cy="396000"/>
          </a:xfrm>
          <a:prstGeom prst="roundRect">
            <a:avLst>
              <a:gd name="adj" fmla="val 11418"/>
            </a:avLst>
          </a:prstGeom>
          <a:solidFill>
            <a:srgbClr val="043B72"/>
          </a:solidFill>
          <a:ln w="3175" cap="flat" cmpd="sng" algn="ctr">
            <a:noFill/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algn="ctr" defTabSz="1042873" latinLnBrk="0">
              <a:defRPr/>
            </a:pP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제</a:t>
            </a: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5</a:t>
            </a: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장</a:t>
            </a:r>
            <a:b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</a:b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AI </a:t>
            </a: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위험관리정책</a:t>
            </a:r>
            <a:endParaRPr lang="en-US" altLang="ko-KR" sz="1200" b="1" kern="0">
              <a:ln>
                <a:solidFill>
                  <a:srgbClr val="A5C249">
                    <a:alpha val="0"/>
                  </a:srgbClr>
                </a:solidFill>
              </a:ln>
              <a:solidFill>
                <a:prstClr val="white"/>
              </a:solidFill>
              <a:latin typeface="+mn-ea"/>
            </a:endParaRPr>
          </a:p>
        </p:txBody>
      </p:sp>
      <p:sp>
        <p:nvSpPr>
          <p:cNvPr id="33" name="Rectangle: Rounded Corners 46">
            <a:extLst>
              <a:ext uri="{FF2B5EF4-FFF2-40B4-BE49-F238E27FC236}">
                <a16:creationId xmlns:a16="http://schemas.microsoft.com/office/drawing/2014/main" id="{03CE3A4B-EDF4-1B86-0D3C-7FBFE75CAC71}"/>
              </a:ext>
            </a:extLst>
          </p:cNvPr>
          <p:cNvSpPr/>
          <p:nvPr/>
        </p:nvSpPr>
        <p:spPr>
          <a:xfrm>
            <a:off x="522288" y="1840770"/>
            <a:ext cx="1204912" cy="930621"/>
          </a:xfrm>
          <a:prstGeom prst="roundRect">
            <a:avLst>
              <a:gd name="adj" fmla="val 11418"/>
            </a:avLst>
          </a:prstGeom>
          <a:solidFill>
            <a:srgbClr val="F4B183"/>
          </a:solidFill>
          <a:ln>
            <a:solidFill>
              <a:schemeClr val="bg1"/>
            </a:solidFill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목적</a:t>
            </a:r>
            <a:endParaRPr kumimoji="0" lang="en-US" altLang="ko-KR" sz="14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34" name="Rectangle: Rounded Corners 46">
            <a:extLst>
              <a:ext uri="{FF2B5EF4-FFF2-40B4-BE49-F238E27FC236}">
                <a16:creationId xmlns:a16="http://schemas.microsoft.com/office/drawing/2014/main" id="{47E5FA5A-59DB-65FD-63BC-5221DD99406E}"/>
              </a:ext>
            </a:extLst>
          </p:cNvPr>
          <p:cNvSpPr/>
          <p:nvPr/>
        </p:nvSpPr>
        <p:spPr>
          <a:xfrm>
            <a:off x="522289" y="2906401"/>
            <a:ext cx="1204912" cy="2833165"/>
          </a:xfrm>
          <a:prstGeom prst="roundRect">
            <a:avLst>
              <a:gd name="adj" fmla="val 6675"/>
            </a:avLst>
          </a:prstGeom>
          <a:solidFill>
            <a:srgbClr val="F4B183"/>
          </a:solidFill>
          <a:ln>
            <a:solidFill>
              <a:schemeClr val="bg1"/>
            </a:solidFill>
          </a:ln>
        </p:spPr>
        <p:txBody>
          <a:bodyPr spcFirstLastPara="1" wrap="square" lIns="0" tIns="0" rIns="504000" bIns="0" anchor="ctr" anchorCtr="0">
            <a:no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주요 </a:t>
            </a:r>
            <a:endParaRPr kumimoji="0" lang="en-US" altLang="ko-KR" sz="14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ea"/>
              <a:cs typeface="Pretendard" panose="02000503000000020004" pitchFamily="50" charset="-127"/>
            </a:endParaRPr>
          </a:p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내용</a:t>
            </a:r>
            <a:endParaRPr kumimoji="0" lang="en-US" altLang="ko-KR" sz="14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ea"/>
              <a:cs typeface="Pretendard" panose="02000503000000020004" pitchFamily="50" charset="-127"/>
            </a:endParaRPr>
          </a:p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(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문서 목차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*)</a:t>
            </a:r>
          </a:p>
        </p:txBody>
      </p:sp>
      <p:sp>
        <p:nvSpPr>
          <p:cNvPr id="35" name="Rectangle: Rounded Corners 46">
            <a:extLst>
              <a:ext uri="{FF2B5EF4-FFF2-40B4-BE49-F238E27FC236}">
                <a16:creationId xmlns:a16="http://schemas.microsoft.com/office/drawing/2014/main" id="{F07BA1CB-E057-7F2E-1A4E-69DBA0523939}"/>
              </a:ext>
            </a:extLst>
          </p:cNvPr>
          <p:cNvSpPr/>
          <p:nvPr/>
        </p:nvSpPr>
        <p:spPr>
          <a:xfrm>
            <a:off x="522289" y="5790110"/>
            <a:ext cx="1204912" cy="549568"/>
          </a:xfrm>
          <a:prstGeom prst="roundRect">
            <a:avLst>
              <a:gd name="adj" fmla="val 22435"/>
            </a:avLst>
          </a:prstGeom>
          <a:solidFill>
            <a:srgbClr val="F4B183"/>
          </a:solidFill>
          <a:ln>
            <a:solidFill>
              <a:schemeClr val="bg1"/>
            </a:solidFill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사용자</a:t>
            </a:r>
            <a:endParaRPr kumimoji="0" lang="en-US" altLang="ko-KR" sz="14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36" name="Rectangle: Rounded Corners 46">
            <a:extLst>
              <a:ext uri="{FF2B5EF4-FFF2-40B4-BE49-F238E27FC236}">
                <a16:creationId xmlns:a16="http://schemas.microsoft.com/office/drawing/2014/main" id="{E8B9929C-EF47-2DEB-06B8-6A51C6D1AE8D}"/>
              </a:ext>
            </a:extLst>
          </p:cNvPr>
          <p:cNvSpPr/>
          <p:nvPr/>
        </p:nvSpPr>
        <p:spPr>
          <a:xfrm>
            <a:off x="1228725" y="3019331"/>
            <a:ext cx="582110" cy="601229"/>
          </a:xfrm>
          <a:prstGeom prst="roundRect">
            <a:avLst>
              <a:gd name="adj" fmla="val 11418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bg1"/>
            </a:solidFill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algn="ctr" defTabSz="1042873"/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원칙</a:t>
            </a: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/</a:t>
            </a:r>
          </a:p>
          <a:p>
            <a:pPr algn="ctr" defTabSz="1042873"/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기준</a:t>
            </a:r>
            <a:endParaRPr lang="en-US" altLang="ko-KR" sz="1200" b="1" kern="0">
              <a:ln>
                <a:solidFill>
                  <a:srgbClr val="A5C249">
                    <a:alpha val="0"/>
                  </a:srgbClr>
                </a:solidFill>
              </a:ln>
              <a:latin typeface="+mn-ea"/>
              <a:cs typeface="Pretendard SemiBold" panose="02000703000000020004" pitchFamily="50" charset="-127"/>
            </a:endParaRPr>
          </a:p>
        </p:txBody>
      </p:sp>
      <p:sp>
        <p:nvSpPr>
          <p:cNvPr id="37" name="Rectangle: Rounded Corners 46">
            <a:extLst>
              <a:ext uri="{FF2B5EF4-FFF2-40B4-BE49-F238E27FC236}">
                <a16:creationId xmlns:a16="http://schemas.microsoft.com/office/drawing/2014/main" id="{A5317790-890F-E593-16B2-C695A75DF0D1}"/>
              </a:ext>
            </a:extLst>
          </p:cNvPr>
          <p:cNvSpPr/>
          <p:nvPr/>
        </p:nvSpPr>
        <p:spPr>
          <a:xfrm>
            <a:off x="1228725" y="3692886"/>
            <a:ext cx="582110" cy="601229"/>
          </a:xfrm>
          <a:prstGeom prst="roundRect">
            <a:avLst>
              <a:gd name="adj" fmla="val 11418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bg1"/>
            </a:solidFill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algn="ctr" defTabSz="1042873"/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조직</a:t>
            </a:r>
            <a:endParaRPr lang="en-US" altLang="ko-KR" sz="1200" b="1" kern="0">
              <a:ln>
                <a:solidFill>
                  <a:srgbClr val="A5C249">
                    <a:alpha val="0"/>
                  </a:srgbClr>
                </a:solidFill>
              </a:ln>
              <a:latin typeface="+mn-ea"/>
              <a:cs typeface="Pretendard SemiBold" panose="02000703000000020004" pitchFamily="50" charset="-127"/>
            </a:endParaRPr>
          </a:p>
        </p:txBody>
      </p:sp>
      <p:sp>
        <p:nvSpPr>
          <p:cNvPr id="38" name="Rectangle: Rounded Corners 46">
            <a:extLst>
              <a:ext uri="{FF2B5EF4-FFF2-40B4-BE49-F238E27FC236}">
                <a16:creationId xmlns:a16="http://schemas.microsoft.com/office/drawing/2014/main" id="{55168640-ADCA-91D0-A33E-1BC579D8F1B6}"/>
              </a:ext>
            </a:extLst>
          </p:cNvPr>
          <p:cNvSpPr/>
          <p:nvPr/>
        </p:nvSpPr>
        <p:spPr>
          <a:xfrm>
            <a:off x="1228725" y="4366440"/>
            <a:ext cx="582110" cy="1310160"/>
          </a:xfrm>
          <a:prstGeom prst="roundRect">
            <a:avLst>
              <a:gd name="adj" fmla="val 11418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bg1"/>
            </a:solidFill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algn="ctr" defTabSz="1042873"/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개발</a:t>
            </a: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·</a:t>
            </a:r>
            <a:b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</a:b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운영 관리 체계</a:t>
            </a:r>
            <a:endParaRPr lang="en-US" altLang="ko-KR" sz="1200" b="1" kern="0">
              <a:ln>
                <a:solidFill>
                  <a:srgbClr val="A5C249">
                    <a:alpha val="0"/>
                  </a:srgbClr>
                </a:solidFill>
              </a:ln>
              <a:latin typeface="+mn-ea"/>
              <a:cs typeface="Pretendard SemiBold" panose="02000703000000020004" pitchFamily="50" charset="-127"/>
            </a:endParaRPr>
          </a:p>
        </p:txBody>
      </p:sp>
      <p:sp>
        <p:nvSpPr>
          <p:cNvPr id="44" name="Rectangle: Rounded Corners 46">
            <a:extLst>
              <a:ext uri="{FF2B5EF4-FFF2-40B4-BE49-F238E27FC236}">
                <a16:creationId xmlns:a16="http://schemas.microsoft.com/office/drawing/2014/main" id="{B90B9113-9AD2-4819-79CC-CD86B414B8F0}"/>
              </a:ext>
            </a:extLst>
          </p:cNvPr>
          <p:cNvSpPr/>
          <p:nvPr/>
        </p:nvSpPr>
        <p:spPr>
          <a:xfrm>
            <a:off x="5935702" y="4805990"/>
            <a:ext cx="2299326" cy="324000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4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</a:t>
            </a:r>
            <a:r>
              <a:rPr lang="ko-KR" altLang="en-US" sz="1100" b="1" err="1">
                <a:latin typeface="+mn-ea"/>
                <a:cs typeface="Pretendard" panose="02000503000000020004" pitchFamily="50" charset="-127"/>
              </a:rPr>
              <a:t>고영향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 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AI 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관리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45" name="Rectangle: Rounded Corners 46">
            <a:extLst>
              <a:ext uri="{FF2B5EF4-FFF2-40B4-BE49-F238E27FC236}">
                <a16:creationId xmlns:a16="http://schemas.microsoft.com/office/drawing/2014/main" id="{68963F85-6C98-6D63-44C2-645555D28E0C}"/>
              </a:ext>
            </a:extLst>
          </p:cNvPr>
          <p:cNvSpPr/>
          <p:nvPr/>
        </p:nvSpPr>
        <p:spPr>
          <a:xfrm>
            <a:off x="5935702" y="5267010"/>
            <a:ext cx="2299326" cy="324000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5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AI 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안전성 확보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60" name="Rectangle: Rounded Corners 46">
            <a:extLst>
              <a:ext uri="{FF2B5EF4-FFF2-40B4-BE49-F238E27FC236}">
                <a16:creationId xmlns:a16="http://schemas.microsoft.com/office/drawing/2014/main" id="{30BC5728-6865-A890-6B65-520875B8AA1E}"/>
              </a:ext>
            </a:extLst>
          </p:cNvPr>
          <p:cNvSpPr/>
          <p:nvPr/>
        </p:nvSpPr>
        <p:spPr>
          <a:xfrm>
            <a:off x="5598486" y="5728032"/>
            <a:ext cx="2643813" cy="396000"/>
          </a:xfrm>
          <a:prstGeom prst="roundRect">
            <a:avLst>
              <a:gd name="adj" fmla="val 11418"/>
            </a:avLst>
          </a:prstGeom>
          <a:solidFill>
            <a:srgbClr val="043B72"/>
          </a:solidFill>
          <a:ln w="3175" cap="flat" cmpd="sng" algn="ctr">
            <a:noFill/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algn="ctr" defTabSz="1042873">
              <a:defRPr/>
            </a:pP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제</a:t>
            </a: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3</a:t>
            </a: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장 </a:t>
            </a:r>
            <a:b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</a:b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AI </a:t>
            </a: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거버넌스 담당 </a:t>
            </a: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·</a:t>
            </a: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조직 및 협의체</a:t>
            </a:r>
            <a:endParaRPr lang="en-US" altLang="ko-KR" sz="1200" b="1" kern="0">
              <a:ln>
                <a:solidFill>
                  <a:srgbClr val="A5C249">
                    <a:alpha val="0"/>
                  </a:srgbClr>
                </a:solidFill>
              </a:ln>
              <a:solidFill>
                <a:prstClr val="white"/>
              </a:solidFill>
              <a:latin typeface="+mn-ea"/>
            </a:endParaRPr>
          </a:p>
        </p:txBody>
      </p:sp>
      <p:sp>
        <p:nvSpPr>
          <p:cNvPr id="64" name="Rectangle: Rounded Corners 46">
            <a:extLst>
              <a:ext uri="{FF2B5EF4-FFF2-40B4-BE49-F238E27FC236}">
                <a16:creationId xmlns:a16="http://schemas.microsoft.com/office/drawing/2014/main" id="{C7D2D623-7B02-FF33-EE11-776E9A41D85E}"/>
              </a:ext>
            </a:extLst>
          </p:cNvPr>
          <p:cNvSpPr/>
          <p:nvPr/>
        </p:nvSpPr>
        <p:spPr>
          <a:xfrm>
            <a:off x="8906961" y="2845934"/>
            <a:ext cx="2299326" cy="324000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1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공통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65" name="Rectangle: Rounded Corners 46">
            <a:extLst>
              <a:ext uri="{FF2B5EF4-FFF2-40B4-BE49-F238E27FC236}">
                <a16:creationId xmlns:a16="http://schemas.microsoft.com/office/drawing/2014/main" id="{3113979F-C7FA-EA44-B72B-8868D7727E2B}"/>
              </a:ext>
            </a:extLst>
          </p:cNvPr>
          <p:cNvSpPr/>
          <p:nvPr/>
        </p:nvSpPr>
        <p:spPr>
          <a:xfrm>
            <a:off x="8906961" y="3257662"/>
            <a:ext cx="2299326" cy="324000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2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기획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·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설계 단계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66" name="Rectangle: Rounded Corners 46">
            <a:extLst>
              <a:ext uri="{FF2B5EF4-FFF2-40B4-BE49-F238E27FC236}">
                <a16:creationId xmlns:a16="http://schemas.microsoft.com/office/drawing/2014/main" id="{2AC9CC35-69A4-6AFF-BF6D-1B09F279B7AE}"/>
              </a:ext>
            </a:extLst>
          </p:cNvPr>
          <p:cNvSpPr/>
          <p:nvPr/>
        </p:nvSpPr>
        <p:spPr>
          <a:xfrm>
            <a:off x="8906961" y="3669390"/>
            <a:ext cx="2299326" cy="324000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3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개발 단계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67" name="Rectangle: Rounded Corners 46">
            <a:extLst>
              <a:ext uri="{FF2B5EF4-FFF2-40B4-BE49-F238E27FC236}">
                <a16:creationId xmlns:a16="http://schemas.microsoft.com/office/drawing/2014/main" id="{78ADE4D1-9BEC-0C95-29E5-6443DDE67AF5}"/>
              </a:ext>
            </a:extLst>
          </p:cNvPr>
          <p:cNvSpPr/>
          <p:nvPr/>
        </p:nvSpPr>
        <p:spPr>
          <a:xfrm>
            <a:off x="8906961" y="4081118"/>
            <a:ext cx="2299326" cy="324000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4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평가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·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검증 단계 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68" name="Rectangle: Rounded Corners 46">
            <a:extLst>
              <a:ext uri="{FF2B5EF4-FFF2-40B4-BE49-F238E27FC236}">
                <a16:creationId xmlns:a16="http://schemas.microsoft.com/office/drawing/2014/main" id="{E71F021B-E08C-687F-7E0C-4D2CE87120BF}"/>
              </a:ext>
            </a:extLst>
          </p:cNvPr>
          <p:cNvSpPr/>
          <p:nvPr/>
        </p:nvSpPr>
        <p:spPr>
          <a:xfrm>
            <a:off x="8906961" y="4492846"/>
            <a:ext cx="2299326" cy="324000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5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도입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·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운영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·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모니터링 단계 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cxnSp>
        <p:nvCxnSpPr>
          <p:cNvPr id="73" name="연결선: 꺾임 27">
            <a:extLst>
              <a:ext uri="{FF2B5EF4-FFF2-40B4-BE49-F238E27FC236}">
                <a16:creationId xmlns:a16="http://schemas.microsoft.com/office/drawing/2014/main" id="{7059D0B9-7917-7B14-2D65-B12CD4D48223}"/>
              </a:ext>
            </a:extLst>
          </p:cNvPr>
          <p:cNvCxnSpPr>
            <a:cxnSpLocks/>
            <a:endCxn id="44" idx="1"/>
          </p:cNvCxnSpPr>
          <p:nvPr/>
        </p:nvCxnSpPr>
        <p:spPr>
          <a:xfrm rot="16200000" flipH="1">
            <a:off x="4985105" y="4017393"/>
            <a:ext cx="1682084" cy="219110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연결선: 꺾임 27">
            <a:extLst>
              <a:ext uri="{FF2B5EF4-FFF2-40B4-BE49-F238E27FC236}">
                <a16:creationId xmlns:a16="http://schemas.microsoft.com/office/drawing/2014/main" id="{1CAF4652-1C61-0433-6CFE-184656495F91}"/>
              </a:ext>
            </a:extLst>
          </p:cNvPr>
          <p:cNvCxnSpPr>
            <a:cxnSpLocks/>
            <a:endCxn id="45" idx="1"/>
          </p:cNvCxnSpPr>
          <p:nvPr/>
        </p:nvCxnSpPr>
        <p:spPr>
          <a:xfrm rot="16200000" flipH="1">
            <a:off x="4754595" y="4247903"/>
            <a:ext cx="2143104" cy="219110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22279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EF44E85-5228-7AC9-CA1B-DEEA186A440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III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．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AI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거버넌스 프레임워크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67D4BAE-C10C-CE68-AA06-E98A9FEBB74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[Back-up] AI </a:t>
            </a:r>
            <a:r>
              <a:rPr lang="ko-KR" altLang="en-US"/>
              <a:t>거버넌스 규정 및 지침 주요 내용 </a:t>
            </a:r>
            <a:r>
              <a:rPr lang="en-US" altLang="ko-KR"/>
              <a:t>(2/3)</a:t>
            </a:r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ED4832D-654D-75A3-739E-F8A0CFBD21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err="1"/>
              <a:t>미래에셋증권의</a:t>
            </a:r>
            <a:r>
              <a:rPr lang="ko-KR" altLang="en-US"/>
              <a:t> </a:t>
            </a:r>
            <a:r>
              <a:rPr lang="en-US" altLang="ko-KR"/>
              <a:t>AI</a:t>
            </a:r>
            <a:r>
              <a:rPr lang="ko-KR" altLang="en-US" err="1"/>
              <a:t>거버넌스운영지침의</a:t>
            </a:r>
            <a:r>
              <a:rPr lang="ko-KR" altLang="en-US"/>
              <a:t> 주요 내용은 다음과 같음</a:t>
            </a:r>
          </a:p>
        </p:txBody>
      </p:sp>
      <p:sp>
        <p:nvSpPr>
          <p:cNvPr id="6" name="사각형: 둥근 모서리 20">
            <a:extLst>
              <a:ext uri="{FF2B5EF4-FFF2-40B4-BE49-F238E27FC236}">
                <a16:creationId xmlns:a16="http://schemas.microsoft.com/office/drawing/2014/main" id="{55DE054D-21DD-DEB2-B02C-30A63C90E080}"/>
              </a:ext>
            </a:extLst>
          </p:cNvPr>
          <p:cNvSpPr/>
          <p:nvPr/>
        </p:nvSpPr>
        <p:spPr>
          <a:xfrm>
            <a:off x="4600839" y="1341439"/>
            <a:ext cx="2052000" cy="359621"/>
          </a:xfrm>
          <a:prstGeom prst="roundRect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 w="12700">
            <a:noFill/>
          </a:ln>
          <a:effectLst/>
        </p:spPr>
        <p:txBody>
          <a:bodyPr lIns="0" tIns="0" rIns="0" bIns="0" rtlCol="0" anchor="ctr" anchorCtr="0"/>
          <a:lstStyle/>
          <a:p>
            <a:pPr algn="ctr" defTabSz="914400"/>
            <a:r>
              <a:rPr lang="ko-KR" altLang="en-US" sz="1400" b="1" spc="-150">
                <a:solidFill>
                  <a:schemeClr val="bg1">
                    <a:lumMod val="95000"/>
                  </a:schemeClr>
                </a:solidFill>
                <a:latin typeface="+mn-ea"/>
                <a:cs typeface="Noto Sans" panose="020B0502040504020204" pitchFamily="34" charset="0"/>
              </a:rPr>
              <a:t>③ </a:t>
            </a:r>
            <a:r>
              <a:rPr lang="en-US" altLang="ko-KR" sz="1400" b="1" spc="-150">
                <a:solidFill>
                  <a:schemeClr val="bg1">
                    <a:lumMod val="95000"/>
                  </a:schemeClr>
                </a:solidFill>
                <a:latin typeface="+mn-ea"/>
                <a:cs typeface="Noto Sans" panose="020B0502040504020204" pitchFamily="34" charset="0"/>
              </a:rPr>
              <a:t>AI</a:t>
            </a:r>
            <a:r>
              <a:rPr lang="ko-KR" altLang="en-US" sz="1400" b="1" spc="-150">
                <a:solidFill>
                  <a:schemeClr val="bg1">
                    <a:lumMod val="95000"/>
                  </a:schemeClr>
                </a:solidFill>
                <a:latin typeface="+mn-ea"/>
                <a:cs typeface="Noto Sans" panose="020B0502040504020204" pitchFamily="34" charset="0"/>
              </a:rPr>
              <a:t>개발</a:t>
            </a:r>
            <a:r>
              <a:rPr lang="en-US" altLang="ko-KR" sz="1400" b="1" spc="-150">
                <a:solidFill>
                  <a:schemeClr val="bg1">
                    <a:lumMod val="95000"/>
                  </a:schemeClr>
                </a:solidFill>
                <a:latin typeface="+mn-ea"/>
                <a:cs typeface="Noto Sans" panose="020B0502040504020204" pitchFamily="34" charset="0"/>
              </a:rPr>
              <a:t>·</a:t>
            </a:r>
            <a:r>
              <a:rPr lang="ko-KR" altLang="en-US" sz="1400" b="1" spc="-150">
                <a:solidFill>
                  <a:schemeClr val="bg1">
                    <a:lumMod val="95000"/>
                  </a:schemeClr>
                </a:solidFill>
                <a:latin typeface="+mn-ea"/>
                <a:cs typeface="Noto Sans" panose="020B0502040504020204" pitchFamily="34" charset="0"/>
              </a:rPr>
              <a:t>운영지침</a:t>
            </a:r>
          </a:p>
        </p:txBody>
      </p:sp>
      <p:sp>
        <p:nvSpPr>
          <p:cNvPr id="7" name="사각형: 둥근 모서리 20">
            <a:extLst>
              <a:ext uri="{FF2B5EF4-FFF2-40B4-BE49-F238E27FC236}">
                <a16:creationId xmlns:a16="http://schemas.microsoft.com/office/drawing/2014/main" id="{918A46F7-4303-3645-6ADE-69F71CDC7D45}"/>
              </a:ext>
            </a:extLst>
          </p:cNvPr>
          <p:cNvSpPr/>
          <p:nvPr/>
        </p:nvSpPr>
        <p:spPr>
          <a:xfrm>
            <a:off x="407988" y="1341439"/>
            <a:ext cx="2052000" cy="359621"/>
          </a:xfrm>
          <a:prstGeom prst="roundRect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 w="12700">
            <a:noFill/>
          </a:ln>
          <a:effectLst/>
        </p:spPr>
        <p:txBody>
          <a:bodyPr lIns="0" tIns="0" rIns="0" bIns="0" rtlCol="0" anchor="ctr" anchorCtr="0"/>
          <a:lstStyle/>
          <a:p>
            <a:pPr algn="ctr"/>
            <a:r>
              <a:rPr lang="ko-KR" altLang="en-US" sz="14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① </a:t>
            </a:r>
            <a:r>
              <a:rPr lang="en-US" altLang="ko-KR" sz="14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AI</a:t>
            </a:r>
            <a:r>
              <a:rPr lang="ko-KR" altLang="en-US" sz="1400" b="1" spc="-15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거버넌스규정</a:t>
            </a:r>
            <a:endParaRPr lang="ko-KR" altLang="en-US" sz="1400" b="1" spc="-1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lt1"/>
              </a:solidFill>
              <a:latin typeface="+mn-ea"/>
            </a:endParaRPr>
          </a:p>
        </p:txBody>
      </p:sp>
      <p:sp>
        <p:nvSpPr>
          <p:cNvPr id="8" name="사각형: 둥근 모서리 20">
            <a:extLst>
              <a:ext uri="{FF2B5EF4-FFF2-40B4-BE49-F238E27FC236}">
                <a16:creationId xmlns:a16="http://schemas.microsoft.com/office/drawing/2014/main" id="{B374565C-17E9-B991-F03A-439BA1D3EEFF}"/>
              </a:ext>
            </a:extLst>
          </p:cNvPr>
          <p:cNvSpPr/>
          <p:nvPr/>
        </p:nvSpPr>
        <p:spPr>
          <a:xfrm>
            <a:off x="407987" y="1701060"/>
            <a:ext cx="11376025" cy="475212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accent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" altLang="ko-KR" sz="14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lt1"/>
              </a:solidFill>
              <a:latin typeface="+mn-ea"/>
            </a:endParaRPr>
          </a:p>
        </p:txBody>
      </p:sp>
      <p:sp>
        <p:nvSpPr>
          <p:cNvPr id="9" name="Rectangle: Rounded Corners 46">
            <a:extLst>
              <a:ext uri="{FF2B5EF4-FFF2-40B4-BE49-F238E27FC236}">
                <a16:creationId xmlns:a16="http://schemas.microsoft.com/office/drawing/2014/main" id="{61695D5B-7A9B-2970-F11A-2E2E727CBF59}"/>
              </a:ext>
            </a:extLst>
          </p:cNvPr>
          <p:cNvSpPr/>
          <p:nvPr/>
        </p:nvSpPr>
        <p:spPr>
          <a:xfrm>
            <a:off x="5277149" y="1840770"/>
            <a:ext cx="6259531" cy="4498908"/>
          </a:xfrm>
          <a:prstGeom prst="snip1Rect">
            <a:avLst/>
          </a:prstGeom>
          <a:pattFill prst="dkUpDiag">
            <a:fgClr>
              <a:schemeClr val="accent1">
                <a:lumMod val="20000"/>
                <a:lumOff val="80000"/>
              </a:schemeClr>
            </a:fgClr>
            <a:bgClr>
              <a:prstClr val="white"/>
            </a:bgClr>
          </a:pattFill>
          <a:ln w="3175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 anchorCtr="0"/>
          <a:lstStyle/>
          <a:p>
            <a:pPr marL="0" marR="0" lvl="0" indent="0" algn="ctr" defTabSz="10428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1" i="0" u="none" strike="noStrike" kern="0" cap="none" spc="0" normalizeH="0" baseline="0" noProof="0">
              <a:ln>
                <a:solidFill>
                  <a:srgbClr val="A5C249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+mn-ea"/>
              <a:cs typeface="Pretendard SemiBold" panose="02000703000000020004" pitchFamily="50" charset="-127"/>
            </a:endParaRPr>
          </a:p>
        </p:txBody>
      </p:sp>
      <p:sp>
        <p:nvSpPr>
          <p:cNvPr id="10" name="사각형: 둥근 모서리 20">
            <a:extLst>
              <a:ext uri="{FF2B5EF4-FFF2-40B4-BE49-F238E27FC236}">
                <a16:creationId xmlns:a16="http://schemas.microsoft.com/office/drawing/2014/main" id="{AB4BE079-0DA6-538B-6B77-B97F18FD487B}"/>
              </a:ext>
            </a:extLst>
          </p:cNvPr>
          <p:cNvSpPr/>
          <p:nvPr/>
        </p:nvSpPr>
        <p:spPr>
          <a:xfrm>
            <a:off x="2504414" y="1341439"/>
            <a:ext cx="2052000" cy="359621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400" b="1" spc="-15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②  </a:t>
            </a:r>
            <a:r>
              <a:rPr lang="en-US" altLang="ko-KR" sz="1400" b="1" spc="-15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AI</a:t>
            </a:r>
            <a:r>
              <a:rPr lang="ko-KR" altLang="en-US" sz="1400" b="1" spc="-150" err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거버넌스운영지침</a:t>
            </a:r>
            <a:endParaRPr lang="ko-KR" altLang="en-US" sz="1400" b="1" spc="-150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11" name="Rectangle: Rounded Corners 46">
            <a:extLst>
              <a:ext uri="{FF2B5EF4-FFF2-40B4-BE49-F238E27FC236}">
                <a16:creationId xmlns:a16="http://schemas.microsoft.com/office/drawing/2014/main" id="{76297EE8-9FE3-BDBF-198E-6B9A2DF6C0EE}"/>
              </a:ext>
            </a:extLst>
          </p:cNvPr>
          <p:cNvSpPr/>
          <p:nvPr/>
        </p:nvSpPr>
        <p:spPr>
          <a:xfrm>
            <a:off x="5479142" y="1926993"/>
            <a:ext cx="2052190" cy="379253"/>
          </a:xfrm>
          <a:prstGeom prst="roundRect">
            <a:avLst>
              <a:gd name="adj" fmla="val 11418"/>
            </a:avLst>
          </a:prstGeom>
          <a:noFill/>
          <a:ln w="3175" cap="flat" cmpd="sng" algn="ctr">
            <a:noFill/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marL="0" marR="0" lvl="0" indent="0" defTabSz="10428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Contents</a:t>
            </a:r>
          </a:p>
        </p:txBody>
      </p:sp>
      <p:sp>
        <p:nvSpPr>
          <p:cNvPr id="12" name="Rectangle: Rounded Corners 46">
            <a:extLst>
              <a:ext uri="{FF2B5EF4-FFF2-40B4-BE49-F238E27FC236}">
                <a16:creationId xmlns:a16="http://schemas.microsoft.com/office/drawing/2014/main" id="{3FDCB3BC-480D-2D51-3364-D630DCBC2330}"/>
              </a:ext>
            </a:extLst>
          </p:cNvPr>
          <p:cNvSpPr/>
          <p:nvPr/>
        </p:nvSpPr>
        <p:spPr>
          <a:xfrm>
            <a:off x="1943373" y="3019330"/>
            <a:ext cx="3250142" cy="601227"/>
          </a:xfrm>
          <a:prstGeom prst="roundRect">
            <a:avLst>
              <a:gd name="adj" fmla="val 11418"/>
            </a:avLst>
          </a:prstGeom>
          <a:solidFill>
            <a:schemeClr val="bg1">
              <a:lumMod val="95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wrap="square" lIns="90000" tIns="0" rIns="90000" bIns="0" rtlCol="0" anchor="ctr" anchorCtr="0"/>
          <a:lstStyle/>
          <a:p>
            <a:pPr marL="171450" marR="0" lvl="0" indent="-171450" defTabSz="10428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일반 지침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: AI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서비스 위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·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수탁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, 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이용자 및  금융소비자의 보호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, 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임직원 윤리 교육 </a:t>
            </a:r>
          </a:p>
        </p:txBody>
      </p:sp>
      <p:sp>
        <p:nvSpPr>
          <p:cNvPr id="13" name="Rectangle: Rounded Corners 46">
            <a:extLst>
              <a:ext uri="{FF2B5EF4-FFF2-40B4-BE49-F238E27FC236}">
                <a16:creationId xmlns:a16="http://schemas.microsoft.com/office/drawing/2014/main" id="{60E34B14-71FD-CBF0-73D3-82CB917EA454}"/>
              </a:ext>
            </a:extLst>
          </p:cNvPr>
          <p:cNvSpPr/>
          <p:nvPr/>
        </p:nvSpPr>
        <p:spPr>
          <a:xfrm>
            <a:off x="1943373" y="1840770"/>
            <a:ext cx="3250142" cy="930621"/>
          </a:xfrm>
          <a:prstGeom prst="roundRect">
            <a:avLst>
              <a:gd name="adj" fmla="val 11418"/>
            </a:avLst>
          </a:prstGeom>
          <a:solidFill>
            <a:schemeClr val="bg1">
              <a:lumMod val="95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wrap="square" lIns="90000" tIns="0" rIns="90000" bIns="0" rtlCol="0" anchor="ctr" anchorCtr="0"/>
          <a:lstStyle/>
          <a:p>
            <a:pPr marL="0" marR="0" lvl="0" indent="0" defTabSz="1042873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i="0" u="none" strike="noStrike" kern="0" cap="none" spc="-70" normalizeH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AI </a:t>
            </a:r>
            <a:r>
              <a:rPr kumimoji="0" lang="ko-KR" altLang="en-US" sz="1200" i="0" u="none" strike="noStrike" kern="0" cap="none" spc="-70" normalizeH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도입 및 활용하는 과정에서 발생할 수 있는 위험을 관리하고 경감하는 것을 목적으로 방안 제공</a:t>
            </a:r>
          </a:p>
        </p:txBody>
      </p:sp>
      <p:sp>
        <p:nvSpPr>
          <p:cNvPr id="14" name="Rectangle: Rounded Corners 46">
            <a:extLst>
              <a:ext uri="{FF2B5EF4-FFF2-40B4-BE49-F238E27FC236}">
                <a16:creationId xmlns:a16="http://schemas.microsoft.com/office/drawing/2014/main" id="{17ED1001-D582-361C-BC4A-03E62D1354A0}"/>
              </a:ext>
            </a:extLst>
          </p:cNvPr>
          <p:cNvSpPr/>
          <p:nvPr/>
        </p:nvSpPr>
        <p:spPr>
          <a:xfrm>
            <a:off x="1943373" y="3692886"/>
            <a:ext cx="3250142" cy="601227"/>
          </a:xfrm>
          <a:prstGeom prst="roundRect">
            <a:avLst>
              <a:gd name="adj" fmla="val 11418"/>
            </a:avLst>
          </a:prstGeom>
          <a:solidFill>
            <a:schemeClr val="bg1">
              <a:lumMod val="95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wrap="square" lIns="90000" tIns="0" rIns="90000" bIns="0" rtlCol="0" anchor="ctr" anchorCtr="0"/>
          <a:lstStyle/>
          <a:p>
            <a:pPr marL="171450" marR="0" lvl="0" indent="-171450" defTabSz="10428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AI 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수행 조직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: AI</a:t>
            </a:r>
            <a:r>
              <a:rPr lang="ko-KR" altLang="en-US" sz="1200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 업무 담당</a:t>
            </a:r>
            <a:r>
              <a:rPr lang="en-US" altLang="ko-KR" sz="1200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,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 AI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거버넌스 담당자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(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팀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),  AI</a:t>
            </a:r>
            <a:r>
              <a:rPr kumimoji="0" lang="ko-KR" altLang="en-US" sz="1200" i="0" u="none" strike="noStrike" kern="0" cap="none" spc="0" normalizeH="0" baseline="0" noProof="0" err="1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거버넌스협의체</a:t>
            </a:r>
            <a:endParaRPr kumimoji="0" lang="ko-KR" altLang="en-US" sz="1200" i="0" u="none" strike="noStrike" kern="0" cap="none" spc="0" normalizeH="0" baseline="0" noProof="0">
              <a:ln>
                <a:solidFill>
                  <a:srgbClr val="A5C249">
                    <a:alpha val="0"/>
                  </a:srgbClr>
                </a:solidFill>
              </a:ln>
              <a:effectLst/>
              <a:uLnTx/>
              <a:uFillTx/>
              <a:latin typeface="+mn-ea"/>
              <a:cs typeface="Pretendard SemiBold" panose="02000703000000020004" pitchFamily="50" charset="-127"/>
            </a:endParaRPr>
          </a:p>
        </p:txBody>
      </p:sp>
      <p:sp>
        <p:nvSpPr>
          <p:cNvPr id="15" name="Rectangle: Rounded Corners 46">
            <a:extLst>
              <a:ext uri="{FF2B5EF4-FFF2-40B4-BE49-F238E27FC236}">
                <a16:creationId xmlns:a16="http://schemas.microsoft.com/office/drawing/2014/main" id="{BD17941F-0C18-5D28-79A3-45DF0ABD9B39}"/>
              </a:ext>
            </a:extLst>
          </p:cNvPr>
          <p:cNvSpPr/>
          <p:nvPr/>
        </p:nvSpPr>
        <p:spPr>
          <a:xfrm>
            <a:off x="1943373" y="4366440"/>
            <a:ext cx="3250142" cy="1310160"/>
          </a:xfrm>
          <a:prstGeom prst="roundRect">
            <a:avLst>
              <a:gd name="adj" fmla="val 5596"/>
            </a:avLst>
          </a:prstGeom>
          <a:solidFill>
            <a:schemeClr val="bg1">
              <a:lumMod val="95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wrap="square" lIns="90000" tIns="0" rIns="90000" bIns="0" rtlCol="0" anchor="ctr" anchorCtr="0"/>
          <a:lstStyle/>
          <a:p>
            <a:pPr marL="171450" marR="0" lvl="0" indent="-171450" defTabSz="10428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AI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위험관리 지침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: 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원칙 및 기준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, </a:t>
            </a:r>
            <a:b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</a:b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기획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·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설계 단계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, 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개발 단계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, </a:t>
            </a:r>
            <a:b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</a:b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평가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·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점검 단계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, 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도입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·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운영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·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모니터링 단계</a:t>
            </a:r>
          </a:p>
        </p:txBody>
      </p:sp>
      <p:sp>
        <p:nvSpPr>
          <p:cNvPr id="16" name="Rectangle: Rounded Corners 46">
            <a:extLst>
              <a:ext uri="{FF2B5EF4-FFF2-40B4-BE49-F238E27FC236}">
                <a16:creationId xmlns:a16="http://schemas.microsoft.com/office/drawing/2014/main" id="{DC449716-ECCF-4EB2-8204-0AC2DC902127}"/>
              </a:ext>
            </a:extLst>
          </p:cNvPr>
          <p:cNvSpPr/>
          <p:nvPr/>
        </p:nvSpPr>
        <p:spPr>
          <a:xfrm>
            <a:off x="1943373" y="5790110"/>
            <a:ext cx="3250142" cy="549568"/>
          </a:xfrm>
          <a:prstGeom prst="roundRect">
            <a:avLst>
              <a:gd name="adj" fmla="val 11418"/>
            </a:avLst>
          </a:prstGeom>
          <a:solidFill>
            <a:schemeClr val="bg1">
              <a:lumMod val="95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wrap="square" lIns="90000" tIns="0" rIns="90000" bIns="0" rtlCol="0" anchor="ctr" anchorCtr="0"/>
          <a:lstStyle/>
          <a:p>
            <a:pPr algn="ctr" defTabSz="1042873" latinLnBrk="0">
              <a:defRPr/>
            </a:pPr>
            <a:r>
              <a:rPr lang="en-US" altLang="ko-KR" sz="1200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AI </a:t>
            </a:r>
            <a:r>
              <a:rPr lang="ko-KR" altLang="en-US" sz="1200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서비스기획</a:t>
            </a:r>
            <a:r>
              <a:rPr lang="en-US" altLang="ko-KR" sz="1200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/</a:t>
            </a:r>
            <a:r>
              <a:rPr lang="ko-KR" altLang="en-US" sz="1200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개발</a:t>
            </a:r>
            <a:r>
              <a:rPr lang="en-US" altLang="ko-KR" sz="1200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/</a:t>
            </a:r>
            <a:r>
              <a:rPr lang="ko-KR" altLang="en-US" sz="1200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운영담당자</a:t>
            </a:r>
            <a:r>
              <a:rPr lang="en-US" altLang="ko-KR" sz="1200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,</a:t>
            </a:r>
            <a:r>
              <a:rPr lang="ko-KR" altLang="en-US" sz="1200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 </a:t>
            </a:r>
            <a:endParaRPr lang="en-US" altLang="ko-KR" sz="1200" kern="0">
              <a:ln>
                <a:solidFill>
                  <a:srgbClr val="A5C249">
                    <a:alpha val="0"/>
                  </a:srgbClr>
                </a:solidFill>
              </a:ln>
              <a:latin typeface="+mn-ea"/>
              <a:cs typeface="Pretendard SemiBold" panose="02000703000000020004" pitchFamily="50" charset="-127"/>
            </a:endParaRPr>
          </a:p>
          <a:p>
            <a:pPr algn="ctr" defTabSz="1042873" latinLnBrk="0">
              <a:defRPr/>
            </a:pPr>
            <a:r>
              <a:rPr lang="en-US" altLang="ko-KR" sz="1200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AI</a:t>
            </a:r>
            <a:r>
              <a:rPr lang="ko-KR" altLang="en-US" sz="1200" kern="0" err="1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거버넌스담당자</a:t>
            </a:r>
            <a:endParaRPr kumimoji="0" lang="en-US" altLang="ko-KR" sz="1200" i="0" u="none" strike="noStrike" kern="0" cap="none" spc="0" normalizeH="0" baseline="0" noProof="0">
              <a:ln>
                <a:solidFill>
                  <a:srgbClr val="A5C249">
                    <a:alpha val="0"/>
                  </a:srgbClr>
                </a:solidFill>
              </a:ln>
              <a:effectLst/>
              <a:uLnTx/>
              <a:uFillTx/>
              <a:latin typeface="+mn-ea"/>
              <a:cs typeface="Pretendard SemiBold" panose="02000703000000020004" pitchFamily="50" charset="-127"/>
            </a:endParaRPr>
          </a:p>
        </p:txBody>
      </p:sp>
      <p:sp>
        <p:nvSpPr>
          <p:cNvPr id="42" name="Rectangle: Rounded Corners 46">
            <a:extLst>
              <a:ext uri="{FF2B5EF4-FFF2-40B4-BE49-F238E27FC236}">
                <a16:creationId xmlns:a16="http://schemas.microsoft.com/office/drawing/2014/main" id="{EF97FE1C-24E5-8B92-5C4C-D41861B550F4}"/>
              </a:ext>
            </a:extLst>
          </p:cNvPr>
          <p:cNvSpPr/>
          <p:nvPr/>
        </p:nvSpPr>
        <p:spPr>
          <a:xfrm>
            <a:off x="522288" y="1840770"/>
            <a:ext cx="1204912" cy="930621"/>
          </a:xfrm>
          <a:prstGeom prst="roundRect">
            <a:avLst>
              <a:gd name="adj" fmla="val 11418"/>
            </a:avLst>
          </a:prstGeom>
          <a:solidFill>
            <a:srgbClr val="F4B183"/>
          </a:solidFill>
          <a:ln>
            <a:solidFill>
              <a:schemeClr val="bg1"/>
            </a:solidFill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목적</a:t>
            </a:r>
            <a:endParaRPr kumimoji="0" lang="en-US" altLang="ko-KR" sz="14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43" name="Rectangle: Rounded Corners 46">
            <a:extLst>
              <a:ext uri="{FF2B5EF4-FFF2-40B4-BE49-F238E27FC236}">
                <a16:creationId xmlns:a16="http://schemas.microsoft.com/office/drawing/2014/main" id="{15CEB7D3-E955-AE73-DD5B-5E5A468E8980}"/>
              </a:ext>
            </a:extLst>
          </p:cNvPr>
          <p:cNvSpPr/>
          <p:nvPr/>
        </p:nvSpPr>
        <p:spPr>
          <a:xfrm>
            <a:off x="522289" y="2906401"/>
            <a:ext cx="1204912" cy="2833165"/>
          </a:xfrm>
          <a:prstGeom prst="roundRect">
            <a:avLst>
              <a:gd name="adj" fmla="val 6675"/>
            </a:avLst>
          </a:prstGeom>
          <a:solidFill>
            <a:srgbClr val="F4B183"/>
          </a:solidFill>
          <a:ln>
            <a:solidFill>
              <a:schemeClr val="bg1"/>
            </a:solidFill>
          </a:ln>
        </p:spPr>
        <p:txBody>
          <a:bodyPr spcFirstLastPara="1" wrap="square" lIns="0" tIns="0" rIns="504000" bIns="0" anchor="ctr" anchorCtr="0">
            <a:no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주요 </a:t>
            </a:r>
            <a:endParaRPr kumimoji="0" lang="en-US" altLang="ko-KR" sz="14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ea"/>
              <a:cs typeface="Pretendard" panose="02000503000000020004" pitchFamily="50" charset="-127"/>
            </a:endParaRPr>
          </a:p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내용</a:t>
            </a:r>
            <a:endParaRPr kumimoji="0" lang="en-US" altLang="ko-KR" sz="14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ea"/>
              <a:cs typeface="Pretendard" panose="02000503000000020004" pitchFamily="50" charset="-127"/>
            </a:endParaRPr>
          </a:p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(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문서 목차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*)</a:t>
            </a:r>
          </a:p>
        </p:txBody>
      </p:sp>
      <p:sp>
        <p:nvSpPr>
          <p:cNvPr id="44" name="Rectangle: Rounded Corners 46">
            <a:extLst>
              <a:ext uri="{FF2B5EF4-FFF2-40B4-BE49-F238E27FC236}">
                <a16:creationId xmlns:a16="http://schemas.microsoft.com/office/drawing/2014/main" id="{8998B7F4-99D7-E2DE-0703-C8F40A98C505}"/>
              </a:ext>
            </a:extLst>
          </p:cNvPr>
          <p:cNvSpPr/>
          <p:nvPr/>
        </p:nvSpPr>
        <p:spPr>
          <a:xfrm>
            <a:off x="522289" y="5790110"/>
            <a:ext cx="1204912" cy="549568"/>
          </a:xfrm>
          <a:prstGeom prst="roundRect">
            <a:avLst>
              <a:gd name="adj" fmla="val 22435"/>
            </a:avLst>
          </a:prstGeom>
          <a:solidFill>
            <a:srgbClr val="F4B183"/>
          </a:solidFill>
          <a:ln>
            <a:solidFill>
              <a:schemeClr val="bg1"/>
            </a:solidFill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사용자</a:t>
            </a:r>
            <a:endParaRPr kumimoji="0" lang="en-US" altLang="ko-KR" sz="14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45" name="Rectangle: Rounded Corners 46">
            <a:extLst>
              <a:ext uri="{FF2B5EF4-FFF2-40B4-BE49-F238E27FC236}">
                <a16:creationId xmlns:a16="http://schemas.microsoft.com/office/drawing/2014/main" id="{A19DC8C8-FE85-F5C3-7AA5-3014E5599D7C}"/>
              </a:ext>
            </a:extLst>
          </p:cNvPr>
          <p:cNvSpPr/>
          <p:nvPr/>
        </p:nvSpPr>
        <p:spPr>
          <a:xfrm>
            <a:off x="1228725" y="3019331"/>
            <a:ext cx="582110" cy="601229"/>
          </a:xfrm>
          <a:prstGeom prst="roundRect">
            <a:avLst>
              <a:gd name="adj" fmla="val 11418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bg1"/>
            </a:solidFill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algn="ctr" defTabSz="1042873"/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원칙</a:t>
            </a: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/</a:t>
            </a:r>
          </a:p>
          <a:p>
            <a:pPr algn="ctr" defTabSz="1042873"/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기준</a:t>
            </a:r>
            <a:endParaRPr lang="en-US" altLang="ko-KR" sz="1200" b="1" kern="0">
              <a:ln>
                <a:solidFill>
                  <a:srgbClr val="A5C249">
                    <a:alpha val="0"/>
                  </a:srgbClr>
                </a:solidFill>
              </a:ln>
              <a:latin typeface="+mn-ea"/>
              <a:cs typeface="Pretendard SemiBold" panose="02000703000000020004" pitchFamily="50" charset="-127"/>
            </a:endParaRPr>
          </a:p>
        </p:txBody>
      </p:sp>
      <p:sp>
        <p:nvSpPr>
          <p:cNvPr id="46" name="Rectangle: Rounded Corners 46">
            <a:extLst>
              <a:ext uri="{FF2B5EF4-FFF2-40B4-BE49-F238E27FC236}">
                <a16:creationId xmlns:a16="http://schemas.microsoft.com/office/drawing/2014/main" id="{7A72AEA4-8BDF-9707-1E05-A513C18BF22E}"/>
              </a:ext>
            </a:extLst>
          </p:cNvPr>
          <p:cNvSpPr/>
          <p:nvPr/>
        </p:nvSpPr>
        <p:spPr>
          <a:xfrm>
            <a:off x="1228725" y="3692886"/>
            <a:ext cx="582110" cy="601229"/>
          </a:xfrm>
          <a:prstGeom prst="roundRect">
            <a:avLst>
              <a:gd name="adj" fmla="val 11418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bg1"/>
            </a:solidFill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algn="ctr" defTabSz="1042873"/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조직</a:t>
            </a:r>
            <a:endParaRPr lang="en-US" altLang="ko-KR" sz="1200" b="1" kern="0">
              <a:ln>
                <a:solidFill>
                  <a:srgbClr val="A5C249">
                    <a:alpha val="0"/>
                  </a:srgbClr>
                </a:solidFill>
              </a:ln>
              <a:latin typeface="+mn-ea"/>
              <a:cs typeface="Pretendard SemiBold" panose="02000703000000020004" pitchFamily="50" charset="-127"/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8206B0FF-B1EC-3C38-4BB3-BB9D40C50CB4}"/>
              </a:ext>
            </a:extLst>
          </p:cNvPr>
          <p:cNvSpPr/>
          <p:nvPr/>
        </p:nvSpPr>
        <p:spPr>
          <a:xfrm>
            <a:off x="1228725" y="4366440"/>
            <a:ext cx="582110" cy="1310160"/>
          </a:xfrm>
          <a:prstGeom prst="roundRect">
            <a:avLst>
              <a:gd name="adj" fmla="val 11418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bg1"/>
            </a:solidFill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algn="ctr" defTabSz="1042873"/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개발</a:t>
            </a: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·</a:t>
            </a:r>
            <a:b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</a:b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운영 관리 체계</a:t>
            </a:r>
            <a:endParaRPr lang="en-US" altLang="ko-KR" sz="1200" b="1" kern="0">
              <a:ln>
                <a:solidFill>
                  <a:srgbClr val="A5C249">
                    <a:alpha val="0"/>
                  </a:srgbClr>
                </a:solidFill>
              </a:ln>
              <a:latin typeface="+mn-ea"/>
              <a:cs typeface="Pretendard SemiBold" panose="02000703000000020004" pitchFamily="50" charset="-127"/>
            </a:endParaRPr>
          </a:p>
        </p:txBody>
      </p:sp>
      <p:sp>
        <p:nvSpPr>
          <p:cNvPr id="56" name="직사각형 16">
            <a:extLst>
              <a:ext uri="{FF2B5EF4-FFF2-40B4-BE49-F238E27FC236}">
                <a16:creationId xmlns:a16="http://schemas.microsoft.com/office/drawing/2014/main" id="{A61869AC-6783-8434-1DDA-F9D3EB37F4DB}"/>
              </a:ext>
            </a:extLst>
          </p:cNvPr>
          <p:cNvSpPr/>
          <p:nvPr/>
        </p:nvSpPr>
        <p:spPr>
          <a:xfrm>
            <a:off x="5598487" y="3055927"/>
            <a:ext cx="236220" cy="2973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>
              <a:latin typeface="+mn-ea"/>
            </a:endParaRPr>
          </a:p>
        </p:txBody>
      </p:sp>
      <p:sp>
        <p:nvSpPr>
          <p:cNvPr id="57" name="Rectangle: Rounded Corners 46">
            <a:extLst>
              <a:ext uri="{FF2B5EF4-FFF2-40B4-BE49-F238E27FC236}">
                <a16:creationId xmlns:a16="http://schemas.microsoft.com/office/drawing/2014/main" id="{554686AD-A980-35BF-E07B-7DD1D9E7EA53}"/>
              </a:ext>
            </a:extLst>
          </p:cNvPr>
          <p:cNvSpPr/>
          <p:nvPr/>
        </p:nvSpPr>
        <p:spPr>
          <a:xfrm>
            <a:off x="5598487" y="2356890"/>
            <a:ext cx="2643813" cy="396000"/>
          </a:xfrm>
          <a:prstGeom prst="roundRect">
            <a:avLst>
              <a:gd name="adj" fmla="val 11418"/>
            </a:avLst>
          </a:prstGeom>
          <a:solidFill>
            <a:srgbClr val="043B72"/>
          </a:solidFill>
          <a:ln w="3175" cap="flat" cmpd="sng" algn="ctr">
            <a:noFill/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marL="0" marR="0" lvl="0" indent="0" algn="ctr" defTabSz="10428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제</a:t>
            </a:r>
            <a:r>
              <a:rPr kumimoji="0" lang="en-US" altLang="ko-KR" sz="1200" b="1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1</a:t>
            </a:r>
            <a:r>
              <a:rPr kumimoji="0" lang="ko-KR" altLang="en-US" sz="1200" b="1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장</a:t>
            </a:r>
            <a:br>
              <a:rPr kumimoji="0" lang="en-US" altLang="ko-KR" sz="1200" b="1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</a:br>
            <a:r>
              <a:rPr kumimoji="0" lang="ko-KR" altLang="en-US" sz="1200" b="1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총칙</a:t>
            </a:r>
            <a:endParaRPr kumimoji="0" lang="en-US" altLang="ko-KR" sz="1200" b="1" i="0" u="none" strike="noStrike" kern="0" cap="none" spc="0" normalizeH="0" baseline="0" noProof="0">
              <a:ln>
                <a:solidFill>
                  <a:srgbClr val="A5C249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+mn-ea"/>
              <a:cs typeface="Pretendard SemiBold" panose="02000703000000020004" pitchFamily="50" charset="-127"/>
            </a:endParaRPr>
          </a:p>
        </p:txBody>
      </p:sp>
      <p:sp>
        <p:nvSpPr>
          <p:cNvPr id="59" name="Rectangle: Rounded Corners 46">
            <a:extLst>
              <a:ext uri="{FF2B5EF4-FFF2-40B4-BE49-F238E27FC236}">
                <a16:creationId xmlns:a16="http://schemas.microsoft.com/office/drawing/2014/main" id="{732F18ED-5E15-703F-F6E2-E128E3DAA0A9}"/>
              </a:ext>
            </a:extLst>
          </p:cNvPr>
          <p:cNvSpPr/>
          <p:nvPr/>
        </p:nvSpPr>
        <p:spPr>
          <a:xfrm>
            <a:off x="5935702" y="3348072"/>
            <a:ext cx="2299326" cy="324000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1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AI 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서비스 위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·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수탁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60" name="Rectangle: Rounded Corners 46">
            <a:extLst>
              <a:ext uri="{FF2B5EF4-FFF2-40B4-BE49-F238E27FC236}">
                <a16:creationId xmlns:a16="http://schemas.microsoft.com/office/drawing/2014/main" id="{E8AF6569-B10D-6EDA-5ED8-D30945B4FE37}"/>
              </a:ext>
            </a:extLst>
          </p:cNvPr>
          <p:cNvSpPr/>
          <p:nvPr/>
        </p:nvSpPr>
        <p:spPr>
          <a:xfrm>
            <a:off x="5935702" y="3771663"/>
            <a:ext cx="2299326" cy="324000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non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2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이용자</a:t>
            </a:r>
            <a:r>
              <a:rPr lang="ko-KR" altLang="en-US" sz="1100" b="1" spc="-150">
                <a:latin typeface="+mn-ea"/>
                <a:cs typeface="Pretendard" panose="02000503000000020004" pitchFamily="50" charset="-127"/>
              </a:rPr>
              <a:t> 및 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금융소비자의 보호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61" name="Rectangle: Rounded Corners 46">
            <a:extLst>
              <a:ext uri="{FF2B5EF4-FFF2-40B4-BE49-F238E27FC236}">
                <a16:creationId xmlns:a16="http://schemas.microsoft.com/office/drawing/2014/main" id="{8C919CF7-54B1-6847-40EA-90168F3881DD}"/>
              </a:ext>
            </a:extLst>
          </p:cNvPr>
          <p:cNvSpPr/>
          <p:nvPr/>
        </p:nvSpPr>
        <p:spPr>
          <a:xfrm>
            <a:off x="5935702" y="4195254"/>
            <a:ext cx="2299326" cy="324000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non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3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임직원 윤리 교육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62" name="Rectangle: Rounded Corners 46">
            <a:extLst>
              <a:ext uri="{FF2B5EF4-FFF2-40B4-BE49-F238E27FC236}">
                <a16:creationId xmlns:a16="http://schemas.microsoft.com/office/drawing/2014/main" id="{79CD2EFD-8840-2B96-FD5A-30FA2277ECC5}"/>
              </a:ext>
            </a:extLst>
          </p:cNvPr>
          <p:cNvSpPr/>
          <p:nvPr/>
        </p:nvSpPr>
        <p:spPr>
          <a:xfrm>
            <a:off x="8906961" y="4901094"/>
            <a:ext cx="2299326" cy="324000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6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평가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·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검증 단계 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63" name="Rectangle: Rounded Corners 46">
            <a:extLst>
              <a:ext uri="{FF2B5EF4-FFF2-40B4-BE49-F238E27FC236}">
                <a16:creationId xmlns:a16="http://schemas.microsoft.com/office/drawing/2014/main" id="{6766017E-1650-CB0C-3F52-744932F9903B}"/>
              </a:ext>
            </a:extLst>
          </p:cNvPr>
          <p:cNvSpPr/>
          <p:nvPr/>
        </p:nvSpPr>
        <p:spPr>
          <a:xfrm>
            <a:off x="8906961" y="5312242"/>
            <a:ext cx="2299326" cy="324000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7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도입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·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운영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·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모니터링 단계 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cxnSp>
        <p:nvCxnSpPr>
          <p:cNvPr id="64" name="연결선: 꺾임 25">
            <a:extLst>
              <a:ext uri="{FF2B5EF4-FFF2-40B4-BE49-F238E27FC236}">
                <a16:creationId xmlns:a16="http://schemas.microsoft.com/office/drawing/2014/main" id="{A75066B9-CFF2-94D5-B268-4240E44CDD72}"/>
              </a:ext>
            </a:extLst>
          </p:cNvPr>
          <p:cNvCxnSpPr>
            <a:cxnSpLocks/>
            <a:endCxn id="59" idx="1"/>
          </p:cNvCxnSpPr>
          <p:nvPr/>
        </p:nvCxnSpPr>
        <p:spPr>
          <a:xfrm rot="16200000" flipH="1">
            <a:off x="5695351" y="3269721"/>
            <a:ext cx="261592" cy="219110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연결선: 꺾임 26">
            <a:extLst>
              <a:ext uri="{FF2B5EF4-FFF2-40B4-BE49-F238E27FC236}">
                <a16:creationId xmlns:a16="http://schemas.microsoft.com/office/drawing/2014/main" id="{51F8DC42-E67A-F51E-F882-348EEBCD78FD}"/>
              </a:ext>
            </a:extLst>
          </p:cNvPr>
          <p:cNvCxnSpPr>
            <a:cxnSpLocks/>
            <a:endCxn id="60" idx="1"/>
          </p:cNvCxnSpPr>
          <p:nvPr/>
        </p:nvCxnSpPr>
        <p:spPr>
          <a:xfrm rot="16200000" flipH="1">
            <a:off x="5483557" y="3481518"/>
            <a:ext cx="685182" cy="219108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연결선: 꺾임 27">
            <a:extLst>
              <a:ext uri="{FF2B5EF4-FFF2-40B4-BE49-F238E27FC236}">
                <a16:creationId xmlns:a16="http://schemas.microsoft.com/office/drawing/2014/main" id="{D390A475-54D0-A6E9-BCE5-A2E22A29146B}"/>
              </a:ext>
            </a:extLst>
          </p:cNvPr>
          <p:cNvCxnSpPr>
            <a:cxnSpLocks/>
            <a:endCxn id="61" idx="1"/>
          </p:cNvCxnSpPr>
          <p:nvPr/>
        </p:nvCxnSpPr>
        <p:spPr>
          <a:xfrm rot="16200000" flipH="1">
            <a:off x="5271761" y="3693312"/>
            <a:ext cx="1108773" cy="219110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: Rounded Corners 46">
            <a:extLst>
              <a:ext uri="{FF2B5EF4-FFF2-40B4-BE49-F238E27FC236}">
                <a16:creationId xmlns:a16="http://schemas.microsoft.com/office/drawing/2014/main" id="{4A040836-5AE7-EA5A-7D16-B1E93CFDE75E}"/>
              </a:ext>
            </a:extLst>
          </p:cNvPr>
          <p:cNvSpPr/>
          <p:nvPr/>
        </p:nvSpPr>
        <p:spPr>
          <a:xfrm>
            <a:off x="5598487" y="2852481"/>
            <a:ext cx="2643813" cy="396000"/>
          </a:xfrm>
          <a:prstGeom prst="roundRect">
            <a:avLst>
              <a:gd name="adj" fmla="val 11418"/>
            </a:avLst>
          </a:prstGeom>
          <a:solidFill>
            <a:srgbClr val="043B72"/>
          </a:solidFill>
          <a:ln w="3175" cap="flat" cmpd="sng" algn="ctr">
            <a:noFill/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algn="ctr" defTabSz="1042873" latinLnBrk="0">
              <a:defRPr/>
            </a:pP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제</a:t>
            </a: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2</a:t>
            </a: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장</a:t>
            </a:r>
            <a:b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</a:b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일반지침</a:t>
            </a:r>
            <a:endParaRPr lang="en-US" altLang="ko-KR" sz="1200" b="1" kern="0">
              <a:ln>
                <a:solidFill>
                  <a:srgbClr val="A5C249">
                    <a:alpha val="0"/>
                  </a:srgbClr>
                </a:solidFill>
              </a:ln>
              <a:solidFill>
                <a:prstClr val="white"/>
              </a:solidFill>
              <a:latin typeface="+mn-ea"/>
            </a:endParaRPr>
          </a:p>
        </p:txBody>
      </p:sp>
      <p:cxnSp>
        <p:nvCxnSpPr>
          <p:cNvPr id="68" name="연결선: 꺾임 29">
            <a:extLst>
              <a:ext uri="{FF2B5EF4-FFF2-40B4-BE49-F238E27FC236}">
                <a16:creationId xmlns:a16="http://schemas.microsoft.com/office/drawing/2014/main" id="{15512BCF-AD63-30B8-D191-0DFD9CA95424}"/>
              </a:ext>
            </a:extLst>
          </p:cNvPr>
          <p:cNvCxnSpPr>
            <a:cxnSpLocks/>
            <a:endCxn id="75" idx="1"/>
          </p:cNvCxnSpPr>
          <p:nvPr/>
        </p:nvCxnSpPr>
        <p:spPr>
          <a:xfrm rot="16200000" flipH="1">
            <a:off x="8464603" y="2976144"/>
            <a:ext cx="665612" cy="219104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연결선: 꺾임 30">
            <a:extLst>
              <a:ext uri="{FF2B5EF4-FFF2-40B4-BE49-F238E27FC236}">
                <a16:creationId xmlns:a16="http://schemas.microsoft.com/office/drawing/2014/main" id="{05A59565-069C-46A8-3077-D1709164E902}"/>
              </a:ext>
            </a:extLst>
          </p:cNvPr>
          <p:cNvCxnSpPr>
            <a:cxnSpLocks/>
            <a:endCxn id="74" idx="1"/>
          </p:cNvCxnSpPr>
          <p:nvPr/>
        </p:nvCxnSpPr>
        <p:spPr>
          <a:xfrm rot="16200000" flipH="1">
            <a:off x="8672491" y="2772884"/>
            <a:ext cx="249834" cy="219106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: Rounded Corners 46">
            <a:extLst>
              <a:ext uri="{FF2B5EF4-FFF2-40B4-BE49-F238E27FC236}">
                <a16:creationId xmlns:a16="http://schemas.microsoft.com/office/drawing/2014/main" id="{96C74B10-E7FA-E87E-CE5E-8448103851C4}"/>
              </a:ext>
            </a:extLst>
          </p:cNvPr>
          <p:cNvSpPr/>
          <p:nvPr/>
        </p:nvSpPr>
        <p:spPr>
          <a:xfrm>
            <a:off x="5598486" y="4618846"/>
            <a:ext cx="2643813" cy="396000"/>
          </a:xfrm>
          <a:prstGeom prst="roundRect">
            <a:avLst>
              <a:gd name="adj" fmla="val 11418"/>
            </a:avLst>
          </a:prstGeom>
          <a:solidFill>
            <a:srgbClr val="043B72"/>
          </a:solidFill>
          <a:ln w="3175" cap="flat" cmpd="sng" algn="ctr">
            <a:noFill/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algn="ctr" defTabSz="1042873">
              <a:defRPr/>
            </a:pP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제</a:t>
            </a: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3</a:t>
            </a: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장 </a:t>
            </a:r>
            <a:b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</a:b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AI </a:t>
            </a: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수행 조직</a:t>
            </a:r>
            <a:endParaRPr lang="en-US" altLang="ko-KR" sz="1200" b="1" kern="0">
              <a:ln>
                <a:solidFill>
                  <a:srgbClr val="A5C249">
                    <a:alpha val="0"/>
                  </a:srgbClr>
                </a:solidFill>
              </a:ln>
              <a:solidFill>
                <a:prstClr val="white"/>
              </a:solidFill>
              <a:latin typeface="+mn-ea"/>
            </a:endParaRPr>
          </a:p>
        </p:txBody>
      </p:sp>
      <p:sp>
        <p:nvSpPr>
          <p:cNvPr id="74" name="Rectangle: Rounded Corners 46">
            <a:extLst>
              <a:ext uri="{FF2B5EF4-FFF2-40B4-BE49-F238E27FC236}">
                <a16:creationId xmlns:a16="http://schemas.microsoft.com/office/drawing/2014/main" id="{A284B6EC-0FC3-A9C7-5E2F-92EFED4B5530}"/>
              </a:ext>
            </a:extLst>
          </p:cNvPr>
          <p:cNvSpPr/>
          <p:nvPr/>
        </p:nvSpPr>
        <p:spPr>
          <a:xfrm>
            <a:off x="8906961" y="2845354"/>
            <a:ext cx="2299326" cy="324000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1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원칙 및 기준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75" name="Rectangle: Rounded Corners 46">
            <a:extLst>
              <a:ext uri="{FF2B5EF4-FFF2-40B4-BE49-F238E27FC236}">
                <a16:creationId xmlns:a16="http://schemas.microsoft.com/office/drawing/2014/main" id="{4374AF30-267B-A348-55A4-9A6CF26E2B56}"/>
              </a:ext>
            </a:extLst>
          </p:cNvPr>
          <p:cNvSpPr/>
          <p:nvPr/>
        </p:nvSpPr>
        <p:spPr>
          <a:xfrm>
            <a:off x="8906961" y="3256502"/>
            <a:ext cx="2299326" cy="324000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2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</a:t>
            </a:r>
            <a:r>
              <a:rPr lang="ko-KR" altLang="en-US" sz="1100" b="1" err="1">
                <a:latin typeface="+mn-ea"/>
                <a:cs typeface="Pretendard" panose="02000503000000020004" pitchFamily="50" charset="-127"/>
              </a:rPr>
              <a:t>고영향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 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AI 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관리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76" name="Rectangle: Rounded Corners 46">
            <a:extLst>
              <a:ext uri="{FF2B5EF4-FFF2-40B4-BE49-F238E27FC236}">
                <a16:creationId xmlns:a16="http://schemas.microsoft.com/office/drawing/2014/main" id="{3CB8D47C-8369-3032-9FF3-3C31267A747D}"/>
              </a:ext>
            </a:extLst>
          </p:cNvPr>
          <p:cNvSpPr/>
          <p:nvPr/>
        </p:nvSpPr>
        <p:spPr>
          <a:xfrm>
            <a:off x="8906961" y="3667650"/>
            <a:ext cx="2299326" cy="324000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3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AI 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안전성 확보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77" name="Rectangle: Rounded Corners 46">
            <a:extLst>
              <a:ext uri="{FF2B5EF4-FFF2-40B4-BE49-F238E27FC236}">
                <a16:creationId xmlns:a16="http://schemas.microsoft.com/office/drawing/2014/main" id="{712D266D-DB2A-C612-5C94-23ABD1620636}"/>
              </a:ext>
            </a:extLst>
          </p:cNvPr>
          <p:cNvSpPr/>
          <p:nvPr/>
        </p:nvSpPr>
        <p:spPr>
          <a:xfrm>
            <a:off x="8906961" y="4078798"/>
            <a:ext cx="2299326" cy="324000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4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기획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·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설계 단계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78" name="Rectangle: Rounded Corners 46">
            <a:extLst>
              <a:ext uri="{FF2B5EF4-FFF2-40B4-BE49-F238E27FC236}">
                <a16:creationId xmlns:a16="http://schemas.microsoft.com/office/drawing/2014/main" id="{B7FA1CB5-A117-E697-26C5-8FE2E447D064}"/>
              </a:ext>
            </a:extLst>
          </p:cNvPr>
          <p:cNvSpPr/>
          <p:nvPr/>
        </p:nvSpPr>
        <p:spPr>
          <a:xfrm>
            <a:off x="8906961" y="4489946"/>
            <a:ext cx="2299326" cy="324000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5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개발 단계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87" name="Rectangle: Rounded Corners 46">
            <a:extLst>
              <a:ext uri="{FF2B5EF4-FFF2-40B4-BE49-F238E27FC236}">
                <a16:creationId xmlns:a16="http://schemas.microsoft.com/office/drawing/2014/main" id="{383D1F28-7EF6-63DD-2A5F-30DE21C43FAE}"/>
              </a:ext>
            </a:extLst>
          </p:cNvPr>
          <p:cNvSpPr/>
          <p:nvPr/>
        </p:nvSpPr>
        <p:spPr>
          <a:xfrm>
            <a:off x="5935702" y="5116478"/>
            <a:ext cx="2299326" cy="324000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1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AI 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업무 담당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88" name="Rectangle: Rounded Corners 46">
            <a:extLst>
              <a:ext uri="{FF2B5EF4-FFF2-40B4-BE49-F238E27FC236}">
                <a16:creationId xmlns:a16="http://schemas.microsoft.com/office/drawing/2014/main" id="{680C5B91-F75E-F144-7B20-5AE9891A7923}"/>
              </a:ext>
            </a:extLst>
          </p:cNvPr>
          <p:cNvSpPr/>
          <p:nvPr/>
        </p:nvSpPr>
        <p:spPr>
          <a:xfrm>
            <a:off x="5935702" y="5540069"/>
            <a:ext cx="2299326" cy="324000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non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2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AI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거버넌스 담당자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(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팀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)</a:t>
            </a:r>
          </a:p>
        </p:txBody>
      </p:sp>
      <p:sp>
        <p:nvSpPr>
          <p:cNvPr id="89" name="Rectangle: Rounded Corners 46">
            <a:extLst>
              <a:ext uri="{FF2B5EF4-FFF2-40B4-BE49-F238E27FC236}">
                <a16:creationId xmlns:a16="http://schemas.microsoft.com/office/drawing/2014/main" id="{9D09844A-EC82-BA2E-3DA6-F497A87B466A}"/>
              </a:ext>
            </a:extLst>
          </p:cNvPr>
          <p:cNvSpPr/>
          <p:nvPr/>
        </p:nvSpPr>
        <p:spPr>
          <a:xfrm>
            <a:off x="5935702" y="5963660"/>
            <a:ext cx="2299326" cy="324000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non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3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AI</a:t>
            </a:r>
            <a:r>
              <a:rPr lang="ko-KR" altLang="en-US" sz="1100" b="1" err="1">
                <a:latin typeface="+mn-ea"/>
                <a:cs typeface="Pretendard" panose="02000503000000020004" pitchFamily="50" charset="-127"/>
              </a:rPr>
              <a:t>거버넌스협의체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cxnSp>
        <p:nvCxnSpPr>
          <p:cNvPr id="90" name="연결선: 꺾임 25">
            <a:extLst>
              <a:ext uri="{FF2B5EF4-FFF2-40B4-BE49-F238E27FC236}">
                <a16:creationId xmlns:a16="http://schemas.microsoft.com/office/drawing/2014/main" id="{5D505150-B1F7-25C0-D8AF-DA9DFCE15E2D}"/>
              </a:ext>
            </a:extLst>
          </p:cNvPr>
          <p:cNvCxnSpPr>
            <a:cxnSpLocks/>
            <a:endCxn id="87" idx="1"/>
          </p:cNvCxnSpPr>
          <p:nvPr/>
        </p:nvCxnSpPr>
        <p:spPr>
          <a:xfrm rot="16200000" flipH="1">
            <a:off x="5695351" y="5038127"/>
            <a:ext cx="261592" cy="219110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연결선: 꺾임 26">
            <a:extLst>
              <a:ext uri="{FF2B5EF4-FFF2-40B4-BE49-F238E27FC236}">
                <a16:creationId xmlns:a16="http://schemas.microsoft.com/office/drawing/2014/main" id="{E5F2E581-7A28-37DB-7D7B-4DBA83AF109A}"/>
              </a:ext>
            </a:extLst>
          </p:cNvPr>
          <p:cNvCxnSpPr>
            <a:cxnSpLocks/>
            <a:endCxn id="88" idx="1"/>
          </p:cNvCxnSpPr>
          <p:nvPr/>
        </p:nvCxnSpPr>
        <p:spPr>
          <a:xfrm rot="16200000" flipH="1">
            <a:off x="5483557" y="5249924"/>
            <a:ext cx="685182" cy="219108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연결선: 꺾임 27">
            <a:extLst>
              <a:ext uri="{FF2B5EF4-FFF2-40B4-BE49-F238E27FC236}">
                <a16:creationId xmlns:a16="http://schemas.microsoft.com/office/drawing/2014/main" id="{998B42E3-DE26-2369-D62C-633A67078CFD}"/>
              </a:ext>
            </a:extLst>
          </p:cNvPr>
          <p:cNvCxnSpPr>
            <a:cxnSpLocks/>
            <a:endCxn id="89" idx="1"/>
          </p:cNvCxnSpPr>
          <p:nvPr/>
        </p:nvCxnSpPr>
        <p:spPr>
          <a:xfrm rot="16200000" flipH="1">
            <a:off x="5271761" y="5461718"/>
            <a:ext cx="1108773" cy="219110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연결선: 꺾임 29">
            <a:extLst>
              <a:ext uri="{FF2B5EF4-FFF2-40B4-BE49-F238E27FC236}">
                <a16:creationId xmlns:a16="http://schemas.microsoft.com/office/drawing/2014/main" id="{058F301D-4C4F-F846-0815-645684074C7F}"/>
              </a:ext>
            </a:extLst>
          </p:cNvPr>
          <p:cNvCxnSpPr>
            <a:cxnSpLocks/>
            <a:endCxn id="76" idx="1"/>
          </p:cNvCxnSpPr>
          <p:nvPr/>
        </p:nvCxnSpPr>
        <p:spPr>
          <a:xfrm rot="16200000" flipH="1">
            <a:off x="8469002" y="3391691"/>
            <a:ext cx="656812" cy="219106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연결선: 꺾임 29">
            <a:extLst>
              <a:ext uri="{FF2B5EF4-FFF2-40B4-BE49-F238E27FC236}">
                <a16:creationId xmlns:a16="http://schemas.microsoft.com/office/drawing/2014/main" id="{E345DA30-7006-C2AE-BB8B-D25DB40DCD04}"/>
              </a:ext>
            </a:extLst>
          </p:cNvPr>
          <p:cNvCxnSpPr>
            <a:cxnSpLocks/>
            <a:endCxn id="77" idx="1"/>
          </p:cNvCxnSpPr>
          <p:nvPr/>
        </p:nvCxnSpPr>
        <p:spPr>
          <a:xfrm rot="16200000" flipH="1">
            <a:off x="8054026" y="3387863"/>
            <a:ext cx="1486762" cy="219108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연결선: 꺾임 29">
            <a:extLst>
              <a:ext uri="{FF2B5EF4-FFF2-40B4-BE49-F238E27FC236}">
                <a16:creationId xmlns:a16="http://schemas.microsoft.com/office/drawing/2014/main" id="{9CA80A72-2249-D15C-3107-7BDCD197A177}"/>
              </a:ext>
            </a:extLst>
          </p:cNvPr>
          <p:cNvCxnSpPr>
            <a:cxnSpLocks/>
            <a:endCxn id="78" idx="1"/>
          </p:cNvCxnSpPr>
          <p:nvPr/>
        </p:nvCxnSpPr>
        <p:spPr>
          <a:xfrm rot="16200000" flipH="1">
            <a:off x="7849493" y="3594478"/>
            <a:ext cx="1895826" cy="219110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연결선: 꺾임 29">
            <a:extLst>
              <a:ext uri="{FF2B5EF4-FFF2-40B4-BE49-F238E27FC236}">
                <a16:creationId xmlns:a16="http://schemas.microsoft.com/office/drawing/2014/main" id="{1A89A18A-E3D0-0E14-A29E-15B42C531627}"/>
              </a:ext>
            </a:extLst>
          </p:cNvPr>
          <p:cNvCxnSpPr>
            <a:cxnSpLocks/>
            <a:endCxn id="62" idx="1"/>
          </p:cNvCxnSpPr>
          <p:nvPr/>
        </p:nvCxnSpPr>
        <p:spPr>
          <a:xfrm rot="16200000" flipH="1">
            <a:off x="7640560" y="3796693"/>
            <a:ext cx="2313690" cy="219112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연결선: 꺾임 29">
            <a:extLst>
              <a:ext uri="{FF2B5EF4-FFF2-40B4-BE49-F238E27FC236}">
                <a16:creationId xmlns:a16="http://schemas.microsoft.com/office/drawing/2014/main" id="{2CB81368-1B8B-6845-9F02-7B16F325E51E}"/>
              </a:ext>
            </a:extLst>
          </p:cNvPr>
          <p:cNvCxnSpPr>
            <a:cxnSpLocks/>
            <a:endCxn id="63" idx="1"/>
          </p:cNvCxnSpPr>
          <p:nvPr/>
        </p:nvCxnSpPr>
        <p:spPr>
          <a:xfrm rot="16200000" flipH="1">
            <a:off x="7439959" y="4007240"/>
            <a:ext cx="2714890" cy="219113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: Rounded Corners 46">
            <a:extLst>
              <a:ext uri="{FF2B5EF4-FFF2-40B4-BE49-F238E27FC236}">
                <a16:creationId xmlns:a16="http://schemas.microsoft.com/office/drawing/2014/main" id="{C8662F04-207B-DB84-B6B2-8B6E6C4E8B61}"/>
              </a:ext>
            </a:extLst>
          </p:cNvPr>
          <p:cNvSpPr/>
          <p:nvPr/>
        </p:nvSpPr>
        <p:spPr>
          <a:xfrm>
            <a:off x="8569746" y="2362206"/>
            <a:ext cx="2643813" cy="396000"/>
          </a:xfrm>
          <a:prstGeom prst="roundRect">
            <a:avLst>
              <a:gd name="adj" fmla="val 11418"/>
            </a:avLst>
          </a:prstGeom>
          <a:solidFill>
            <a:srgbClr val="043B72"/>
          </a:solidFill>
          <a:ln w="3175" cap="flat" cmpd="sng" algn="ctr">
            <a:noFill/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algn="ctr" defTabSz="1042873" latinLnBrk="0">
              <a:defRPr/>
            </a:pP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제</a:t>
            </a: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4</a:t>
            </a: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장</a:t>
            </a:r>
            <a:b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</a:b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AI</a:t>
            </a: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위험관리지침</a:t>
            </a:r>
            <a:endParaRPr lang="en-US" altLang="ko-KR" sz="1200" b="1" kern="0">
              <a:ln>
                <a:solidFill>
                  <a:srgbClr val="A5C249">
                    <a:alpha val="0"/>
                  </a:srgbClr>
                </a:solidFill>
              </a:ln>
              <a:solidFill>
                <a:prstClr val="white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852491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47FC338-D11C-88A4-596A-BEFA494A159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III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．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AI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거버넌스 프레임워크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724203-C6AF-0773-2993-2AB35F3AB6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[Back-up] AI </a:t>
            </a:r>
            <a:r>
              <a:rPr lang="ko-KR" altLang="en-US"/>
              <a:t>거버넌스 규정 및 지침 주요 내용 </a:t>
            </a:r>
            <a:r>
              <a:rPr lang="en-US" altLang="ko-KR"/>
              <a:t>(3/3)</a:t>
            </a:r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2D6294-DBE4-379E-1E65-CF60792BAE7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err="1"/>
              <a:t>미래에셋증권의</a:t>
            </a:r>
            <a:r>
              <a:rPr lang="ko-KR" altLang="en-US"/>
              <a:t> </a:t>
            </a:r>
            <a:r>
              <a:rPr lang="en-US" altLang="ko-KR"/>
              <a:t>AI</a:t>
            </a:r>
            <a:r>
              <a:rPr lang="ko-KR" altLang="en-US"/>
              <a:t>개발</a:t>
            </a:r>
            <a:r>
              <a:rPr lang="en-US" altLang="ko-KR"/>
              <a:t>·</a:t>
            </a:r>
            <a:r>
              <a:rPr lang="ko-KR" altLang="en-US"/>
              <a:t>운영지침의 주요 내용은 다음과 같음</a:t>
            </a:r>
          </a:p>
        </p:txBody>
      </p:sp>
      <p:sp>
        <p:nvSpPr>
          <p:cNvPr id="8" name="사각형: 둥근 모서리 20">
            <a:extLst>
              <a:ext uri="{FF2B5EF4-FFF2-40B4-BE49-F238E27FC236}">
                <a16:creationId xmlns:a16="http://schemas.microsoft.com/office/drawing/2014/main" id="{1D613886-4663-32BC-A99E-86B9B203D9E3}"/>
              </a:ext>
            </a:extLst>
          </p:cNvPr>
          <p:cNvSpPr/>
          <p:nvPr/>
        </p:nvSpPr>
        <p:spPr>
          <a:xfrm>
            <a:off x="407988" y="1341439"/>
            <a:ext cx="2052000" cy="359621"/>
          </a:xfrm>
          <a:prstGeom prst="roundRect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 w="12700">
            <a:noFill/>
          </a:ln>
          <a:effectLst/>
        </p:spPr>
        <p:txBody>
          <a:bodyPr lIns="0" tIns="0" rIns="0" bIns="0" rtlCol="0" anchor="ctr" anchorCtr="0"/>
          <a:lstStyle/>
          <a:p>
            <a:pPr algn="ctr"/>
            <a:r>
              <a:rPr lang="ko-KR" altLang="en-US" sz="14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① </a:t>
            </a:r>
            <a:r>
              <a:rPr lang="en-US" altLang="ko-KR" sz="14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AI</a:t>
            </a:r>
            <a:r>
              <a:rPr lang="ko-KR" altLang="en-US" sz="1400" b="1" spc="-15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거버넌스규정</a:t>
            </a:r>
            <a:endParaRPr lang="ko-KR" altLang="en-US" sz="1400" b="1" spc="-1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lt1"/>
              </a:solidFill>
              <a:latin typeface="+mn-ea"/>
            </a:endParaRPr>
          </a:p>
        </p:txBody>
      </p:sp>
      <p:sp>
        <p:nvSpPr>
          <p:cNvPr id="9" name="사각형: 둥근 모서리 20">
            <a:extLst>
              <a:ext uri="{FF2B5EF4-FFF2-40B4-BE49-F238E27FC236}">
                <a16:creationId xmlns:a16="http://schemas.microsoft.com/office/drawing/2014/main" id="{FC7EB3EB-3F0E-04E3-5249-F2429B151F4C}"/>
              </a:ext>
            </a:extLst>
          </p:cNvPr>
          <p:cNvSpPr/>
          <p:nvPr/>
        </p:nvSpPr>
        <p:spPr>
          <a:xfrm>
            <a:off x="2504414" y="1341439"/>
            <a:ext cx="2052000" cy="359621"/>
          </a:xfrm>
          <a:prstGeom prst="roundRect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 w="12700">
            <a:noFill/>
          </a:ln>
          <a:effectLst/>
        </p:spPr>
        <p:txBody>
          <a:bodyPr lIns="0" tIns="0" rIns="0" bIns="0" rtlCol="0" anchor="ctr" anchorCtr="0"/>
          <a:lstStyle/>
          <a:p>
            <a:pPr algn="ctr"/>
            <a:r>
              <a:rPr lang="ko-KR" altLang="en-US" sz="14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②  </a:t>
            </a:r>
            <a:r>
              <a:rPr lang="en-US" altLang="ko-KR" sz="14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AI</a:t>
            </a:r>
            <a:r>
              <a:rPr lang="ko-KR" altLang="en-US" sz="1400" b="1" spc="-15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거버넌스운영지침</a:t>
            </a:r>
            <a:endParaRPr lang="ko-KR" altLang="en-US" sz="1400" b="1" spc="-1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lt1"/>
              </a:solidFill>
              <a:latin typeface="+mn-ea"/>
            </a:endParaRPr>
          </a:p>
        </p:txBody>
      </p:sp>
      <p:sp>
        <p:nvSpPr>
          <p:cNvPr id="10" name="사각형: 둥근 모서리 20">
            <a:extLst>
              <a:ext uri="{FF2B5EF4-FFF2-40B4-BE49-F238E27FC236}">
                <a16:creationId xmlns:a16="http://schemas.microsoft.com/office/drawing/2014/main" id="{C02B0A4D-CE6B-295D-1B32-A53E033F1978}"/>
              </a:ext>
            </a:extLst>
          </p:cNvPr>
          <p:cNvSpPr/>
          <p:nvPr/>
        </p:nvSpPr>
        <p:spPr>
          <a:xfrm>
            <a:off x="407987" y="1701060"/>
            <a:ext cx="11376025" cy="475212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accent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" altLang="ko-KR" sz="14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lt1"/>
              </a:solidFill>
              <a:latin typeface="+mn-ea"/>
            </a:endParaRPr>
          </a:p>
        </p:txBody>
      </p:sp>
      <p:sp>
        <p:nvSpPr>
          <p:cNvPr id="11" name="Rectangle: Rounded Corners 46">
            <a:extLst>
              <a:ext uri="{FF2B5EF4-FFF2-40B4-BE49-F238E27FC236}">
                <a16:creationId xmlns:a16="http://schemas.microsoft.com/office/drawing/2014/main" id="{4D12C54C-C708-0470-A4EB-B68C8D48487A}"/>
              </a:ext>
            </a:extLst>
          </p:cNvPr>
          <p:cNvSpPr/>
          <p:nvPr/>
        </p:nvSpPr>
        <p:spPr>
          <a:xfrm>
            <a:off x="5277149" y="1840770"/>
            <a:ext cx="6259531" cy="4498908"/>
          </a:xfrm>
          <a:prstGeom prst="snip1Rect">
            <a:avLst/>
          </a:prstGeom>
          <a:pattFill prst="dkUp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3175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 anchorCtr="0"/>
          <a:lstStyle/>
          <a:p>
            <a:pPr marL="0" marR="0" lvl="0" indent="0" algn="ctr" defTabSz="10428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1" i="0" u="none" strike="noStrike" kern="0" cap="none" spc="0" normalizeH="0" baseline="0" noProof="0">
              <a:ln>
                <a:solidFill>
                  <a:srgbClr val="A5C249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+mn-ea"/>
              <a:cs typeface="Pretendard SemiBold" panose="02000703000000020004" pitchFamily="50" charset="-127"/>
            </a:endParaRPr>
          </a:p>
        </p:txBody>
      </p:sp>
      <p:sp>
        <p:nvSpPr>
          <p:cNvPr id="12" name="사각형: 둥근 모서리 20">
            <a:extLst>
              <a:ext uri="{FF2B5EF4-FFF2-40B4-BE49-F238E27FC236}">
                <a16:creationId xmlns:a16="http://schemas.microsoft.com/office/drawing/2014/main" id="{7CA94A0B-D4F8-77C1-3DE5-AF5774B70816}"/>
              </a:ext>
            </a:extLst>
          </p:cNvPr>
          <p:cNvSpPr/>
          <p:nvPr/>
        </p:nvSpPr>
        <p:spPr>
          <a:xfrm>
            <a:off x="4600839" y="1341439"/>
            <a:ext cx="2052000" cy="359621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914400"/>
            <a:r>
              <a:rPr lang="ko-KR" altLang="en-US" sz="1400" b="1" spc="-150">
                <a:solidFill>
                  <a:schemeClr val="bg1">
                    <a:lumMod val="95000"/>
                  </a:schemeClr>
                </a:solidFill>
                <a:latin typeface="+mn-ea"/>
                <a:cs typeface="Noto Sans" panose="020B0502040504020204" pitchFamily="34" charset="0"/>
              </a:rPr>
              <a:t>③ </a:t>
            </a:r>
            <a:r>
              <a:rPr lang="en-US" altLang="ko-KR" sz="1400" b="1" spc="-150">
                <a:solidFill>
                  <a:schemeClr val="bg1">
                    <a:lumMod val="95000"/>
                  </a:schemeClr>
                </a:solidFill>
                <a:latin typeface="+mn-ea"/>
                <a:cs typeface="Noto Sans" panose="020B0502040504020204" pitchFamily="34" charset="0"/>
              </a:rPr>
              <a:t>AI</a:t>
            </a:r>
            <a:r>
              <a:rPr lang="ko-KR" altLang="en-US" sz="1400" b="1" spc="-150">
                <a:solidFill>
                  <a:schemeClr val="bg1">
                    <a:lumMod val="95000"/>
                  </a:schemeClr>
                </a:solidFill>
                <a:latin typeface="+mn-ea"/>
                <a:cs typeface="Noto Sans" panose="020B0502040504020204" pitchFamily="34" charset="0"/>
              </a:rPr>
              <a:t>개발</a:t>
            </a:r>
            <a:r>
              <a:rPr lang="en-US" altLang="ko-KR" sz="1400" b="1" spc="-150">
                <a:solidFill>
                  <a:schemeClr val="bg1">
                    <a:lumMod val="95000"/>
                  </a:schemeClr>
                </a:solidFill>
                <a:latin typeface="+mn-ea"/>
                <a:cs typeface="Noto Sans" panose="020B0502040504020204" pitchFamily="34" charset="0"/>
              </a:rPr>
              <a:t>·</a:t>
            </a:r>
            <a:r>
              <a:rPr lang="ko-KR" altLang="en-US" sz="1400" b="1" spc="-150">
                <a:solidFill>
                  <a:schemeClr val="bg1">
                    <a:lumMod val="95000"/>
                  </a:schemeClr>
                </a:solidFill>
                <a:latin typeface="+mn-ea"/>
                <a:cs typeface="Noto Sans" panose="020B0502040504020204" pitchFamily="34" charset="0"/>
              </a:rPr>
              <a:t>운영지침</a:t>
            </a:r>
          </a:p>
        </p:txBody>
      </p:sp>
      <p:sp>
        <p:nvSpPr>
          <p:cNvPr id="13" name="Rectangle: Rounded Corners 46">
            <a:extLst>
              <a:ext uri="{FF2B5EF4-FFF2-40B4-BE49-F238E27FC236}">
                <a16:creationId xmlns:a16="http://schemas.microsoft.com/office/drawing/2014/main" id="{2600E6D8-FFFE-7F50-5041-B44353D7100B}"/>
              </a:ext>
            </a:extLst>
          </p:cNvPr>
          <p:cNvSpPr/>
          <p:nvPr/>
        </p:nvSpPr>
        <p:spPr>
          <a:xfrm>
            <a:off x="5479142" y="1926993"/>
            <a:ext cx="2052190" cy="379253"/>
          </a:xfrm>
          <a:prstGeom prst="roundRect">
            <a:avLst>
              <a:gd name="adj" fmla="val 11418"/>
            </a:avLst>
          </a:prstGeom>
          <a:noFill/>
          <a:ln w="3175" cap="flat" cmpd="sng" algn="ctr">
            <a:noFill/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marL="0" marR="0" lvl="0" indent="0" defTabSz="10428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Contents</a:t>
            </a:r>
          </a:p>
        </p:txBody>
      </p:sp>
      <p:sp>
        <p:nvSpPr>
          <p:cNvPr id="14" name="Rectangle: Rounded Corners 46">
            <a:extLst>
              <a:ext uri="{FF2B5EF4-FFF2-40B4-BE49-F238E27FC236}">
                <a16:creationId xmlns:a16="http://schemas.microsoft.com/office/drawing/2014/main" id="{F2543A00-8946-DA51-D0C6-F7B517E92A60}"/>
              </a:ext>
            </a:extLst>
          </p:cNvPr>
          <p:cNvSpPr/>
          <p:nvPr/>
        </p:nvSpPr>
        <p:spPr>
          <a:xfrm>
            <a:off x="1943373" y="3019330"/>
            <a:ext cx="3250142" cy="601227"/>
          </a:xfrm>
          <a:prstGeom prst="roundRect">
            <a:avLst>
              <a:gd name="adj" fmla="val 11418"/>
            </a:avLst>
          </a:prstGeom>
          <a:solidFill>
            <a:schemeClr val="bg1">
              <a:lumMod val="95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wrap="square" lIns="90000" tIns="0" rIns="90000" bIns="0" rtlCol="0" anchor="ctr" anchorCtr="0"/>
          <a:lstStyle/>
          <a:p>
            <a:pPr marL="171450" lvl="0" indent="-171450" defTabSz="1042873">
              <a:buFont typeface="Arial" panose="020B0604020202020204" pitchFamily="34" charset="0"/>
              <a:buChar char="•"/>
              <a:defRPr/>
            </a:pPr>
            <a:r>
              <a:rPr lang="en-US" altLang="ko-KR" sz="1200" kern="0" spc="-10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AI </a:t>
            </a:r>
            <a:r>
              <a:rPr lang="ko-KR" altLang="en-US" sz="1200" kern="0" spc="-10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개발 및 운영 원칙 및 기준</a:t>
            </a:r>
            <a:endParaRPr kumimoji="0" lang="ko-KR" altLang="en-US" sz="1200" i="0" u="none" strike="noStrike" kern="0" cap="none" spc="0" normalizeH="0" baseline="0" noProof="0">
              <a:ln>
                <a:solidFill>
                  <a:srgbClr val="A5C249">
                    <a:alpha val="0"/>
                  </a:srgbClr>
                </a:solidFill>
              </a:ln>
              <a:effectLst/>
              <a:uLnTx/>
              <a:uFillTx/>
              <a:latin typeface="+mn-ea"/>
              <a:cs typeface="Pretendard SemiBold" panose="02000703000000020004" pitchFamily="50" charset="-127"/>
            </a:endParaRPr>
          </a:p>
        </p:txBody>
      </p:sp>
      <p:sp>
        <p:nvSpPr>
          <p:cNvPr id="15" name="Rectangle: Rounded Corners 46">
            <a:extLst>
              <a:ext uri="{FF2B5EF4-FFF2-40B4-BE49-F238E27FC236}">
                <a16:creationId xmlns:a16="http://schemas.microsoft.com/office/drawing/2014/main" id="{AD03683A-48DC-E7F9-672E-84DA08813D7E}"/>
              </a:ext>
            </a:extLst>
          </p:cNvPr>
          <p:cNvSpPr/>
          <p:nvPr/>
        </p:nvSpPr>
        <p:spPr>
          <a:xfrm>
            <a:off x="1943373" y="1840770"/>
            <a:ext cx="3250142" cy="930621"/>
          </a:xfrm>
          <a:prstGeom prst="roundRect">
            <a:avLst>
              <a:gd name="adj" fmla="val 11418"/>
            </a:avLst>
          </a:prstGeom>
          <a:solidFill>
            <a:schemeClr val="bg1">
              <a:lumMod val="95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wrap="square" lIns="90000" tIns="0" rIns="90000" bIns="0" rtlCol="0" anchor="ctr" anchorCtr="0"/>
          <a:lstStyle/>
          <a:p>
            <a:pPr defTabSz="1042873">
              <a:lnSpc>
                <a:spcPct val="130000"/>
              </a:lnSpc>
            </a:pPr>
            <a:r>
              <a:rPr lang="en-US" altLang="ko-KR" sz="1200" kern="0" spc="-7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AI </a:t>
            </a:r>
            <a:r>
              <a:rPr lang="ko-KR" altLang="en-US" sz="1200" kern="0" spc="-7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도입 및 활용하는 과정에서 발생할 수 있는 위험을 관리하고 경감하는 것을 목적으로 방안 제공</a:t>
            </a:r>
          </a:p>
        </p:txBody>
      </p:sp>
      <p:sp>
        <p:nvSpPr>
          <p:cNvPr id="16" name="Rectangle: Rounded Corners 46">
            <a:extLst>
              <a:ext uri="{FF2B5EF4-FFF2-40B4-BE49-F238E27FC236}">
                <a16:creationId xmlns:a16="http://schemas.microsoft.com/office/drawing/2014/main" id="{FD91F465-C7F5-7EB3-A5BB-C82BC0ACDCA8}"/>
              </a:ext>
            </a:extLst>
          </p:cNvPr>
          <p:cNvSpPr/>
          <p:nvPr/>
        </p:nvSpPr>
        <p:spPr>
          <a:xfrm>
            <a:off x="1943373" y="3692886"/>
            <a:ext cx="3250142" cy="601227"/>
          </a:xfrm>
          <a:prstGeom prst="roundRect">
            <a:avLst>
              <a:gd name="adj" fmla="val 11418"/>
            </a:avLst>
          </a:prstGeom>
          <a:solidFill>
            <a:schemeClr val="bg1">
              <a:lumMod val="95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wrap="square" lIns="90000" tIns="0" rIns="90000" bIns="0" rtlCol="0" anchor="ctr" anchorCtr="0"/>
          <a:lstStyle/>
          <a:p>
            <a:pPr marL="171450" marR="0" lvl="0" indent="-171450" defTabSz="10428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200" i="0" u="none" strike="noStrike" kern="0" cap="none" spc="-100" normalizeH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AI </a:t>
            </a:r>
            <a:r>
              <a:rPr kumimoji="0" lang="ko-KR" altLang="en-US" sz="1200" i="0" u="none" strike="noStrike" kern="0" cap="none" spc="-100" normalizeH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개발 및 운영 담당 역할</a:t>
            </a:r>
          </a:p>
        </p:txBody>
      </p:sp>
      <p:sp>
        <p:nvSpPr>
          <p:cNvPr id="17" name="Rectangle: Rounded Corners 46">
            <a:extLst>
              <a:ext uri="{FF2B5EF4-FFF2-40B4-BE49-F238E27FC236}">
                <a16:creationId xmlns:a16="http://schemas.microsoft.com/office/drawing/2014/main" id="{2E2611F4-4F2B-0374-C6A6-D303AB1C389C}"/>
              </a:ext>
            </a:extLst>
          </p:cNvPr>
          <p:cNvSpPr/>
          <p:nvPr/>
        </p:nvSpPr>
        <p:spPr>
          <a:xfrm>
            <a:off x="1943373" y="4366440"/>
            <a:ext cx="3250142" cy="1310160"/>
          </a:xfrm>
          <a:prstGeom prst="roundRect">
            <a:avLst>
              <a:gd name="adj" fmla="val 5596"/>
            </a:avLst>
          </a:prstGeom>
          <a:solidFill>
            <a:schemeClr val="bg1">
              <a:lumMod val="95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wrap="square" lIns="90000" tIns="0" rIns="90000" bIns="0" rtlCol="0" anchor="ctr" anchorCtr="0"/>
          <a:lstStyle/>
          <a:p>
            <a:pPr marL="171450" lvl="0" indent="-171450" defTabSz="1042873">
              <a:buFont typeface="Arial" panose="020B0604020202020204" pitchFamily="34" charset="0"/>
              <a:buChar char="•"/>
              <a:defRPr/>
            </a:pPr>
            <a:r>
              <a:rPr lang="en-US" altLang="ko-KR" sz="1200" kern="0" spc="-10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AI </a:t>
            </a:r>
            <a:r>
              <a:rPr lang="ko-KR" altLang="en-US" sz="1200" kern="0" spc="-10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개발 및 운영 </a:t>
            </a:r>
            <a:r>
              <a:rPr lang="en-US" altLang="ko-KR" sz="1200" kern="0" spc="-10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: </a:t>
            </a:r>
            <a:r>
              <a:rPr lang="ko-KR" altLang="en-US" sz="1200" kern="0" spc="-10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원칙 및 기준</a:t>
            </a:r>
            <a:r>
              <a:rPr lang="en-US" altLang="ko-KR" sz="1200" kern="0" spc="-10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, </a:t>
            </a:r>
            <a:r>
              <a:rPr lang="ko-KR" altLang="en-US" sz="1200" kern="0" spc="-10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기획</a:t>
            </a:r>
            <a:r>
              <a:rPr lang="en-US" altLang="ko-KR" sz="1200" kern="0" spc="-10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·</a:t>
            </a:r>
            <a:r>
              <a:rPr lang="ko-KR" altLang="en-US" sz="1200" kern="0" spc="-10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설계 단계</a:t>
            </a:r>
            <a:r>
              <a:rPr lang="en-US" altLang="ko-KR" sz="1200" kern="0" spc="-10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, </a:t>
            </a:r>
            <a:r>
              <a:rPr lang="ko-KR" altLang="en-US" sz="1200" kern="0" spc="-10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개발 단계</a:t>
            </a:r>
            <a:r>
              <a:rPr lang="en-US" altLang="ko-KR" sz="1200" kern="0" spc="-10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, </a:t>
            </a:r>
            <a:r>
              <a:rPr lang="ko-KR" altLang="en-US" sz="1200" kern="0" spc="-10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평가</a:t>
            </a:r>
            <a:r>
              <a:rPr lang="en-US" altLang="ko-KR" sz="1200" kern="0" spc="-10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·</a:t>
            </a:r>
            <a:r>
              <a:rPr lang="ko-KR" altLang="en-US" sz="1200" kern="0" spc="-10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점검 단계</a:t>
            </a:r>
            <a:r>
              <a:rPr lang="en-US" altLang="ko-KR" sz="1200" kern="0" spc="-10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, </a:t>
            </a:r>
            <a:br>
              <a:rPr lang="en-US" altLang="ko-KR" sz="1200" kern="0" spc="-10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</a:br>
            <a:r>
              <a:rPr lang="ko-KR" altLang="en-US" sz="1200" kern="0" spc="-10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도입</a:t>
            </a:r>
            <a:r>
              <a:rPr lang="en-US" altLang="ko-KR" sz="1200" kern="0" spc="-10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·</a:t>
            </a:r>
            <a:r>
              <a:rPr lang="ko-KR" altLang="en-US" sz="1200" kern="0" spc="-10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운영</a:t>
            </a:r>
            <a:r>
              <a:rPr lang="en-US" altLang="ko-KR" sz="1200" kern="0" spc="-10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·</a:t>
            </a:r>
            <a:r>
              <a:rPr lang="ko-KR" altLang="en-US" sz="1200" kern="0" spc="-10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모니터링 단계</a:t>
            </a:r>
          </a:p>
        </p:txBody>
      </p:sp>
      <p:sp>
        <p:nvSpPr>
          <p:cNvPr id="18" name="Rectangle: Rounded Corners 46">
            <a:extLst>
              <a:ext uri="{FF2B5EF4-FFF2-40B4-BE49-F238E27FC236}">
                <a16:creationId xmlns:a16="http://schemas.microsoft.com/office/drawing/2014/main" id="{10014681-C4D5-59F4-BDE4-2D15CA13186D}"/>
              </a:ext>
            </a:extLst>
          </p:cNvPr>
          <p:cNvSpPr/>
          <p:nvPr/>
        </p:nvSpPr>
        <p:spPr>
          <a:xfrm>
            <a:off x="1943373" y="5790110"/>
            <a:ext cx="3250142" cy="549568"/>
          </a:xfrm>
          <a:prstGeom prst="roundRect">
            <a:avLst>
              <a:gd name="adj" fmla="val 11418"/>
            </a:avLst>
          </a:prstGeom>
          <a:solidFill>
            <a:schemeClr val="bg1">
              <a:lumMod val="95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wrap="square" lIns="90000" tIns="0" rIns="90000" bIns="0" rtlCol="0" anchor="ctr" anchorCtr="0"/>
          <a:lstStyle/>
          <a:p>
            <a:pPr algn="ctr" defTabSz="1042873">
              <a:defRPr/>
            </a:pPr>
            <a:r>
              <a:rPr lang="en-US" altLang="ko-KR" sz="1200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AI </a:t>
            </a:r>
            <a:r>
              <a:rPr lang="ko-KR" altLang="en-US" sz="1200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서비스기획</a:t>
            </a:r>
            <a:r>
              <a:rPr lang="en-US" altLang="ko-KR" sz="1200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/</a:t>
            </a:r>
            <a:r>
              <a:rPr lang="ko-KR" altLang="en-US" sz="1200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개발</a:t>
            </a:r>
            <a:r>
              <a:rPr lang="en-US" altLang="ko-KR" sz="1200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/</a:t>
            </a:r>
            <a:r>
              <a:rPr lang="ko-KR" altLang="en-US" sz="1200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운영담당자</a:t>
            </a:r>
            <a:endParaRPr lang="en-US" altLang="ko-KR" sz="1200" kern="0">
              <a:ln>
                <a:solidFill>
                  <a:srgbClr val="A5C249">
                    <a:alpha val="0"/>
                  </a:srgbClr>
                </a:solidFill>
              </a:ln>
              <a:latin typeface="+mn-ea"/>
              <a:cs typeface="Pretendard SemiBold" panose="02000703000000020004" pitchFamily="50" charset="-127"/>
            </a:endParaRPr>
          </a:p>
        </p:txBody>
      </p:sp>
      <p:sp>
        <p:nvSpPr>
          <p:cNvPr id="34" name="Rectangle: Rounded Corners 46">
            <a:extLst>
              <a:ext uri="{FF2B5EF4-FFF2-40B4-BE49-F238E27FC236}">
                <a16:creationId xmlns:a16="http://schemas.microsoft.com/office/drawing/2014/main" id="{9AB7591A-A0B4-0992-6E33-A646787FF75F}"/>
              </a:ext>
            </a:extLst>
          </p:cNvPr>
          <p:cNvSpPr/>
          <p:nvPr/>
        </p:nvSpPr>
        <p:spPr>
          <a:xfrm>
            <a:off x="522288" y="1840770"/>
            <a:ext cx="1204912" cy="930621"/>
          </a:xfrm>
          <a:prstGeom prst="roundRect">
            <a:avLst>
              <a:gd name="adj" fmla="val 11418"/>
            </a:avLst>
          </a:prstGeom>
          <a:solidFill>
            <a:srgbClr val="F4B183"/>
          </a:solidFill>
          <a:ln>
            <a:solidFill>
              <a:schemeClr val="bg1"/>
            </a:solidFill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목적</a:t>
            </a:r>
            <a:endParaRPr kumimoji="0" lang="en-US" altLang="ko-KR" sz="14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35" name="Rectangle: Rounded Corners 46">
            <a:extLst>
              <a:ext uri="{FF2B5EF4-FFF2-40B4-BE49-F238E27FC236}">
                <a16:creationId xmlns:a16="http://schemas.microsoft.com/office/drawing/2014/main" id="{DB7A8522-7E7A-CD2C-62F3-CA4DC9C32266}"/>
              </a:ext>
            </a:extLst>
          </p:cNvPr>
          <p:cNvSpPr/>
          <p:nvPr/>
        </p:nvSpPr>
        <p:spPr>
          <a:xfrm>
            <a:off x="522289" y="2906401"/>
            <a:ext cx="1204912" cy="2833165"/>
          </a:xfrm>
          <a:prstGeom prst="roundRect">
            <a:avLst>
              <a:gd name="adj" fmla="val 6675"/>
            </a:avLst>
          </a:prstGeom>
          <a:solidFill>
            <a:srgbClr val="F4B183"/>
          </a:solidFill>
          <a:ln>
            <a:solidFill>
              <a:schemeClr val="bg1"/>
            </a:solidFill>
          </a:ln>
        </p:spPr>
        <p:txBody>
          <a:bodyPr spcFirstLastPara="1" wrap="square" lIns="0" tIns="0" rIns="504000" bIns="0" anchor="ctr" anchorCtr="0">
            <a:no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주요 </a:t>
            </a:r>
            <a:endParaRPr kumimoji="0" lang="en-US" altLang="ko-KR" sz="14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ea"/>
              <a:cs typeface="Pretendard" panose="02000503000000020004" pitchFamily="50" charset="-127"/>
            </a:endParaRPr>
          </a:p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내용</a:t>
            </a:r>
            <a:endParaRPr kumimoji="0" lang="en-US" altLang="ko-KR" sz="14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ea"/>
              <a:cs typeface="Pretendard" panose="02000503000000020004" pitchFamily="50" charset="-127"/>
            </a:endParaRPr>
          </a:p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(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문서 목차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*)</a:t>
            </a:r>
          </a:p>
        </p:txBody>
      </p:sp>
      <p:sp>
        <p:nvSpPr>
          <p:cNvPr id="36" name="Rectangle: Rounded Corners 46">
            <a:extLst>
              <a:ext uri="{FF2B5EF4-FFF2-40B4-BE49-F238E27FC236}">
                <a16:creationId xmlns:a16="http://schemas.microsoft.com/office/drawing/2014/main" id="{836C9E34-FB4C-421C-08F2-30B1537A447B}"/>
              </a:ext>
            </a:extLst>
          </p:cNvPr>
          <p:cNvSpPr/>
          <p:nvPr/>
        </p:nvSpPr>
        <p:spPr>
          <a:xfrm>
            <a:off x="522289" y="5790110"/>
            <a:ext cx="1204912" cy="549568"/>
          </a:xfrm>
          <a:prstGeom prst="roundRect">
            <a:avLst>
              <a:gd name="adj" fmla="val 22435"/>
            </a:avLst>
          </a:prstGeom>
          <a:solidFill>
            <a:srgbClr val="F4B183"/>
          </a:solidFill>
          <a:ln>
            <a:solidFill>
              <a:schemeClr val="bg1"/>
            </a:solidFill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사용자</a:t>
            </a:r>
            <a:endParaRPr kumimoji="0" lang="en-US" altLang="ko-KR" sz="14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37" name="Rectangle: Rounded Corners 46">
            <a:extLst>
              <a:ext uri="{FF2B5EF4-FFF2-40B4-BE49-F238E27FC236}">
                <a16:creationId xmlns:a16="http://schemas.microsoft.com/office/drawing/2014/main" id="{B5E070E2-0368-1052-D126-28937B48146A}"/>
              </a:ext>
            </a:extLst>
          </p:cNvPr>
          <p:cNvSpPr/>
          <p:nvPr/>
        </p:nvSpPr>
        <p:spPr>
          <a:xfrm>
            <a:off x="1228725" y="3019331"/>
            <a:ext cx="582110" cy="601229"/>
          </a:xfrm>
          <a:prstGeom prst="roundRect">
            <a:avLst>
              <a:gd name="adj" fmla="val 11418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bg1"/>
            </a:solidFill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algn="ctr" defTabSz="1042873"/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원칙</a:t>
            </a: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/</a:t>
            </a:r>
          </a:p>
          <a:p>
            <a:pPr algn="ctr" defTabSz="1042873"/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기준</a:t>
            </a:r>
            <a:endParaRPr lang="en-US" altLang="ko-KR" sz="1200" b="1" kern="0">
              <a:ln>
                <a:solidFill>
                  <a:srgbClr val="A5C249">
                    <a:alpha val="0"/>
                  </a:srgbClr>
                </a:solidFill>
              </a:ln>
              <a:latin typeface="+mn-ea"/>
              <a:cs typeface="Pretendard SemiBold" panose="02000703000000020004" pitchFamily="50" charset="-127"/>
            </a:endParaRPr>
          </a:p>
        </p:txBody>
      </p:sp>
      <p:sp>
        <p:nvSpPr>
          <p:cNvPr id="38" name="Rectangle: Rounded Corners 46">
            <a:extLst>
              <a:ext uri="{FF2B5EF4-FFF2-40B4-BE49-F238E27FC236}">
                <a16:creationId xmlns:a16="http://schemas.microsoft.com/office/drawing/2014/main" id="{811E81C2-5C5A-BF2A-9985-D85F0375B5A7}"/>
              </a:ext>
            </a:extLst>
          </p:cNvPr>
          <p:cNvSpPr/>
          <p:nvPr/>
        </p:nvSpPr>
        <p:spPr>
          <a:xfrm>
            <a:off x="1228725" y="3692886"/>
            <a:ext cx="582110" cy="601229"/>
          </a:xfrm>
          <a:prstGeom prst="roundRect">
            <a:avLst>
              <a:gd name="adj" fmla="val 11418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bg1"/>
            </a:solidFill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algn="ctr" defTabSz="1042873"/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조직</a:t>
            </a:r>
            <a:endParaRPr lang="en-US" altLang="ko-KR" sz="1200" b="1" kern="0">
              <a:ln>
                <a:solidFill>
                  <a:srgbClr val="A5C249">
                    <a:alpha val="0"/>
                  </a:srgbClr>
                </a:solidFill>
              </a:ln>
              <a:latin typeface="+mn-ea"/>
              <a:cs typeface="Pretendard SemiBold" panose="02000703000000020004" pitchFamily="50" charset="-127"/>
            </a:endParaRPr>
          </a:p>
        </p:txBody>
      </p:sp>
      <p:sp>
        <p:nvSpPr>
          <p:cNvPr id="39" name="Rectangle: Rounded Corners 46">
            <a:extLst>
              <a:ext uri="{FF2B5EF4-FFF2-40B4-BE49-F238E27FC236}">
                <a16:creationId xmlns:a16="http://schemas.microsoft.com/office/drawing/2014/main" id="{5557F104-3EC0-A9DD-59B2-379563C7CD96}"/>
              </a:ext>
            </a:extLst>
          </p:cNvPr>
          <p:cNvSpPr/>
          <p:nvPr/>
        </p:nvSpPr>
        <p:spPr>
          <a:xfrm>
            <a:off x="1228725" y="4366440"/>
            <a:ext cx="582110" cy="1310160"/>
          </a:xfrm>
          <a:prstGeom prst="roundRect">
            <a:avLst>
              <a:gd name="adj" fmla="val 11418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bg1"/>
            </a:solidFill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algn="ctr" defTabSz="1042873"/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개발</a:t>
            </a: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·</a:t>
            </a:r>
            <a:b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</a:b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운영 관리 체계</a:t>
            </a:r>
            <a:endParaRPr lang="en-US" altLang="ko-KR" sz="1200" b="1" kern="0">
              <a:ln>
                <a:solidFill>
                  <a:srgbClr val="A5C249">
                    <a:alpha val="0"/>
                  </a:srgbClr>
                </a:solidFill>
              </a:ln>
              <a:latin typeface="+mn-ea"/>
              <a:cs typeface="Pretendard SemiBold" panose="02000703000000020004" pitchFamily="50" charset="-127"/>
            </a:endParaRPr>
          </a:p>
        </p:txBody>
      </p:sp>
      <p:sp>
        <p:nvSpPr>
          <p:cNvPr id="40" name="직사각형 16">
            <a:extLst>
              <a:ext uri="{FF2B5EF4-FFF2-40B4-BE49-F238E27FC236}">
                <a16:creationId xmlns:a16="http://schemas.microsoft.com/office/drawing/2014/main" id="{B411B611-573B-1B96-B1C8-18B1DCAE7850}"/>
              </a:ext>
            </a:extLst>
          </p:cNvPr>
          <p:cNvSpPr/>
          <p:nvPr/>
        </p:nvSpPr>
        <p:spPr>
          <a:xfrm>
            <a:off x="5598487" y="3055927"/>
            <a:ext cx="236220" cy="2973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>
              <a:latin typeface="+mn-ea"/>
            </a:endParaRPr>
          </a:p>
        </p:txBody>
      </p:sp>
      <p:sp>
        <p:nvSpPr>
          <p:cNvPr id="41" name="Rectangle: Rounded Corners 46">
            <a:extLst>
              <a:ext uri="{FF2B5EF4-FFF2-40B4-BE49-F238E27FC236}">
                <a16:creationId xmlns:a16="http://schemas.microsoft.com/office/drawing/2014/main" id="{186A95DB-D9D3-F782-6A3C-67C1B4BB97A1}"/>
              </a:ext>
            </a:extLst>
          </p:cNvPr>
          <p:cNvSpPr/>
          <p:nvPr/>
        </p:nvSpPr>
        <p:spPr>
          <a:xfrm>
            <a:off x="5598487" y="2356890"/>
            <a:ext cx="2643813" cy="396000"/>
          </a:xfrm>
          <a:prstGeom prst="roundRect">
            <a:avLst>
              <a:gd name="adj" fmla="val 11418"/>
            </a:avLst>
          </a:prstGeom>
          <a:solidFill>
            <a:srgbClr val="043B72"/>
          </a:solidFill>
          <a:ln w="3175" cap="flat" cmpd="sng" algn="ctr">
            <a:noFill/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marL="0" marR="0" lvl="0" indent="0" algn="ctr" defTabSz="10428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제</a:t>
            </a:r>
            <a:r>
              <a:rPr kumimoji="0" lang="en-US" altLang="ko-KR" sz="1200" b="1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1</a:t>
            </a:r>
            <a:r>
              <a:rPr kumimoji="0" lang="ko-KR" altLang="en-US" sz="1200" b="1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장</a:t>
            </a:r>
            <a:br>
              <a:rPr kumimoji="0" lang="en-US" altLang="ko-KR" sz="1200" b="1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</a:br>
            <a:r>
              <a:rPr kumimoji="0" lang="ko-KR" altLang="en-US" sz="1200" b="1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총칙</a:t>
            </a:r>
            <a:endParaRPr kumimoji="0" lang="en-US" altLang="ko-KR" sz="1200" b="1" i="0" u="none" strike="noStrike" kern="0" cap="none" spc="0" normalizeH="0" baseline="0" noProof="0">
              <a:ln>
                <a:solidFill>
                  <a:srgbClr val="A5C249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+mn-ea"/>
              <a:cs typeface="Pretendard SemiBold" panose="02000703000000020004" pitchFamily="50" charset="-127"/>
            </a:endParaRPr>
          </a:p>
        </p:txBody>
      </p:sp>
      <p:sp>
        <p:nvSpPr>
          <p:cNvPr id="45" name="Rectangle: Rounded Corners 46">
            <a:extLst>
              <a:ext uri="{FF2B5EF4-FFF2-40B4-BE49-F238E27FC236}">
                <a16:creationId xmlns:a16="http://schemas.microsoft.com/office/drawing/2014/main" id="{747FE0F4-44D0-59CC-FBBA-8B17B3F38D25}"/>
              </a:ext>
            </a:extLst>
          </p:cNvPr>
          <p:cNvSpPr/>
          <p:nvPr/>
        </p:nvSpPr>
        <p:spPr>
          <a:xfrm>
            <a:off x="8906961" y="4901094"/>
            <a:ext cx="2299326" cy="324000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6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평가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·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검증 단계 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46" name="Rectangle: Rounded Corners 46">
            <a:extLst>
              <a:ext uri="{FF2B5EF4-FFF2-40B4-BE49-F238E27FC236}">
                <a16:creationId xmlns:a16="http://schemas.microsoft.com/office/drawing/2014/main" id="{2A514C8D-AC50-D44E-A4C2-0AEA2AD01071}"/>
              </a:ext>
            </a:extLst>
          </p:cNvPr>
          <p:cNvSpPr/>
          <p:nvPr/>
        </p:nvSpPr>
        <p:spPr>
          <a:xfrm>
            <a:off x="8906961" y="5312242"/>
            <a:ext cx="2299326" cy="324000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7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도입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·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운영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·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모니터링 단계 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50" name="Rectangle: Rounded Corners 46">
            <a:extLst>
              <a:ext uri="{FF2B5EF4-FFF2-40B4-BE49-F238E27FC236}">
                <a16:creationId xmlns:a16="http://schemas.microsoft.com/office/drawing/2014/main" id="{ABCD98B5-3C6C-FF32-E530-4806A10C0F7C}"/>
              </a:ext>
            </a:extLst>
          </p:cNvPr>
          <p:cNvSpPr/>
          <p:nvPr/>
        </p:nvSpPr>
        <p:spPr>
          <a:xfrm>
            <a:off x="5598487" y="2852481"/>
            <a:ext cx="2643813" cy="396000"/>
          </a:xfrm>
          <a:prstGeom prst="roundRect">
            <a:avLst>
              <a:gd name="adj" fmla="val 11418"/>
            </a:avLst>
          </a:prstGeom>
          <a:solidFill>
            <a:srgbClr val="043B72"/>
          </a:solidFill>
          <a:ln w="3175" cap="flat" cmpd="sng" algn="ctr">
            <a:noFill/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algn="ctr" defTabSz="1042873">
              <a:defRPr/>
            </a:pP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제</a:t>
            </a: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2</a:t>
            </a: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장</a:t>
            </a:r>
            <a:b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</a:b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AI</a:t>
            </a: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 개발</a:t>
            </a: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·</a:t>
            </a: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운영 담당 역할</a:t>
            </a:r>
            <a:endParaRPr lang="en-US" altLang="ko-KR" sz="1200" b="1" kern="0">
              <a:ln>
                <a:solidFill>
                  <a:srgbClr val="A5C249">
                    <a:alpha val="0"/>
                  </a:srgbClr>
                </a:solidFill>
              </a:ln>
              <a:solidFill>
                <a:prstClr val="white"/>
              </a:solidFill>
              <a:latin typeface="+mn-ea"/>
            </a:endParaRPr>
          </a:p>
        </p:txBody>
      </p:sp>
      <p:cxnSp>
        <p:nvCxnSpPr>
          <p:cNvPr id="54" name="연결선: 꺾임 29">
            <a:extLst>
              <a:ext uri="{FF2B5EF4-FFF2-40B4-BE49-F238E27FC236}">
                <a16:creationId xmlns:a16="http://schemas.microsoft.com/office/drawing/2014/main" id="{AB2C3232-F831-2C9F-D390-600D6F67A940}"/>
              </a:ext>
            </a:extLst>
          </p:cNvPr>
          <p:cNvCxnSpPr>
            <a:cxnSpLocks/>
            <a:endCxn id="58" idx="1"/>
          </p:cNvCxnSpPr>
          <p:nvPr/>
        </p:nvCxnSpPr>
        <p:spPr>
          <a:xfrm rot="16200000" flipH="1">
            <a:off x="8464603" y="2976144"/>
            <a:ext cx="665612" cy="219104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연결선: 꺾임 30">
            <a:extLst>
              <a:ext uri="{FF2B5EF4-FFF2-40B4-BE49-F238E27FC236}">
                <a16:creationId xmlns:a16="http://schemas.microsoft.com/office/drawing/2014/main" id="{DD387C1F-CF05-5703-36F6-FAC6B5FEC9FA}"/>
              </a:ext>
            </a:extLst>
          </p:cNvPr>
          <p:cNvCxnSpPr>
            <a:cxnSpLocks/>
            <a:endCxn id="57" idx="1"/>
          </p:cNvCxnSpPr>
          <p:nvPr/>
        </p:nvCxnSpPr>
        <p:spPr>
          <a:xfrm rot="16200000" flipH="1">
            <a:off x="8672491" y="2772884"/>
            <a:ext cx="249834" cy="219106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: Rounded Corners 46">
            <a:extLst>
              <a:ext uri="{FF2B5EF4-FFF2-40B4-BE49-F238E27FC236}">
                <a16:creationId xmlns:a16="http://schemas.microsoft.com/office/drawing/2014/main" id="{9138C2DD-36FE-AE39-0882-C700DEC2E119}"/>
              </a:ext>
            </a:extLst>
          </p:cNvPr>
          <p:cNvSpPr/>
          <p:nvPr/>
        </p:nvSpPr>
        <p:spPr>
          <a:xfrm>
            <a:off x="8906961" y="2845354"/>
            <a:ext cx="2299326" cy="324000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1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원칙 및 기준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58" name="Rectangle: Rounded Corners 46">
            <a:extLst>
              <a:ext uri="{FF2B5EF4-FFF2-40B4-BE49-F238E27FC236}">
                <a16:creationId xmlns:a16="http://schemas.microsoft.com/office/drawing/2014/main" id="{A8E3533B-D61D-8389-2E1E-79EE6CA38A65}"/>
              </a:ext>
            </a:extLst>
          </p:cNvPr>
          <p:cNvSpPr/>
          <p:nvPr/>
        </p:nvSpPr>
        <p:spPr>
          <a:xfrm>
            <a:off x="8906961" y="3256502"/>
            <a:ext cx="2299326" cy="324000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2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</a:t>
            </a:r>
            <a:r>
              <a:rPr lang="ko-KR" altLang="en-US" sz="1100" b="1" err="1">
                <a:latin typeface="+mn-ea"/>
                <a:cs typeface="Pretendard" panose="02000503000000020004" pitchFamily="50" charset="-127"/>
              </a:rPr>
              <a:t>고영향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 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AI 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관리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59" name="Rectangle: Rounded Corners 46">
            <a:extLst>
              <a:ext uri="{FF2B5EF4-FFF2-40B4-BE49-F238E27FC236}">
                <a16:creationId xmlns:a16="http://schemas.microsoft.com/office/drawing/2014/main" id="{9072C010-3FF6-109A-8252-5ED4DBFEF417}"/>
              </a:ext>
            </a:extLst>
          </p:cNvPr>
          <p:cNvSpPr/>
          <p:nvPr/>
        </p:nvSpPr>
        <p:spPr>
          <a:xfrm>
            <a:off x="8906961" y="3667650"/>
            <a:ext cx="2299326" cy="324000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3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AI 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안전성 확보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60" name="Rectangle: Rounded Corners 46">
            <a:extLst>
              <a:ext uri="{FF2B5EF4-FFF2-40B4-BE49-F238E27FC236}">
                <a16:creationId xmlns:a16="http://schemas.microsoft.com/office/drawing/2014/main" id="{4DD3A4DF-99E4-58FD-D0D9-2B087C48AA87}"/>
              </a:ext>
            </a:extLst>
          </p:cNvPr>
          <p:cNvSpPr/>
          <p:nvPr/>
        </p:nvSpPr>
        <p:spPr>
          <a:xfrm>
            <a:off x="8906961" y="4078798"/>
            <a:ext cx="2299326" cy="324000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4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기획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·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설계 단계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61" name="Rectangle: Rounded Corners 46">
            <a:extLst>
              <a:ext uri="{FF2B5EF4-FFF2-40B4-BE49-F238E27FC236}">
                <a16:creationId xmlns:a16="http://schemas.microsoft.com/office/drawing/2014/main" id="{0A1E48EA-2AED-D445-6004-25A4D49D4DD8}"/>
              </a:ext>
            </a:extLst>
          </p:cNvPr>
          <p:cNvSpPr/>
          <p:nvPr/>
        </p:nvSpPr>
        <p:spPr>
          <a:xfrm>
            <a:off x="8906961" y="4489946"/>
            <a:ext cx="2299326" cy="324000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5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개발 단계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cxnSp>
        <p:nvCxnSpPr>
          <p:cNvPr id="68" name="연결선: 꺾임 29">
            <a:extLst>
              <a:ext uri="{FF2B5EF4-FFF2-40B4-BE49-F238E27FC236}">
                <a16:creationId xmlns:a16="http://schemas.microsoft.com/office/drawing/2014/main" id="{C541BCFE-E795-8783-B2EF-88A458552E20}"/>
              </a:ext>
            </a:extLst>
          </p:cNvPr>
          <p:cNvCxnSpPr>
            <a:cxnSpLocks/>
            <a:endCxn id="59" idx="1"/>
          </p:cNvCxnSpPr>
          <p:nvPr/>
        </p:nvCxnSpPr>
        <p:spPr>
          <a:xfrm rot="16200000" flipH="1">
            <a:off x="8469002" y="3391691"/>
            <a:ext cx="656812" cy="219106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연결선: 꺾임 29">
            <a:extLst>
              <a:ext uri="{FF2B5EF4-FFF2-40B4-BE49-F238E27FC236}">
                <a16:creationId xmlns:a16="http://schemas.microsoft.com/office/drawing/2014/main" id="{C0F23999-5C24-6877-5832-02BE0FB55AFE}"/>
              </a:ext>
            </a:extLst>
          </p:cNvPr>
          <p:cNvCxnSpPr>
            <a:cxnSpLocks/>
            <a:endCxn id="60" idx="1"/>
          </p:cNvCxnSpPr>
          <p:nvPr/>
        </p:nvCxnSpPr>
        <p:spPr>
          <a:xfrm rot="16200000" flipH="1">
            <a:off x="8054026" y="3387863"/>
            <a:ext cx="1486762" cy="219108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연결선: 꺾임 29">
            <a:extLst>
              <a:ext uri="{FF2B5EF4-FFF2-40B4-BE49-F238E27FC236}">
                <a16:creationId xmlns:a16="http://schemas.microsoft.com/office/drawing/2014/main" id="{C7229944-AC0A-5CDE-4033-3BF962BE5411}"/>
              </a:ext>
            </a:extLst>
          </p:cNvPr>
          <p:cNvCxnSpPr>
            <a:cxnSpLocks/>
            <a:endCxn id="61" idx="1"/>
          </p:cNvCxnSpPr>
          <p:nvPr/>
        </p:nvCxnSpPr>
        <p:spPr>
          <a:xfrm rot="16200000" flipH="1">
            <a:off x="7849493" y="3594478"/>
            <a:ext cx="1895826" cy="219110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연결선: 꺾임 29">
            <a:extLst>
              <a:ext uri="{FF2B5EF4-FFF2-40B4-BE49-F238E27FC236}">
                <a16:creationId xmlns:a16="http://schemas.microsoft.com/office/drawing/2014/main" id="{27ACCCBA-0BBD-E580-8EC3-D03524B746CC}"/>
              </a:ext>
            </a:extLst>
          </p:cNvPr>
          <p:cNvCxnSpPr>
            <a:cxnSpLocks/>
            <a:endCxn id="45" idx="1"/>
          </p:cNvCxnSpPr>
          <p:nvPr/>
        </p:nvCxnSpPr>
        <p:spPr>
          <a:xfrm rot="16200000" flipH="1">
            <a:off x="7640560" y="3796693"/>
            <a:ext cx="2313690" cy="219112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연결선: 꺾임 29">
            <a:extLst>
              <a:ext uri="{FF2B5EF4-FFF2-40B4-BE49-F238E27FC236}">
                <a16:creationId xmlns:a16="http://schemas.microsoft.com/office/drawing/2014/main" id="{D3ADFDB0-C81C-4C00-E4C7-41130A2A3815}"/>
              </a:ext>
            </a:extLst>
          </p:cNvPr>
          <p:cNvCxnSpPr>
            <a:cxnSpLocks/>
            <a:endCxn id="46" idx="1"/>
          </p:cNvCxnSpPr>
          <p:nvPr/>
        </p:nvCxnSpPr>
        <p:spPr>
          <a:xfrm rot="16200000" flipH="1">
            <a:off x="7439959" y="4007240"/>
            <a:ext cx="2714890" cy="219113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: Rounded Corners 46">
            <a:extLst>
              <a:ext uri="{FF2B5EF4-FFF2-40B4-BE49-F238E27FC236}">
                <a16:creationId xmlns:a16="http://schemas.microsoft.com/office/drawing/2014/main" id="{FBB2AEAF-F4C4-3551-2E0F-7FD23AA2C821}"/>
              </a:ext>
            </a:extLst>
          </p:cNvPr>
          <p:cNvSpPr/>
          <p:nvPr/>
        </p:nvSpPr>
        <p:spPr>
          <a:xfrm>
            <a:off x="8569746" y="2362206"/>
            <a:ext cx="2643813" cy="396000"/>
          </a:xfrm>
          <a:prstGeom prst="roundRect">
            <a:avLst>
              <a:gd name="adj" fmla="val 11418"/>
            </a:avLst>
          </a:prstGeom>
          <a:solidFill>
            <a:srgbClr val="043B72"/>
          </a:solidFill>
          <a:ln w="3175" cap="flat" cmpd="sng" algn="ctr">
            <a:noFill/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algn="ctr" defTabSz="1042873">
              <a:defRPr/>
            </a:pP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제</a:t>
            </a: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3</a:t>
            </a: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장 </a:t>
            </a:r>
            <a:b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</a:b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AI </a:t>
            </a: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개발 및 운영</a:t>
            </a:r>
            <a:endParaRPr lang="en-US" altLang="ko-KR" sz="1200" b="1" kern="0">
              <a:ln>
                <a:solidFill>
                  <a:srgbClr val="A5C249">
                    <a:alpha val="0"/>
                  </a:srgbClr>
                </a:solidFill>
              </a:ln>
              <a:solidFill>
                <a:prstClr val="white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472558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6A7A3-39B2-29B7-A0C7-F4497293F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A450DA46-846F-2A1A-9FA0-91C0386D7E4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III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．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AI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거버넌스 프레임워크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D5427B6-07EB-652A-3B98-8EF74E742A9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[Back-up] </a:t>
            </a:r>
            <a:r>
              <a:rPr lang="ko-KR" altLang="en-US"/>
              <a:t>규제요건의 </a:t>
            </a:r>
            <a:r>
              <a:rPr lang="ko-KR" altLang="en-US" err="1"/>
              <a:t>미래에셋증권</a:t>
            </a:r>
            <a:r>
              <a:rPr lang="ko-KR" altLang="en-US"/>
              <a:t> </a:t>
            </a:r>
            <a:r>
              <a:rPr lang="en-US" altLang="ko-KR"/>
              <a:t>AI </a:t>
            </a:r>
            <a:r>
              <a:rPr lang="ko-KR" altLang="en-US"/>
              <a:t>거버넌스 </a:t>
            </a:r>
            <a:r>
              <a:rPr lang="ko-KR" altLang="en-US" err="1"/>
              <a:t>규정</a:t>
            </a:r>
            <a:r>
              <a:rPr lang="ko-KR" altLang="en-US" err="1">
                <a:latin typeface="맑은 고딕" panose="020B0503020000020004" pitchFamily="50" charset="-127"/>
                <a:ea typeface="맑은 고딕" panose="020B0503020000020004" pitchFamily="50" charset="-127"/>
              </a:rPr>
              <a:t>〮</a:t>
            </a:r>
            <a:r>
              <a:rPr lang="ko-KR" altLang="en-US" err="1"/>
              <a:t>지침</a:t>
            </a:r>
            <a:r>
              <a:rPr lang="ko-KR" altLang="en-US"/>
              <a:t> 매핑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D6CC8C8-A275-B975-03C2-885F7C076ED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err="1"/>
              <a:t>미래에셋증권에</a:t>
            </a:r>
            <a:r>
              <a:rPr lang="ko-KR" altLang="en-US"/>
              <a:t> 적합한 </a:t>
            </a:r>
            <a:r>
              <a:rPr lang="en-US" altLang="ko-KR"/>
              <a:t>AI </a:t>
            </a:r>
            <a:r>
              <a:rPr lang="ko-KR" altLang="en-US"/>
              <a:t>거버넌스 운영 체계를 수립하기 위해 관련 요건을 종합적으로 분석하고 체계적으로 반영함</a:t>
            </a:r>
          </a:p>
        </p:txBody>
      </p:sp>
      <p:cxnSp>
        <p:nvCxnSpPr>
          <p:cNvPr id="145" name="직선 연결선 147">
            <a:extLst>
              <a:ext uri="{FF2B5EF4-FFF2-40B4-BE49-F238E27FC236}">
                <a16:creationId xmlns:a16="http://schemas.microsoft.com/office/drawing/2014/main" id="{440C8B64-B4C0-E835-E7E1-069AB4E5459A}"/>
              </a:ext>
            </a:extLst>
          </p:cNvPr>
          <p:cNvCxnSpPr>
            <a:cxnSpLocks/>
          </p:cNvCxnSpPr>
          <p:nvPr/>
        </p:nvCxnSpPr>
        <p:spPr>
          <a:xfrm>
            <a:off x="6592314" y="1785843"/>
            <a:ext cx="0" cy="4670655"/>
          </a:xfrm>
          <a:prstGeom prst="line">
            <a:avLst/>
          </a:prstGeom>
          <a:ln w="19050">
            <a:solidFill>
              <a:srgbClr val="8F8F9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사각형: 둥근 모서리 20">
            <a:extLst>
              <a:ext uri="{FF2B5EF4-FFF2-40B4-BE49-F238E27FC236}">
                <a16:creationId xmlns:a16="http://schemas.microsoft.com/office/drawing/2014/main" id="{D3F0F7C9-3EAF-BA7E-1394-FD187A819FA1}"/>
              </a:ext>
            </a:extLst>
          </p:cNvPr>
          <p:cNvSpPr/>
          <p:nvPr/>
        </p:nvSpPr>
        <p:spPr>
          <a:xfrm>
            <a:off x="6658340" y="1341437"/>
            <a:ext cx="1656385" cy="395287"/>
          </a:xfrm>
          <a:prstGeom prst="roundRect">
            <a:avLst>
              <a:gd name="adj" fmla="val 0"/>
            </a:avLst>
          </a:prstGeom>
          <a:solidFill>
            <a:srgbClr val="ED7D31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4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AI</a:t>
            </a:r>
            <a:r>
              <a:rPr kumimoji="1" lang="ko-KR" altLang="en-US" sz="1400" b="1" i="0" u="none" strike="noStrike" kern="0" cap="none" spc="0" normalizeH="0" baseline="0" noProof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거버넌스규정</a:t>
            </a:r>
            <a:endParaRPr kumimoji="1" lang="en" altLang="ko-KR" sz="1400" b="1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57" name="사각형: 둥근 모서리 20">
            <a:extLst>
              <a:ext uri="{FF2B5EF4-FFF2-40B4-BE49-F238E27FC236}">
                <a16:creationId xmlns:a16="http://schemas.microsoft.com/office/drawing/2014/main" id="{CAC22804-4845-4A99-052C-C7CA699F5121}"/>
              </a:ext>
            </a:extLst>
          </p:cNvPr>
          <p:cNvSpPr/>
          <p:nvPr/>
        </p:nvSpPr>
        <p:spPr>
          <a:xfrm>
            <a:off x="8446779" y="1341437"/>
            <a:ext cx="1656745" cy="395287"/>
          </a:xfrm>
          <a:prstGeom prst="roundRect">
            <a:avLst>
              <a:gd name="adj" fmla="val 0"/>
            </a:avLst>
          </a:prstGeom>
          <a:solidFill>
            <a:srgbClr val="ED7D31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4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AI</a:t>
            </a:r>
            <a:r>
              <a:rPr kumimoji="1" lang="ko-KR" altLang="en-US" sz="1400" b="1" i="0" u="none" strike="noStrike" kern="0" cap="none" spc="0" normalizeH="0" baseline="0" noProof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거버넌스운영지침</a:t>
            </a:r>
            <a:endParaRPr kumimoji="1" lang="ko-KR" altLang="en-US" sz="1400" b="1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60" name="사각형: 둥근 모서리 20">
            <a:extLst>
              <a:ext uri="{FF2B5EF4-FFF2-40B4-BE49-F238E27FC236}">
                <a16:creationId xmlns:a16="http://schemas.microsoft.com/office/drawing/2014/main" id="{FB7A44B0-CE35-62AA-F3AA-E090342CAC75}"/>
              </a:ext>
            </a:extLst>
          </p:cNvPr>
          <p:cNvSpPr/>
          <p:nvPr/>
        </p:nvSpPr>
        <p:spPr>
          <a:xfrm>
            <a:off x="10235577" y="1341437"/>
            <a:ext cx="1656385" cy="395287"/>
          </a:xfrm>
          <a:prstGeom prst="roundRect">
            <a:avLst>
              <a:gd name="adj" fmla="val 0"/>
            </a:avLst>
          </a:prstGeom>
          <a:solidFill>
            <a:srgbClr val="ED7D31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4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AI</a:t>
            </a:r>
            <a:r>
              <a:rPr kumimoji="1" lang="ko-KR" altLang="en-US" sz="14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개발</a:t>
            </a:r>
            <a:r>
              <a:rPr kumimoji="1" lang="en-US" altLang="ko-KR" sz="14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·</a:t>
            </a:r>
            <a:r>
              <a:rPr kumimoji="1" lang="ko-KR" altLang="en-US" sz="14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운영지침</a:t>
            </a:r>
          </a:p>
        </p:txBody>
      </p:sp>
      <p:sp>
        <p:nvSpPr>
          <p:cNvPr id="61" name="사각형: 둥근 모서리 20">
            <a:extLst>
              <a:ext uri="{FF2B5EF4-FFF2-40B4-BE49-F238E27FC236}">
                <a16:creationId xmlns:a16="http://schemas.microsoft.com/office/drawing/2014/main" id="{25432FF3-B117-9832-C6B0-A5D387A2ED92}"/>
              </a:ext>
            </a:extLst>
          </p:cNvPr>
          <p:cNvSpPr/>
          <p:nvPr/>
        </p:nvSpPr>
        <p:spPr>
          <a:xfrm>
            <a:off x="334964" y="1341437"/>
            <a:ext cx="2029785" cy="395287"/>
          </a:xfrm>
          <a:prstGeom prst="roundRect">
            <a:avLst>
              <a:gd name="adj" fmla="val 0"/>
            </a:avLst>
          </a:prstGeom>
          <a:solidFill>
            <a:srgbClr val="595959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요건 상위 분류</a:t>
            </a:r>
            <a:endParaRPr kumimoji="1" lang="en" altLang="ko-KR" sz="1400" b="1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62" name="사각형: 둥근 모서리 20">
            <a:extLst>
              <a:ext uri="{FF2B5EF4-FFF2-40B4-BE49-F238E27FC236}">
                <a16:creationId xmlns:a16="http://schemas.microsoft.com/office/drawing/2014/main" id="{9D1D04C1-490F-7C63-9525-FEC87BA09430}"/>
              </a:ext>
            </a:extLst>
          </p:cNvPr>
          <p:cNvSpPr/>
          <p:nvPr/>
        </p:nvSpPr>
        <p:spPr>
          <a:xfrm>
            <a:off x="2496801" y="1341437"/>
            <a:ext cx="4029486" cy="395287"/>
          </a:xfrm>
          <a:prstGeom prst="roundRect">
            <a:avLst>
              <a:gd name="adj" fmla="val 0"/>
            </a:avLst>
          </a:prstGeom>
          <a:solidFill>
            <a:srgbClr val="595959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요건 하위 분류</a:t>
            </a:r>
            <a:endParaRPr kumimoji="1" lang="en" altLang="ko-KR" sz="1400" b="1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grpSp>
        <p:nvGrpSpPr>
          <p:cNvPr id="64" name="그룹 25">
            <a:extLst>
              <a:ext uri="{FF2B5EF4-FFF2-40B4-BE49-F238E27FC236}">
                <a16:creationId xmlns:a16="http://schemas.microsoft.com/office/drawing/2014/main" id="{038D3611-8EBA-EF5B-AE99-4A4CADA3AC27}"/>
              </a:ext>
            </a:extLst>
          </p:cNvPr>
          <p:cNvGrpSpPr/>
          <p:nvPr/>
        </p:nvGrpSpPr>
        <p:grpSpPr>
          <a:xfrm>
            <a:off x="334963" y="3651241"/>
            <a:ext cx="11556999" cy="304799"/>
            <a:chOff x="407986" y="3959341"/>
            <a:chExt cx="11376027" cy="304799"/>
          </a:xfrm>
        </p:grpSpPr>
        <p:sp>
          <p:nvSpPr>
            <p:cNvPr id="65" name="사각형: 둥근 모서리 45">
              <a:extLst>
                <a:ext uri="{FF2B5EF4-FFF2-40B4-BE49-F238E27FC236}">
                  <a16:creationId xmlns:a16="http://schemas.microsoft.com/office/drawing/2014/main" id="{CCCC7715-E471-39CF-361F-ACF442065A1E}"/>
                </a:ext>
              </a:extLst>
            </p:cNvPr>
            <p:cNvSpPr/>
            <p:nvPr/>
          </p:nvSpPr>
          <p:spPr>
            <a:xfrm>
              <a:off x="6632345" y="3959341"/>
              <a:ext cx="1630448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" altLang="ko-KR" sz="2000" ker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</a:t>
              </a:r>
              <a:endParaRPr kumimoji="1" lang="en" altLang="ko-KR" sz="2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66" name="사각형: 둥근 모서리 20">
              <a:extLst>
                <a:ext uri="{FF2B5EF4-FFF2-40B4-BE49-F238E27FC236}">
                  <a16:creationId xmlns:a16="http://schemas.microsoft.com/office/drawing/2014/main" id="{DCF1B095-2405-D61F-654A-D768E1A18295}"/>
                </a:ext>
              </a:extLst>
            </p:cNvPr>
            <p:cNvSpPr/>
            <p:nvPr/>
          </p:nvSpPr>
          <p:spPr>
            <a:xfrm>
              <a:off x="10153565" y="3959341"/>
              <a:ext cx="1630448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2000" b="0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-</a:t>
              </a:r>
              <a:endParaRPr kumimoji="1" lang="en" altLang="ko-KR" sz="20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endParaRPr>
            </a:p>
          </p:txBody>
        </p:sp>
        <p:grpSp>
          <p:nvGrpSpPr>
            <p:cNvPr id="67" name="그룹 9">
              <a:extLst>
                <a:ext uri="{FF2B5EF4-FFF2-40B4-BE49-F238E27FC236}">
                  <a16:creationId xmlns:a16="http://schemas.microsoft.com/office/drawing/2014/main" id="{95FE8010-9515-751F-F1B7-5C817FEEBED0}"/>
                </a:ext>
              </a:extLst>
            </p:cNvPr>
            <p:cNvGrpSpPr/>
            <p:nvPr/>
          </p:nvGrpSpPr>
          <p:grpSpPr>
            <a:xfrm>
              <a:off x="407986" y="3959341"/>
              <a:ext cx="6094375" cy="304799"/>
              <a:chOff x="407986" y="3959341"/>
              <a:chExt cx="6094375" cy="304799"/>
            </a:xfrm>
          </p:grpSpPr>
          <p:sp>
            <p:nvSpPr>
              <p:cNvPr id="69" name="사각형: 둥근 모서리 48">
                <a:extLst>
                  <a:ext uri="{FF2B5EF4-FFF2-40B4-BE49-F238E27FC236}">
                    <a16:creationId xmlns:a16="http://schemas.microsoft.com/office/drawing/2014/main" id="{81A57D35-B602-7F0B-48B5-442DDFCDC970}"/>
                  </a:ext>
                </a:extLst>
              </p:cNvPr>
              <p:cNvSpPr/>
              <p:nvPr/>
            </p:nvSpPr>
            <p:spPr>
              <a:xfrm>
                <a:off x="407986" y="3959341"/>
                <a:ext cx="1997999" cy="304799"/>
              </a:xfrm>
              <a:prstGeom prst="roundRect">
                <a:avLst>
                  <a:gd name="adj" fmla="val 0"/>
                </a:avLst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18000" rtlCol="0" anchor="ctr"/>
              <a:lstStyle/>
              <a:p>
                <a:pPr marL="0" marR="0" lvl="0" indent="0" algn="ctr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1200" b="1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위험관리</a:t>
                </a:r>
                <a:r>
                  <a:rPr kumimoji="1" lang="en-US" altLang="ko-KR" sz="1200" b="1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·</a:t>
                </a:r>
                <a:r>
                  <a:rPr kumimoji="1" lang="ko-KR" altLang="en-US" sz="1200" b="1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영향평가</a:t>
                </a:r>
                <a:endParaRPr kumimoji="1" lang="en" altLang="ko-KR" sz="1200" b="1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endParaRPr>
              </a:p>
            </p:txBody>
          </p:sp>
          <p:sp>
            <p:nvSpPr>
              <p:cNvPr id="70" name="사각형: 둥근 모서리 49">
                <a:extLst>
                  <a:ext uri="{FF2B5EF4-FFF2-40B4-BE49-F238E27FC236}">
                    <a16:creationId xmlns:a16="http://schemas.microsoft.com/office/drawing/2014/main" id="{C310B75B-B30B-8D0B-2E94-6975BE8B478E}"/>
                  </a:ext>
                </a:extLst>
              </p:cNvPr>
              <p:cNvSpPr/>
              <p:nvPr/>
            </p:nvSpPr>
            <p:spPr>
              <a:xfrm>
                <a:off x="2535971" y="3959341"/>
                <a:ext cx="3966390" cy="304799"/>
              </a:xfrm>
              <a:prstGeom prst="roundRect">
                <a:avLst>
                  <a:gd name="adj" fmla="val 0"/>
                </a:avLst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72000" tIns="0" rIns="0" bIns="18000" rtlCol="0" anchor="ctr"/>
              <a:lstStyle/>
              <a:p>
                <a:pPr marL="171450" marR="0" lvl="0" indent="-17145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1" lang="en-US" altLang="ko-KR" sz="1200" b="0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AI </a:t>
                </a:r>
                <a:r>
                  <a:rPr kumimoji="1" lang="ko-KR" altLang="en-US" sz="1200" b="0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위험평가</a:t>
                </a:r>
                <a:r>
                  <a:rPr kumimoji="1" lang="en-US" altLang="ko-KR" sz="1200" b="0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, </a:t>
                </a:r>
                <a:r>
                  <a:rPr kumimoji="1" lang="ko-KR" altLang="en-US" sz="1200" b="0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영향도 분석</a:t>
                </a:r>
                <a:endParaRPr kumimoji="1" lang="en" altLang="ko-KR" sz="1200" b="0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endParaRPr>
              </a:p>
            </p:txBody>
          </p:sp>
        </p:grpSp>
        <p:sp>
          <p:nvSpPr>
            <p:cNvPr id="68" name="사각형: 둥근 모서리 114">
              <a:extLst>
                <a:ext uri="{FF2B5EF4-FFF2-40B4-BE49-F238E27FC236}">
                  <a16:creationId xmlns:a16="http://schemas.microsoft.com/office/drawing/2014/main" id="{DD27043D-C3F5-F9E0-60D4-AB92A48D6F84}"/>
                </a:ext>
              </a:extLst>
            </p:cNvPr>
            <p:cNvSpPr/>
            <p:nvPr/>
          </p:nvSpPr>
          <p:spPr>
            <a:xfrm>
              <a:off x="8393132" y="3959341"/>
              <a:ext cx="1630448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" altLang="ko-KR" sz="2000" ker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</a:t>
              </a:r>
              <a:endParaRPr kumimoji="1" lang="en" altLang="ko-KR" sz="2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71" name="그룹 17">
            <a:extLst>
              <a:ext uri="{FF2B5EF4-FFF2-40B4-BE49-F238E27FC236}">
                <a16:creationId xmlns:a16="http://schemas.microsoft.com/office/drawing/2014/main" id="{480302A6-4093-7D7F-12AA-340BFF4542E3}"/>
              </a:ext>
            </a:extLst>
          </p:cNvPr>
          <p:cNvGrpSpPr/>
          <p:nvPr/>
        </p:nvGrpSpPr>
        <p:grpSpPr>
          <a:xfrm>
            <a:off x="334963" y="2928319"/>
            <a:ext cx="11556999" cy="304799"/>
            <a:chOff x="407986" y="3277813"/>
            <a:chExt cx="11376027" cy="304799"/>
          </a:xfrm>
        </p:grpSpPr>
        <p:sp>
          <p:nvSpPr>
            <p:cNvPr id="72" name="사각형: 둥근 모서리 90">
              <a:extLst>
                <a:ext uri="{FF2B5EF4-FFF2-40B4-BE49-F238E27FC236}">
                  <a16:creationId xmlns:a16="http://schemas.microsoft.com/office/drawing/2014/main" id="{0C5F23E8-D610-6CD1-781F-28134EF91F2C}"/>
                </a:ext>
              </a:extLst>
            </p:cNvPr>
            <p:cNvSpPr/>
            <p:nvPr/>
          </p:nvSpPr>
          <p:spPr>
            <a:xfrm>
              <a:off x="6632345" y="3277813"/>
              <a:ext cx="1630448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" altLang="ko-KR" sz="2000" ker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</a:t>
              </a:r>
              <a:endParaRPr kumimoji="1" lang="en" altLang="ko-KR" sz="2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73" name="사각형: 둥근 모서리 20">
              <a:extLst>
                <a:ext uri="{FF2B5EF4-FFF2-40B4-BE49-F238E27FC236}">
                  <a16:creationId xmlns:a16="http://schemas.microsoft.com/office/drawing/2014/main" id="{6BF11C84-9387-F04A-A4D6-A3A7B8BB773A}"/>
                </a:ext>
              </a:extLst>
            </p:cNvPr>
            <p:cNvSpPr/>
            <p:nvPr/>
          </p:nvSpPr>
          <p:spPr>
            <a:xfrm>
              <a:off x="10153565" y="3277813"/>
              <a:ext cx="1630448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2000" b="0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-</a:t>
              </a:r>
              <a:endParaRPr kumimoji="1" lang="en" altLang="ko-KR" sz="20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endParaRPr>
            </a:p>
          </p:txBody>
        </p:sp>
        <p:sp>
          <p:nvSpPr>
            <p:cNvPr id="74" name="사각형: 둥근 모서리 93">
              <a:extLst>
                <a:ext uri="{FF2B5EF4-FFF2-40B4-BE49-F238E27FC236}">
                  <a16:creationId xmlns:a16="http://schemas.microsoft.com/office/drawing/2014/main" id="{59E4FCDE-40A0-92F0-EDE9-259DA6EB8069}"/>
                </a:ext>
              </a:extLst>
            </p:cNvPr>
            <p:cNvSpPr/>
            <p:nvPr/>
          </p:nvSpPr>
          <p:spPr>
            <a:xfrm>
              <a:off x="407986" y="3277813"/>
              <a:ext cx="1997999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1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임직원 교육</a:t>
              </a:r>
              <a:endParaRPr kumimoji="1" lang="en" altLang="ko-KR" sz="12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endParaRPr>
            </a:p>
          </p:txBody>
        </p:sp>
        <p:sp>
          <p:nvSpPr>
            <p:cNvPr id="75" name="사각형: 둥근 모서리 94">
              <a:extLst>
                <a:ext uri="{FF2B5EF4-FFF2-40B4-BE49-F238E27FC236}">
                  <a16:creationId xmlns:a16="http://schemas.microsoft.com/office/drawing/2014/main" id="{6D3CFB51-B3D8-8100-E0F2-45D875D47BAE}"/>
                </a:ext>
              </a:extLst>
            </p:cNvPr>
            <p:cNvSpPr/>
            <p:nvPr/>
          </p:nvSpPr>
          <p:spPr>
            <a:xfrm>
              <a:off x="2535971" y="3277813"/>
              <a:ext cx="3966390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72000" tIns="0" rIns="0" bIns="18000" rtlCol="0" anchor="ctr"/>
            <a:lstStyle/>
            <a:p>
              <a:pPr marL="171450" marR="0" lvl="0" indent="-17145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1200" b="0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임직원 </a:t>
              </a:r>
              <a:r>
                <a:rPr kumimoji="1" lang="en-US" altLang="ko-KR" sz="1200" b="0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AI </a:t>
              </a:r>
              <a:r>
                <a:rPr kumimoji="1" lang="ko-KR" altLang="en-US" sz="1200" b="0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윤리 교육</a:t>
              </a:r>
              <a:endParaRPr kumimoji="1" lang="en" altLang="ko-KR" sz="12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endParaRPr>
            </a:p>
          </p:txBody>
        </p:sp>
        <p:sp>
          <p:nvSpPr>
            <p:cNvPr id="76" name="사각형: 둥근 모서리 122">
              <a:extLst>
                <a:ext uri="{FF2B5EF4-FFF2-40B4-BE49-F238E27FC236}">
                  <a16:creationId xmlns:a16="http://schemas.microsoft.com/office/drawing/2014/main" id="{9121BBC9-ED14-95D9-7431-BF7ED6653601}"/>
                </a:ext>
              </a:extLst>
            </p:cNvPr>
            <p:cNvSpPr/>
            <p:nvPr/>
          </p:nvSpPr>
          <p:spPr>
            <a:xfrm>
              <a:off x="8393132" y="3277813"/>
              <a:ext cx="1630448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" altLang="ko-KR" sz="2000" ker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</a:t>
              </a:r>
              <a:endParaRPr kumimoji="1" lang="en" altLang="ko-KR" sz="2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77" name="그룹 14">
            <a:extLst>
              <a:ext uri="{FF2B5EF4-FFF2-40B4-BE49-F238E27FC236}">
                <a16:creationId xmlns:a16="http://schemas.microsoft.com/office/drawing/2014/main" id="{EBA082E7-B676-79EE-7B63-7E6A6B542632}"/>
              </a:ext>
            </a:extLst>
          </p:cNvPr>
          <p:cNvGrpSpPr/>
          <p:nvPr/>
        </p:nvGrpSpPr>
        <p:grpSpPr>
          <a:xfrm>
            <a:off x="334965" y="1843936"/>
            <a:ext cx="11556997" cy="304799"/>
            <a:chOff x="407988" y="2255521"/>
            <a:chExt cx="11376025" cy="304799"/>
          </a:xfrm>
        </p:grpSpPr>
        <p:sp>
          <p:nvSpPr>
            <p:cNvPr id="78" name="사각형: 둥근 모서리 20">
              <a:extLst>
                <a:ext uri="{FF2B5EF4-FFF2-40B4-BE49-F238E27FC236}">
                  <a16:creationId xmlns:a16="http://schemas.microsoft.com/office/drawing/2014/main" id="{C9243454-E069-6422-DB6D-0A2C58DA50E3}"/>
                </a:ext>
              </a:extLst>
            </p:cNvPr>
            <p:cNvSpPr/>
            <p:nvPr/>
          </p:nvSpPr>
          <p:spPr>
            <a:xfrm>
              <a:off x="6632345" y="2255521"/>
              <a:ext cx="1630448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" altLang="ko-KR" sz="2000" b="0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2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  <a:sym typeface="Wingdings" panose="05000000000000000000" pitchFamily="2" charset="2"/>
                </a:rPr>
                <a:t></a:t>
              </a:r>
              <a:endParaRPr kumimoji="1" lang="en" altLang="ko-KR" sz="20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2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endParaRPr>
            </a:p>
          </p:txBody>
        </p:sp>
        <p:sp>
          <p:nvSpPr>
            <p:cNvPr id="79" name="사각형: 둥근 모서리 20">
              <a:extLst>
                <a:ext uri="{FF2B5EF4-FFF2-40B4-BE49-F238E27FC236}">
                  <a16:creationId xmlns:a16="http://schemas.microsoft.com/office/drawing/2014/main" id="{A92D9EDB-3BAE-F505-D99D-15B867E79611}"/>
                </a:ext>
              </a:extLst>
            </p:cNvPr>
            <p:cNvSpPr/>
            <p:nvPr/>
          </p:nvSpPr>
          <p:spPr>
            <a:xfrm>
              <a:off x="8392778" y="2255521"/>
              <a:ext cx="1630802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" altLang="ko-KR" sz="2000" ker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</a:t>
              </a:r>
              <a:endParaRPr kumimoji="1" lang="en" altLang="ko-KR" sz="2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80" name="사각형: 둥근 모서리 23">
              <a:extLst>
                <a:ext uri="{FF2B5EF4-FFF2-40B4-BE49-F238E27FC236}">
                  <a16:creationId xmlns:a16="http://schemas.microsoft.com/office/drawing/2014/main" id="{486D99E7-5D55-C15A-0C8E-05096BB7C03F}"/>
                </a:ext>
              </a:extLst>
            </p:cNvPr>
            <p:cNvSpPr/>
            <p:nvPr/>
          </p:nvSpPr>
          <p:spPr>
            <a:xfrm>
              <a:off x="407988" y="2255521"/>
              <a:ext cx="1997999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1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정의</a:t>
              </a:r>
              <a:r>
                <a:rPr kumimoji="1" lang="en-US" altLang="ko-KR" sz="1200" b="1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·</a:t>
              </a:r>
              <a:r>
                <a:rPr kumimoji="1" lang="ko-KR" altLang="en-US" sz="1200" b="1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적용 범위</a:t>
              </a:r>
              <a:endParaRPr kumimoji="1" lang="en" altLang="ko-KR" sz="12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endParaRPr>
            </a:p>
          </p:txBody>
        </p:sp>
        <p:sp>
          <p:nvSpPr>
            <p:cNvPr id="81" name="사각형: 둥근 모서리 24">
              <a:extLst>
                <a:ext uri="{FF2B5EF4-FFF2-40B4-BE49-F238E27FC236}">
                  <a16:creationId xmlns:a16="http://schemas.microsoft.com/office/drawing/2014/main" id="{12336345-80DA-818A-BE75-0CD597AB579A}"/>
                </a:ext>
              </a:extLst>
            </p:cNvPr>
            <p:cNvSpPr/>
            <p:nvPr/>
          </p:nvSpPr>
          <p:spPr>
            <a:xfrm>
              <a:off x="2535971" y="2255521"/>
              <a:ext cx="3966390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72000" tIns="0" rIns="0" bIns="18000" rtlCol="0" anchor="ctr"/>
            <a:lstStyle/>
            <a:p>
              <a:pPr marL="171450" marR="0" lvl="0" indent="-17145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1200" b="0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기본 원칙</a:t>
              </a:r>
              <a:r>
                <a:rPr kumimoji="1" lang="en-US" altLang="ko-KR" sz="1200" b="0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, </a:t>
              </a:r>
              <a:r>
                <a:rPr kumimoji="1" lang="ko-KR" altLang="en-US" sz="1200" b="0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적용 목적</a:t>
              </a:r>
              <a:endParaRPr kumimoji="1" lang="en" altLang="ko-KR" sz="12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endParaRPr>
            </a:p>
          </p:txBody>
        </p:sp>
        <p:sp>
          <p:nvSpPr>
            <p:cNvPr id="82" name="사각형: 둥근 모서리 20">
              <a:extLst>
                <a:ext uri="{FF2B5EF4-FFF2-40B4-BE49-F238E27FC236}">
                  <a16:creationId xmlns:a16="http://schemas.microsoft.com/office/drawing/2014/main" id="{49D81623-8815-6B03-10F6-635437DBE702}"/>
                </a:ext>
              </a:extLst>
            </p:cNvPr>
            <p:cNvSpPr/>
            <p:nvPr/>
          </p:nvSpPr>
          <p:spPr>
            <a:xfrm>
              <a:off x="10153211" y="2255521"/>
              <a:ext cx="1630802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" altLang="ko-KR" sz="2000" ker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</a:t>
              </a:r>
              <a:endParaRPr kumimoji="1" lang="en" altLang="ko-KR" sz="2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83" name="그룹 15">
            <a:extLst>
              <a:ext uri="{FF2B5EF4-FFF2-40B4-BE49-F238E27FC236}">
                <a16:creationId xmlns:a16="http://schemas.microsoft.com/office/drawing/2014/main" id="{AF766E65-DC46-60CC-7A9D-9664C67A2934}"/>
              </a:ext>
            </a:extLst>
          </p:cNvPr>
          <p:cNvGrpSpPr/>
          <p:nvPr/>
        </p:nvGrpSpPr>
        <p:grpSpPr>
          <a:xfrm>
            <a:off x="334963" y="2205397"/>
            <a:ext cx="11556999" cy="304799"/>
            <a:chOff x="407986" y="2596285"/>
            <a:chExt cx="11376027" cy="304799"/>
          </a:xfrm>
        </p:grpSpPr>
        <p:sp>
          <p:nvSpPr>
            <p:cNvPr id="84" name="사각형: 둥근 모서리 33">
              <a:extLst>
                <a:ext uri="{FF2B5EF4-FFF2-40B4-BE49-F238E27FC236}">
                  <a16:creationId xmlns:a16="http://schemas.microsoft.com/office/drawing/2014/main" id="{03B08010-2215-FA56-972C-9FD99F1030C6}"/>
                </a:ext>
              </a:extLst>
            </p:cNvPr>
            <p:cNvSpPr/>
            <p:nvPr/>
          </p:nvSpPr>
          <p:spPr>
            <a:xfrm>
              <a:off x="6632345" y="2596285"/>
              <a:ext cx="1630448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" altLang="ko-KR" sz="2000" ker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</a:t>
              </a:r>
              <a:endParaRPr kumimoji="1" lang="en" altLang="ko-KR" sz="2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85" name="사각형: 둥근 모서리 20">
              <a:extLst>
                <a:ext uri="{FF2B5EF4-FFF2-40B4-BE49-F238E27FC236}">
                  <a16:creationId xmlns:a16="http://schemas.microsoft.com/office/drawing/2014/main" id="{E0724D7E-EEE3-E62A-C6F8-29BBB96B15EA}"/>
                </a:ext>
              </a:extLst>
            </p:cNvPr>
            <p:cNvSpPr/>
            <p:nvPr/>
          </p:nvSpPr>
          <p:spPr>
            <a:xfrm>
              <a:off x="8392778" y="2596285"/>
              <a:ext cx="1630802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" altLang="ko-KR" sz="2000" ker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</a:t>
              </a:r>
              <a:endParaRPr kumimoji="1" lang="en" altLang="ko-KR" sz="2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86" name="사각형: 둥근 모서리 36">
              <a:extLst>
                <a:ext uri="{FF2B5EF4-FFF2-40B4-BE49-F238E27FC236}">
                  <a16:creationId xmlns:a16="http://schemas.microsoft.com/office/drawing/2014/main" id="{015F31E4-135B-17F6-D59A-2F7D47D5ABAD}"/>
                </a:ext>
              </a:extLst>
            </p:cNvPr>
            <p:cNvSpPr/>
            <p:nvPr/>
          </p:nvSpPr>
          <p:spPr>
            <a:xfrm>
              <a:off x="407986" y="2596285"/>
              <a:ext cx="1997999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1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거버넌스 구조</a:t>
              </a:r>
              <a:endParaRPr kumimoji="1" lang="en" altLang="ko-KR" sz="12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endParaRPr>
            </a:p>
          </p:txBody>
        </p:sp>
        <p:sp>
          <p:nvSpPr>
            <p:cNvPr id="87" name="사각형: 둥근 모서리 37">
              <a:extLst>
                <a:ext uri="{FF2B5EF4-FFF2-40B4-BE49-F238E27FC236}">
                  <a16:creationId xmlns:a16="http://schemas.microsoft.com/office/drawing/2014/main" id="{CE7F1185-F63B-4A97-9585-4E632E50AF93}"/>
                </a:ext>
              </a:extLst>
            </p:cNvPr>
            <p:cNvSpPr/>
            <p:nvPr/>
          </p:nvSpPr>
          <p:spPr>
            <a:xfrm>
              <a:off x="2535971" y="2596285"/>
              <a:ext cx="3966390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72000" tIns="0" rIns="0" bIns="18000" rtlCol="0" anchor="ctr"/>
            <a:lstStyle/>
            <a:p>
              <a:pPr marL="171450" marR="0" lvl="0" indent="-17145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1200" b="0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역할</a:t>
              </a:r>
              <a:r>
                <a:rPr kumimoji="1" lang="en-US" altLang="ko-KR" sz="1200" b="0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·</a:t>
              </a:r>
              <a:r>
                <a:rPr kumimoji="1" lang="ko-KR" altLang="en-US" sz="1200" b="0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책임</a:t>
              </a:r>
              <a:r>
                <a:rPr kumimoji="1" lang="en-US" altLang="ko-KR" sz="1200" b="0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·</a:t>
              </a:r>
              <a:r>
                <a:rPr kumimoji="1" lang="ko-KR" altLang="en-US" sz="1200" b="0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협의체</a:t>
              </a:r>
              <a:r>
                <a:rPr kumimoji="1" lang="en-US" altLang="ko-KR" sz="1200" b="0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, </a:t>
              </a:r>
              <a:r>
                <a:rPr kumimoji="1" lang="ko-KR" altLang="en-US" sz="1200" b="0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업무 분장</a:t>
              </a:r>
              <a:endParaRPr kumimoji="1" lang="en" altLang="ko-KR" sz="12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endParaRPr>
            </a:p>
          </p:txBody>
        </p:sp>
        <p:sp>
          <p:nvSpPr>
            <p:cNvPr id="88" name="사각형: 둥근 모서리 20">
              <a:extLst>
                <a:ext uri="{FF2B5EF4-FFF2-40B4-BE49-F238E27FC236}">
                  <a16:creationId xmlns:a16="http://schemas.microsoft.com/office/drawing/2014/main" id="{AAAA2FB3-6A02-37F9-43C9-09B050215AF4}"/>
                </a:ext>
              </a:extLst>
            </p:cNvPr>
            <p:cNvSpPr/>
            <p:nvPr/>
          </p:nvSpPr>
          <p:spPr>
            <a:xfrm>
              <a:off x="10153211" y="2596285"/>
              <a:ext cx="1630802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" altLang="ko-KR" sz="2000" ker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</a:t>
              </a:r>
              <a:endParaRPr kumimoji="1" lang="en" altLang="ko-KR" sz="2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89" name="그룹 16">
            <a:extLst>
              <a:ext uri="{FF2B5EF4-FFF2-40B4-BE49-F238E27FC236}">
                <a16:creationId xmlns:a16="http://schemas.microsoft.com/office/drawing/2014/main" id="{B0C3A7D1-BFD4-7BED-6C91-85FD5FE1062B}"/>
              </a:ext>
            </a:extLst>
          </p:cNvPr>
          <p:cNvGrpSpPr/>
          <p:nvPr/>
        </p:nvGrpSpPr>
        <p:grpSpPr>
          <a:xfrm>
            <a:off x="334963" y="2566858"/>
            <a:ext cx="11556995" cy="304799"/>
            <a:chOff x="407986" y="2937049"/>
            <a:chExt cx="11376027" cy="304799"/>
          </a:xfrm>
        </p:grpSpPr>
        <p:sp>
          <p:nvSpPr>
            <p:cNvPr id="90" name="사각형: 둥근 모서리 108">
              <a:extLst>
                <a:ext uri="{FF2B5EF4-FFF2-40B4-BE49-F238E27FC236}">
                  <a16:creationId xmlns:a16="http://schemas.microsoft.com/office/drawing/2014/main" id="{C6DCAE08-66A0-BEFD-8FE0-78EAAFF03623}"/>
                </a:ext>
              </a:extLst>
            </p:cNvPr>
            <p:cNvSpPr/>
            <p:nvPr/>
          </p:nvSpPr>
          <p:spPr>
            <a:xfrm>
              <a:off x="6632345" y="2937049"/>
              <a:ext cx="1630448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" altLang="ko-KR" sz="2000" ker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</a:t>
              </a:r>
              <a:endParaRPr kumimoji="1" lang="en" altLang="ko-KR" sz="2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91" name="사각형: 둥근 모서리 111">
              <a:extLst>
                <a:ext uri="{FF2B5EF4-FFF2-40B4-BE49-F238E27FC236}">
                  <a16:creationId xmlns:a16="http://schemas.microsoft.com/office/drawing/2014/main" id="{FF28AFBD-4DA4-20E2-EFFD-28F92DD44458}"/>
                </a:ext>
              </a:extLst>
            </p:cNvPr>
            <p:cNvSpPr/>
            <p:nvPr/>
          </p:nvSpPr>
          <p:spPr>
            <a:xfrm>
              <a:off x="407986" y="2937049"/>
              <a:ext cx="1997999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1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위</a:t>
              </a:r>
              <a:r>
                <a:rPr kumimoji="1" lang="en-US" altLang="ko-KR" sz="1200" b="1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·</a:t>
              </a:r>
              <a:r>
                <a:rPr kumimoji="1" lang="ko-KR" altLang="en-US" sz="1200" b="1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수탁 및 </a:t>
              </a:r>
              <a:br>
                <a:rPr kumimoji="1" lang="en-US" altLang="ko-KR" sz="1200" b="1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</a:br>
              <a:r>
                <a:rPr kumimoji="1" lang="ko-KR" altLang="en-US" sz="1200" b="1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이용자</a:t>
              </a:r>
              <a:r>
                <a:rPr kumimoji="1" lang="en-US" altLang="ko-KR" sz="1200" b="1" ker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·</a:t>
              </a:r>
              <a:r>
                <a:rPr kumimoji="1" lang="ko-KR" altLang="en-US" sz="1200" b="1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금융소비자 보호</a:t>
              </a:r>
              <a:endParaRPr kumimoji="1" lang="en" altLang="ko-KR" sz="12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endParaRPr>
            </a:p>
          </p:txBody>
        </p:sp>
        <p:sp>
          <p:nvSpPr>
            <p:cNvPr id="92" name="사각형: 둥근 모서리 112">
              <a:extLst>
                <a:ext uri="{FF2B5EF4-FFF2-40B4-BE49-F238E27FC236}">
                  <a16:creationId xmlns:a16="http://schemas.microsoft.com/office/drawing/2014/main" id="{813BA070-84FC-BC3D-A589-9590F7A8EEB5}"/>
                </a:ext>
              </a:extLst>
            </p:cNvPr>
            <p:cNvSpPr/>
            <p:nvPr/>
          </p:nvSpPr>
          <p:spPr>
            <a:xfrm>
              <a:off x="2535971" y="2937049"/>
              <a:ext cx="3966390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72000" tIns="0" rIns="0" bIns="18000" rtlCol="0" anchor="ctr"/>
            <a:lstStyle/>
            <a:p>
              <a:pPr marL="171450" lvl="0" indent="-17145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/>
              </a:pPr>
              <a:r>
                <a:rPr kumimoji="1" lang="ko-KR" altLang="en-US" sz="1200" b="0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위탁 서비스 관리</a:t>
              </a:r>
              <a:r>
                <a:rPr kumimoji="1" lang="en-US" altLang="ko-KR" sz="1200" b="0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, </a:t>
              </a:r>
              <a:r>
                <a:rPr kumimoji="1" lang="ko-KR" altLang="en-US" sz="1200" b="0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이용자</a:t>
              </a:r>
              <a:r>
                <a:rPr kumimoji="1" lang="en-US" altLang="ko-KR" sz="1200" ker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· </a:t>
              </a:r>
              <a:r>
                <a:rPr kumimoji="1" lang="ko-KR" altLang="en-US" sz="1200" b="0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금융소비자 보호 관리</a:t>
              </a:r>
              <a:endParaRPr kumimoji="1" lang="en" altLang="ko-KR" sz="12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endParaRPr>
            </a:p>
          </p:txBody>
        </p:sp>
        <p:sp>
          <p:nvSpPr>
            <p:cNvPr id="93" name="사각형: 둥근 모서리 123">
              <a:extLst>
                <a:ext uri="{FF2B5EF4-FFF2-40B4-BE49-F238E27FC236}">
                  <a16:creationId xmlns:a16="http://schemas.microsoft.com/office/drawing/2014/main" id="{9513455E-AACC-356D-6E7C-A33A9F74824C}"/>
                </a:ext>
              </a:extLst>
            </p:cNvPr>
            <p:cNvSpPr/>
            <p:nvPr/>
          </p:nvSpPr>
          <p:spPr>
            <a:xfrm>
              <a:off x="8393132" y="2937049"/>
              <a:ext cx="1630448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" altLang="ko-KR" sz="2000" ker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</a:t>
              </a:r>
              <a:endParaRPr kumimoji="1" lang="en" altLang="ko-KR" sz="2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94" name="사각형: 둥근 모서리 20">
              <a:extLst>
                <a:ext uri="{FF2B5EF4-FFF2-40B4-BE49-F238E27FC236}">
                  <a16:creationId xmlns:a16="http://schemas.microsoft.com/office/drawing/2014/main" id="{346B155C-D9CA-C9EB-73CF-B50FE6D86FB4}"/>
                </a:ext>
              </a:extLst>
            </p:cNvPr>
            <p:cNvSpPr/>
            <p:nvPr/>
          </p:nvSpPr>
          <p:spPr>
            <a:xfrm>
              <a:off x="10153211" y="2937049"/>
              <a:ext cx="1630802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" altLang="ko-KR" sz="2000" ker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</a:t>
              </a:r>
              <a:endParaRPr kumimoji="1" lang="en" altLang="ko-KR" sz="2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95" name="그룹 22">
            <a:extLst>
              <a:ext uri="{FF2B5EF4-FFF2-40B4-BE49-F238E27FC236}">
                <a16:creationId xmlns:a16="http://schemas.microsoft.com/office/drawing/2014/main" id="{50E6B89B-BB1E-64CB-0E4F-0347AD785D70}"/>
              </a:ext>
            </a:extLst>
          </p:cNvPr>
          <p:cNvGrpSpPr/>
          <p:nvPr/>
        </p:nvGrpSpPr>
        <p:grpSpPr>
          <a:xfrm>
            <a:off x="334963" y="3289780"/>
            <a:ext cx="11556999" cy="304799"/>
            <a:chOff x="407986" y="3618577"/>
            <a:chExt cx="11376027" cy="304799"/>
          </a:xfrm>
        </p:grpSpPr>
        <p:sp>
          <p:nvSpPr>
            <p:cNvPr id="96" name="사각형: 둥근 모서리 39">
              <a:extLst>
                <a:ext uri="{FF2B5EF4-FFF2-40B4-BE49-F238E27FC236}">
                  <a16:creationId xmlns:a16="http://schemas.microsoft.com/office/drawing/2014/main" id="{3BBB9908-5C4A-5B3C-C25E-1309D0511718}"/>
                </a:ext>
              </a:extLst>
            </p:cNvPr>
            <p:cNvSpPr/>
            <p:nvPr/>
          </p:nvSpPr>
          <p:spPr>
            <a:xfrm>
              <a:off x="6632345" y="3618577"/>
              <a:ext cx="1630448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" altLang="ko-KR" sz="2000" ker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</a:t>
              </a:r>
              <a:endParaRPr kumimoji="1" lang="en" altLang="ko-KR" sz="2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97" name="사각형: 둥근 모서리 42">
              <a:extLst>
                <a:ext uri="{FF2B5EF4-FFF2-40B4-BE49-F238E27FC236}">
                  <a16:creationId xmlns:a16="http://schemas.microsoft.com/office/drawing/2014/main" id="{C253BD86-29D0-67D3-77A5-4CE2846EE720}"/>
                </a:ext>
              </a:extLst>
            </p:cNvPr>
            <p:cNvSpPr/>
            <p:nvPr/>
          </p:nvSpPr>
          <p:spPr>
            <a:xfrm>
              <a:off x="407986" y="3618577"/>
              <a:ext cx="1997999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1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규제준수</a:t>
              </a:r>
              <a:r>
                <a:rPr kumimoji="1" lang="en-US" altLang="ko-KR" sz="1200" b="1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·</a:t>
              </a:r>
              <a:r>
                <a:rPr kumimoji="1" lang="ko-KR" altLang="en-US" sz="1200" b="1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윤리 기준</a:t>
              </a:r>
              <a:endParaRPr kumimoji="1" lang="en" altLang="ko-KR" sz="12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endParaRPr>
            </a:p>
          </p:txBody>
        </p:sp>
        <p:sp>
          <p:nvSpPr>
            <p:cNvPr id="98" name="사각형: 둥근 모서리 43">
              <a:extLst>
                <a:ext uri="{FF2B5EF4-FFF2-40B4-BE49-F238E27FC236}">
                  <a16:creationId xmlns:a16="http://schemas.microsoft.com/office/drawing/2014/main" id="{498E9898-0280-6638-6AB2-156673F4E9C8}"/>
                </a:ext>
              </a:extLst>
            </p:cNvPr>
            <p:cNvSpPr/>
            <p:nvPr/>
          </p:nvSpPr>
          <p:spPr>
            <a:xfrm>
              <a:off x="2535971" y="3618577"/>
              <a:ext cx="3966390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72000" tIns="0" rIns="0" bIns="18000" rtlCol="0" anchor="ctr"/>
            <a:lstStyle/>
            <a:p>
              <a:pPr marL="171450" marR="0" lvl="0" indent="-17145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1200" b="0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법</a:t>
              </a:r>
              <a:r>
                <a:rPr kumimoji="1" lang="en-US" altLang="ko-KR" sz="1200" b="0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·</a:t>
              </a:r>
              <a:r>
                <a:rPr kumimoji="1" lang="ko-KR" altLang="en-US" sz="1200" b="0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규정 준수</a:t>
              </a:r>
              <a:r>
                <a:rPr kumimoji="1" lang="en-US" altLang="ko-KR" sz="1200" b="0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, </a:t>
              </a:r>
              <a:r>
                <a:rPr kumimoji="1" lang="ko-KR" altLang="en-US" sz="1200" b="0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윤리 원칙</a:t>
              </a:r>
              <a:r>
                <a:rPr kumimoji="1" lang="en-US" altLang="ko-KR" sz="1200" b="0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, </a:t>
              </a:r>
              <a:r>
                <a:rPr kumimoji="1" lang="ko-KR" altLang="en-US" sz="1200" b="0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내부정책</a:t>
              </a:r>
              <a:endParaRPr kumimoji="1" lang="en" altLang="ko-KR" sz="12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endParaRPr>
            </a:p>
          </p:txBody>
        </p:sp>
        <p:sp>
          <p:nvSpPr>
            <p:cNvPr id="99" name="사각형: 둥근 모서리 113">
              <a:extLst>
                <a:ext uri="{FF2B5EF4-FFF2-40B4-BE49-F238E27FC236}">
                  <a16:creationId xmlns:a16="http://schemas.microsoft.com/office/drawing/2014/main" id="{C8C5A180-2805-02DC-A569-93BF4C71409B}"/>
                </a:ext>
              </a:extLst>
            </p:cNvPr>
            <p:cNvSpPr/>
            <p:nvPr/>
          </p:nvSpPr>
          <p:spPr>
            <a:xfrm>
              <a:off x="8393132" y="3618577"/>
              <a:ext cx="1630448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" altLang="ko-KR" sz="2000" ker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</a:t>
              </a:r>
              <a:endParaRPr kumimoji="1" lang="en" altLang="ko-KR" sz="2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00" name="사각형: 둥근 모서리 20">
              <a:extLst>
                <a:ext uri="{FF2B5EF4-FFF2-40B4-BE49-F238E27FC236}">
                  <a16:creationId xmlns:a16="http://schemas.microsoft.com/office/drawing/2014/main" id="{6156985C-F436-2B0C-3623-F8D09EB88700}"/>
                </a:ext>
              </a:extLst>
            </p:cNvPr>
            <p:cNvSpPr/>
            <p:nvPr/>
          </p:nvSpPr>
          <p:spPr>
            <a:xfrm>
              <a:off x="10153211" y="3618577"/>
              <a:ext cx="1630802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" altLang="ko-KR" sz="2000" ker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</a:t>
              </a:r>
              <a:endParaRPr kumimoji="1" lang="en" altLang="ko-KR" sz="2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101" name="그룹 26">
            <a:extLst>
              <a:ext uri="{FF2B5EF4-FFF2-40B4-BE49-F238E27FC236}">
                <a16:creationId xmlns:a16="http://schemas.microsoft.com/office/drawing/2014/main" id="{2992B952-2B73-004B-529C-5A9E0D1AD253}"/>
              </a:ext>
            </a:extLst>
          </p:cNvPr>
          <p:cNvGrpSpPr/>
          <p:nvPr/>
        </p:nvGrpSpPr>
        <p:grpSpPr>
          <a:xfrm>
            <a:off x="334963" y="4012702"/>
            <a:ext cx="11556999" cy="304799"/>
            <a:chOff x="407986" y="4300105"/>
            <a:chExt cx="11376027" cy="304799"/>
          </a:xfrm>
        </p:grpSpPr>
        <p:sp>
          <p:nvSpPr>
            <p:cNvPr id="102" name="사각형: 둥근 모서리 51">
              <a:extLst>
                <a:ext uri="{FF2B5EF4-FFF2-40B4-BE49-F238E27FC236}">
                  <a16:creationId xmlns:a16="http://schemas.microsoft.com/office/drawing/2014/main" id="{8F7D5675-6449-5559-FC81-ED21CEC3AAD2}"/>
                </a:ext>
              </a:extLst>
            </p:cNvPr>
            <p:cNvSpPr/>
            <p:nvPr/>
          </p:nvSpPr>
          <p:spPr>
            <a:xfrm>
              <a:off x="6632345" y="4300105"/>
              <a:ext cx="1630448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" altLang="ko-KR" sz="2000" ker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</a:t>
              </a:r>
              <a:endParaRPr kumimoji="1" lang="en" altLang="ko-KR" sz="2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grpSp>
          <p:nvGrpSpPr>
            <p:cNvPr id="103" name="그룹 8">
              <a:extLst>
                <a:ext uri="{FF2B5EF4-FFF2-40B4-BE49-F238E27FC236}">
                  <a16:creationId xmlns:a16="http://schemas.microsoft.com/office/drawing/2014/main" id="{8FCBB8C2-3922-5703-C961-41CE9822B1B2}"/>
                </a:ext>
              </a:extLst>
            </p:cNvPr>
            <p:cNvGrpSpPr/>
            <p:nvPr/>
          </p:nvGrpSpPr>
          <p:grpSpPr>
            <a:xfrm>
              <a:off x="407986" y="4300105"/>
              <a:ext cx="6094375" cy="304799"/>
              <a:chOff x="407986" y="4300105"/>
              <a:chExt cx="6094375" cy="304799"/>
            </a:xfrm>
          </p:grpSpPr>
          <p:sp>
            <p:nvSpPr>
              <p:cNvPr id="106" name="사각형: 둥근 모서리 54">
                <a:extLst>
                  <a:ext uri="{FF2B5EF4-FFF2-40B4-BE49-F238E27FC236}">
                    <a16:creationId xmlns:a16="http://schemas.microsoft.com/office/drawing/2014/main" id="{899379BE-6D43-2236-7642-C864B4AC4A2F}"/>
                  </a:ext>
                </a:extLst>
              </p:cNvPr>
              <p:cNvSpPr/>
              <p:nvPr/>
            </p:nvSpPr>
            <p:spPr>
              <a:xfrm>
                <a:off x="407986" y="4300105"/>
                <a:ext cx="1997999" cy="304799"/>
              </a:xfrm>
              <a:prstGeom prst="roundRect">
                <a:avLst>
                  <a:gd name="adj" fmla="val 0"/>
                </a:avLst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18000" rtlCol="0" anchor="ctr"/>
              <a:lstStyle/>
              <a:p>
                <a:pPr marL="0" marR="0" lvl="0" indent="0" algn="ctr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1200" b="1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안</a:t>
                </a:r>
                <a:r>
                  <a:rPr kumimoji="1" lang="ko-KR" altLang="en-US" sz="1200" b="1" kern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정</a:t>
                </a:r>
                <a:r>
                  <a:rPr kumimoji="1" lang="ko-KR" altLang="en-US" sz="1200" b="1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성</a:t>
                </a:r>
                <a:r>
                  <a:rPr kumimoji="1" lang="en-US" altLang="ko-KR" sz="1200" b="1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·</a:t>
                </a:r>
                <a:r>
                  <a:rPr kumimoji="1" lang="ko-KR" altLang="en-US" sz="1200" b="1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보안</a:t>
                </a:r>
                <a:endParaRPr kumimoji="1" lang="en" altLang="ko-KR" sz="1200" b="1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endParaRPr>
              </a:p>
            </p:txBody>
          </p:sp>
          <p:sp>
            <p:nvSpPr>
              <p:cNvPr id="107" name="사각형: 둥근 모서리 55">
                <a:extLst>
                  <a:ext uri="{FF2B5EF4-FFF2-40B4-BE49-F238E27FC236}">
                    <a16:creationId xmlns:a16="http://schemas.microsoft.com/office/drawing/2014/main" id="{7EB91BAB-CFAA-D9B0-0866-5E214FAD10FE}"/>
                  </a:ext>
                </a:extLst>
              </p:cNvPr>
              <p:cNvSpPr/>
              <p:nvPr/>
            </p:nvSpPr>
            <p:spPr>
              <a:xfrm>
                <a:off x="2535971" y="4300105"/>
                <a:ext cx="3966390" cy="304799"/>
              </a:xfrm>
              <a:prstGeom prst="roundRect">
                <a:avLst>
                  <a:gd name="adj" fmla="val 0"/>
                </a:avLst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72000" tIns="0" rIns="0" bIns="18000" rtlCol="0" anchor="ctr"/>
              <a:lstStyle/>
              <a:p>
                <a:pPr marL="171450" marR="0" lvl="0" indent="-17145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1" lang="ko-KR" altLang="en-US" sz="1200" b="0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안</a:t>
                </a:r>
                <a:r>
                  <a:rPr kumimoji="1" lang="ko-KR" altLang="en-US" sz="1200" kern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정</a:t>
                </a:r>
                <a:r>
                  <a:rPr kumimoji="1" lang="ko-KR" altLang="en-US" sz="1200" b="0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성 확보</a:t>
                </a:r>
                <a:r>
                  <a:rPr kumimoji="1" lang="en-US" altLang="ko-KR" sz="1200" b="0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, </a:t>
                </a:r>
                <a:r>
                  <a:rPr kumimoji="1" lang="ko-KR" altLang="en-US" sz="1200" b="0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보안 요건</a:t>
                </a:r>
                <a:endParaRPr kumimoji="1" lang="en" altLang="ko-KR" sz="1200" b="0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endParaRPr>
              </a:p>
            </p:txBody>
          </p:sp>
        </p:grpSp>
        <p:sp>
          <p:nvSpPr>
            <p:cNvPr id="104" name="사각형: 둥근 모서리 115">
              <a:extLst>
                <a:ext uri="{FF2B5EF4-FFF2-40B4-BE49-F238E27FC236}">
                  <a16:creationId xmlns:a16="http://schemas.microsoft.com/office/drawing/2014/main" id="{3BC63EEC-4BA9-10D8-F91E-0C26C98E0AF4}"/>
                </a:ext>
              </a:extLst>
            </p:cNvPr>
            <p:cNvSpPr/>
            <p:nvPr/>
          </p:nvSpPr>
          <p:spPr>
            <a:xfrm>
              <a:off x="8393132" y="4300105"/>
              <a:ext cx="1630448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" altLang="ko-KR" sz="2000" ker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</a:t>
              </a:r>
              <a:endParaRPr kumimoji="1" lang="en" altLang="ko-KR" sz="2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05" name="사각형: 둥근 모서리 129">
              <a:extLst>
                <a:ext uri="{FF2B5EF4-FFF2-40B4-BE49-F238E27FC236}">
                  <a16:creationId xmlns:a16="http://schemas.microsoft.com/office/drawing/2014/main" id="{D89B3537-0832-E355-D274-D2FDAAB7AC4B}"/>
                </a:ext>
              </a:extLst>
            </p:cNvPr>
            <p:cNvSpPr/>
            <p:nvPr/>
          </p:nvSpPr>
          <p:spPr>
            <a:xfrm>
              <a:off x="10153565" y="4300105"/>
              <a:ext cx="1630448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" altLang="ko-KR" sz="2000" ker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</a:t>
              </a:r>
              <a:endParaRPr kumimoji="1" lang="en" altLang="ko-KR" sz="2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108" name="그룹 27">
            <a:extLst>
              <a:ext uri="{FF2B5EF4-FFF2-40B4-BE49-F238E27FC236}">
                <a16:creationId xmlns:a16="http://schemas.microsoft.com/office/drawing/2014/main" id="{87833E71-12B5-567A-EAF9-A341A7C7FF58}"/>
              </a:ext>
            </a:extLst>
          </p:cNvPr>
          <p:cNvGrpSpPr/>
          <p:nvPr/>
        </p:nvGrpSpPr>
        <p:grpSpPr>
          <a:xfrm>
            <a:off x="334963" y="4374163"/>
            <a:ext cx="11556999" cy="304799"/>
            <a:chOff x="407986" y="4981633"/>
            <a:chExt cx="11376027" cy="304799"/>
          </a:xfrm>
        </p:grpSpPr>
        <p:sp>
          <p:nvSpPr>
            <p:cNvPr id="109" name="사각형: 둥근 모서리 64">
              <a:extLst>
                <a:ext uri="{FF2B5EF4-FFF2-40B4-BE49-F238E27FC236}">
                  <a16:creationId xmlns:a16="http://schemas.microsoft.com/office/drawing/2014/main" id="{98815EF4-B6D2-E61B-20E7-C711E6B63870}"/>
                </a:ext>
              </a:extLst>
            </p:cNvPr>
            <p:cNvSpPr/>
            <p:nvPr/>
          </p:nvSpPr>
          <p:spPr>
            <a:xfrm>
              <a:off x="6632345" y="4981633"/>
              <a:ext cx="1630448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" altLang="ko-KR" sz="2000" ker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</a:t>
              </a:r>
              <a:endParaRPr kumimoji="1" lang="en" altLang="ko-KR" sz="2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grpSp>
          <p:nvGrpSpPr>
            <p:cNvPr id="110" name="그룹 3">
              <a:extLst>
                <a:ext uri="{FF2B5EF4-FFF2-40B4-BE49-F238E27FC236}">
                  <a16:creationId xmlns:a16="http://schemas.microsoft.com/office/drawing/2014/main" id="{21922C95-CE05-9156-D971-E08327D331EE}"/>
                </a:ext>
              </a:extLst>
            </p:cNvPr>
            <p:cNvGrpSpPr/>
            <p:nvPr/>
          </p:nvGrpSpPr>
          <p:grpSpPr>
            <a:xfrm>
              <a:off x="407986" y="4981633"/>
              <a:ext cx="6094375" cy="304799"/>
              <a:chOff x="407986" y="4981633"/>
              <a:chExt cx="6094375" cy="304799"/>
            </a:xfrm>
          </p:grpSpPr>
          <p:sp>
            <p:nvSpPr>
              <p:cNvPr id="113" name="사각형: 둥근 모서리 68">
                <a:extLst>
                  <a:ext uri="{FF2B5EF4-FFF2-40B4-BE49-F238E27FC236}">
                    <a16:creationId xmlns:a16="http://schemas.microsoft.com/office/drawing/2014/main" id="{D31F673A-D0FD-808B-C31B-52F829982A3A}"/>
                  </a:ext>
                </a:extLst>
              </p:cNvPr>
              <p:cNvSpPr/>
              <p:nvPr/>
            </p:nvSpPr>
            <p:spPr>
              <a:xfrm>
                <a:off x="407986" y="4981633"/>
                <a:ext cx="1997999" cy="304799"/>
              </a:xfrm>
              <a:prstGeom prst="roundRect">
                <a:avLst>
                  <a:gd name="adj" fmla="val 0"/>
                </a:avLst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18000" rtlCol="0" anchor="ctr"/>
              <a:lstStyle/>
              <a:p>
                <a:pPr marL="0" marR="0" lvl="0" indent="0" algn="ctr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1200" b="1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투명성</a:t>
                </a:r>
                <a:r>
                  <a:rPr kumimoji="1" lang="en-US" altLang="ko-KR" sz="1200" b="1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·</a:t>
                </a:r>
                <a:r>
                  <a:rPr kumimoji="1" lang="ko-KR" altLang="en-US" sz="1200" b="1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설명가능성</a:t>
                </a:r>
                <a:endParaRPr kumimoji="1" lang="en" altLang="ko-KR" sz="1200" b="1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endParaRPr>
              </a:p>
            </p:txBody>
          </p:sp>
          <p:sp>
            <p:nvSpPr>
              <p:cNvPr id="114" name="사각형: 둥근 모서리 70">
                <a:extLst>
                  <a:ext uri="{FF2B5EF4-FFF2-40B4-BE49-F238E27FC236}">
                    <a16:creationId xmlns:a16="http://schemas.microsoft.com/office/drawing/2014/main" id="{BCCB43D7-2D69-6BB1-FE56-04E71077D0DB}"/>
                  </a:ext>
                </a:extLst>
              </p:cNvPr>
              <p:cNvSpPr/>
              <p:nvPr/>
            </p:nvSpPr>
            <p:spPr>
              <a:xfrm>
                <a:off x="2535971" y="4981633"/>
                <a:ext cx="3966390" cy="304799"/>
              </a:xfrm>
              <a:prstGeom prst="roundRect">
                <a:avLst>
                  <a:gd name="adj" fmla="val 0"/>
                </a:avLst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72000" tIns="0" rIns="0" bIns="18000" rtlCol="0" anchor="ctr"/>
              <a:lstStyle/>
              <a:p>
                <a:pPr marL="171450" marR="0" lvl="0" indent="-17145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1" lang="ko-KR" altLang="en-US" sz="1200" b="0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결과 설명</a:t>
                </a:r>
                <a:r>
                  <a:rPr kumimoji="1" lang="en-US" altLang="ko-KR" sz="1200" b="0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·</a:t>
                </a:r>
                <a:r>
                  <a:rPr kumimoji="1" lang="ko-KR" altLang="en-US" sz="1200" b="0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알림</a:t>
                </a:r>
                <a:r>
                  <a:rPr kumimoji="1" lang="en-US" altLang="ko-KR" sz="1200" b="0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, </a:t>
                </a:r>
                <a:r>
                  <a:rPr kumimoji="1" lang="ko-KR" altLang="en-US" sz="1200" b="0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기록</a:t>
                </a:r>
                <a:r>
                  <a:rPr kumimoji="1" lang="en-US" altLang="ko-KR" sz="1200" b="0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·</a:t>
                </a:r>
                <a:r>
                  <a:rPr kumimoji="1" lang="ko-KR" altLang="en-US" sz="1200" b="0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로깅</a:t>
                </a:r>
                <a:endParaRPr kumimoji="1" lang="en" altLang="ko-KR" sz="1200" b="0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endParaRPr>
              </a:p>
            </p:txBody>
          </p:sp>
        </p:grpSp>
        <p:sp>
          <p:nvSpPr>
            <p:cNvPr id="111" name="사각형: 둥근 모서리 117">
              <a:extLst>
                <a:ext uri="{FF2B5EF4-FFF2-40B4-BE49-F238E27FC236}">
                  <a16:creationId xmlns:a16="http://schemas.microsoft.com/office/drawing/2014/main" id="{241E5843-923D-B137-B911-2C81FDBDBB95}"/>
                </a:ext>
              </a:extLst>
            </p:cNvPr>
            <p:cNvSpPr/>
            <p:nvPr/>
          </p:nvSpPr>
          <p:spPr>
            <a:xfrm>
              <a:off x="8393132" y="4981633"/>
              <a:ext cx="1630448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" altLang="ko-KR" sz="2000" ker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</a:t>
              </a:r>
              <a:endParaRPr kumimoji="1" lang="en" altLang="ko-KR" sz="2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2" name="사각형: 둥근 모서리 130">
              <a:extLst>
                <a:ext uri="{FF2B5EF4-FFF2-40B4-BE49-F238E27FC236}">
                  <a16:creationId xmlns:a16="http://schemas.microsoft.com/office/drawing/2014/main" id="{8920F59F-29FC-31CB-7CB3-4FF4F00935A4}"/>
                </a:ext>
              </a:extLst>
            </p:cNvPr>
            <p:cNvSpPr/>
            <p:nvPr/>
          </p:nvSpPr>
          <p:spPr>
            <a:xfrm>
              <a:off x="10153565" y="4981633"/>
              <a:ext cx="1630448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" altLang="ko-KR" sz="2000" ker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</a:t>
              </a:r>
              <a:endParaRPr kumimoji="1" lang="en" altLang="ko-KR" sz="2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115" name="그룹 28">
            <a:extLst>
              <a:ext uri="{FF2B5EF4-FFF2-40B4-BE49-F238E27FC236}">
                <a16:creationId xmlns:a16="http://schemas.microsoft.com/office/drawing/2014/main" id="{E4D28876-38AF-6605-E9FD-676CC13D1A4A}"/>
              </a:ext>
            </a:extLst>
          </p:cNvPr>
          <p:cNvGrpSpPr/>
          <p:nvPr/>
        </p:nvGrpSpPr>
        <p:grpSpPr>
          <a:xfrm>
            <a:off x="334963" y="4735624"/>
            <a:ext cx="11556999" cy="304799"/>
            <a:chOff x="407986" y="5322397"/>
            <a:chExt cx="11376027" cy="304799"/>
          </a:xfrm>
        </p:grpSpPr>
        <p:sp>
          <p:nvSpPr>
            <p:cNvPr id="116" name="사각형: 둥근 모서리 72">
              <a:extLst>
                <a:ext uri="{FF2B5EF4-FFF2-40B4-BE49-F238E27FC236}">
                  <a16:creationId xmlns:a16="http://schemas.microsoft.com/office/drawing/2014/main" id="{7C6F9CDB-71AC-C335-542F-A26E275A6388}"/>
                </a:ext>
              </a:extLst>
            </p:cNvPr>
            <p:cNvSpPr/>
            <p:nvPr/>
          </p:nvSpPr>
          <p:spPr>
            <a:xfrm>
              <a:off x="6632345" y="5322397"/>
              <a:ext cx="1630448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" altLang="ko-KR" sz="2000" ker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</a:t>
              </a:r>
              <a:endParaRPr kumimoji="1" lang="en" altLang="ko-KR" sz="2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grpSp>
          <p:nvGrpSpPr>
            <p:cNvPr id="117" name="그룹 5">
              <a:extLst>
                <a:ext uri="{FF2B5EF4-FFF2-40B4-BE49-F238E27FC236}">
                  <a16:creationId xmlns:a16="http://schemas.microsoft.com/office/drawing/2014/main" id="{76CE8038-D1F8-D19E-226F-E5F383DC9C99}"/>
                </a:ext>
              </a:extLst>
            </p:cNvPr>
            <p:cNvGrpSpPr/>
            <p:nvPr/>
          </p:nvGrpSpPr>
          <p:grpSpPr>
            <a:xfrm>
              <a:off x="407986" y="5322397"/>
              <a:ext cx="6094375" cy="304799"/>
              <a:chOff x="407986" y="5322397"/>
              <a:chExt cx="6094375" cy="304799"/>
            </a:xfrm>
          </p:grpSpPr>
          <p:sp>
            <p:nvSpPr>
              <p:cNvPr id="120" name="사각형: 둥근 모서리 75">
                <a:extLst>
                  <a:ext uri="{FF2B5EF4-FFF2-40B4-BE49-F238E27FC236}">
                    <a16:creationId xmlns:a16="http://schemas.microsoft.com/office/drawing/2014/main" id="{98E68D5D-3A24-1CFD-6A59-F964C192522F}"/>
                  </a:ext>
                </a:extLst>
              </p:cNvPr>
              <p:cNvSpPr/>
              <p:nvPr/>
            </p:nvSpPr>
            <p:spPr>
              <a:xfrm>
                <a:off x="407986" y="5322397"/>
                <a:ext cx="1997999" cy="304799"/>
              </a:xfrm>
              <a:prstGeom prst="roundRect">
                <a:avLst>
                  <a:gd name="adj" fmla="val 0"/>
                </a:avLst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18000" rtlCol="0" anchor="ctr"/>
              <a:lstStyle/>
              <a:p>
                <a:pPr marL="0" marR="0" lvl="0" indent="0" algn="ctr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1200" b="1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공정성</a:t>
                </a:r>
                <a:endParaRPr kumimoji="1" lang="en" altLang="ko-KR" sz="1200" b="1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endParaRPr>
              </a:p>
            </p:txBody>
          </p:sp>
          <p:sp>
            <p:nvSpPr>
              <p:cNvPr id="121" name="사각형: 둥근 모서리 76">
                <a:extLst>
                  <a:ext uri="{FF2B5EF4-FFF2-40B4-BE49-F238E27FC236}">
                    <a16:creationId xmlns:a16="http://schemas.microsoft.com/office/drawing/2014/main" id="{52D32A7B-408F-5374-81F7-E2D5BE673DF0}"/>
                  </a:ext>
                </a:extLst>
              </p:cNvPr>
              <p:cNvSpPr/>
              <p:nvPr/>
            </p:nvSpPr>
            <p:spPr>
              <a:xfrm>
                <a:off x="2535971" y="5322397"/>
                <a:ext cx="3966390" cy="304799"/>
              </a:xfrm>
              <a:prstGeom prst="roundRect">
                <a:avLst>
                  <a:gd name="adj" fmla="val 0"/>
                </a:avLst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72000" tIns="0" rIns="0" bIns="18000" rtlCol="0" anchor="ctr"/>
              <a:lstStyle/>
              <a:p>
                <a:pPr marL="171450" marR="0" lvl="0" indent="-17145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1" lang="ko-KR" altLang="en-US" sz="1200" b="0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개발</a:t>
                </a:r>
                <a:r>
                  <a:rPr kumimoji="1" lang="en-US" altLang="ko-KR" sz="1200" b="0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·</a:t>
                </a:r>
                <a:r>
                  <a:rPr kumimoji="1" lang="ko-KR" altLang="en-US" sz="1200" b="0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평가</a:t>
                </a:r>
                <a:r>
                  <a:rPr kumimoji="1" lang="en-US" altLang="ko-KR" sz="1200" b="0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·</a:t>
                </a:r>
                <a:r>
                  <a:rPr kumimoji="1" lang="ko-KR" altLang="en-US" sz="1200" b="0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검증 공정성</a:t>
                </a:r>
                <a:r>
                  <a:rPr kumimoji="1" lang="en-US" altLang="ko-KR" sz="1200" b="0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, </a:t>
                </a:r>
                <a:r>
                  <a:rPr kumimoji="1" lang="ko-KR" altLang="en-US" sz="1200" b="0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편향 방지</a:t>
                </a:r>
                <a:r>
                  <a:rPr kumimoji="1" lang="en-US" altLang="ko-KR" sz="1200" b="0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 </a:t>
                </a:r>
                <a:r>
                  <a:rPr kumimoji="1" lang="ko-KR" altLang="en-US" sz="1200" b="0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검토</a:t>
                </a:r>
                <a:endParaRPr kumimoji="1" lang="en" altLang="ko-KR" sz="1200" b="0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endParaRPr>
              </a:p>
            </p:txBody>
          </p:sp>
        </p:grpSp>
        <p:sp>
          <p:nvSpPr>
            <p:cNvPr id="118" name="사각형: 둥근 모서리 118">
              <a:extLst>
                <a:ext uri="{FF2B5EF4-FFF2-40B4-BE49-F238E27FC236}">
                  <a16:creationId xmlns:a16="http://schemas.microsoft.com/office/drawing/2014/main" id="{01F03733-BBE7-6002-511C-0C65F87A386C}"/>
                </a:ext>
              </a:extLst>
            </p:cNvPr>
            <p:cNvSpPr/>
            <p:nvPr/>
          </p:nvSpPr>
          <p:spPr>
            <a:xfrm>
              <a:off x="8393132" y="5322397"/>
              <a:ext cx="1630448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" altLang="ko-KR" sz="2000" ker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</a:t>
              </a:r>
              <a:endParaRPr kumimoji="1" lang="en" altLang="ko-KR" sz="2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9" name="사각형: 둥근 모서리 131">
              <a:extLst>
                <a:ext uri="{FF2B5EF4-FFF2-40B4-BE49-F238E27FC236}">
                  <a16:creationId xmlns:a16="http://schemas.microsoft.com/office/drawing/2014/main" id="{D3269CC4-5B88-86E2-7E91-74C8269D1694}"/>
                </a:ext>
              </a:extLst>
            </p:cNvPr>
            <p:cNvSpPr/>
            <p:nvPr/>
          </p:nvSpPr>
          <p:spPr>
            <a:xfrm>
              <a:off x="10153565" y="5322397"/>
              <a:ext cx="1630448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" altLang="ko-KR" sz="2000" ker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</a:t>
              </a:r>
              <a:endParaRPr kumimoji="1" lang="en" altLang="ko-KR" sz="2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122" name="그룹 29">
            <a:extLst>
              <a:ext uri="{FF2B5EF4-FFF2-40B4-BE49-F238E27FC236}">
                <a16:creationId xmlns:a16="http://schemas.microsoft.com/office/drawing/2014/main" id="{9A4234D3-1C89-D3DE-4DD1-17F6E607DC39}"/>
              </a:ext>
            </a:extLst>
          </p:cNvPr>
          <p:cNvGrpSpPr/>
          <p:nvPr/>
        </p:nvGrpSpPr>
        <p:grpSpPr>
          <a:xfrm>
            <a:off x="334963" y="5097085"/>
            <a:ext cx="11556999" cy="304799"/>
            <a:chOff x="407986" y="5663161"/>
            <a:chExt cx="11376027" cy="304799"/>
          </a:xfrm>
        </p:grpSpPr>
        <p:sp>
          <p:nvSpPr>
            <p:cNvPr id="123" name="사각형: 둥근 모서리 78">
              <a:extLst>
                <a:ext uri="{FF2B5EF4-FFF2-40B4-BE49-F238E27FC236}">
                  <a16:creationId xmlns:a16="http://schemas.microsoft.com/office/drawing/2014/main" id="{EB5AEF99-8915-CB82-ED5E-5DDC00A8497F}"/>
                </a:ext>
              </a:extLst>
            </p:cNvPr>
            <p:cNvSpPr/>
            <p:nvPr/>
          </p:nvSpPr>
          <p:spPr>
            <a:xfrm>
              <a:off x="6632345" y="5663161"/>
              <a:ext cx="1630448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" altLang="ko-KR" sz="2000" ker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</a:t>
              </a:r>
              <a:endParaRPr kumimoji="1" lang="en" altLang="ko-KR" sz="2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grpSp>
          <p:nvGrpSpPr>
            <p:cNvPr id="124" name="그룹 6">
              <a:extLst>
                <a:ext uri="{FF2B5EF4-FFF2-40B4-BE49-F238E27FC236}">
                  <a16:creationId xmlns:a16="http://schemas.microsoft.com/office/drawing/2014/main" id="{4A467817-4094-FAC6-7BAA-A644CB382B23}"/>
                </a:ext>
              </a:extLst>
            </p:cNvPr>
            <p:cNvGrpSpPr/>
            <p:nvPr/>
          </p:nvGrpSpPr>
          <p:grpSpPr>
            <a:xfrm>
              <a:off x="407986" y="5663161"/>
              <a:ext cx="6094375" cy="304799"/>
              <a:chOff x="407986" y="5663161"/>
              <a:chExt cx="6094375" cy="304799"/>
            </a:xfrm>
          </p:grpSpPr>
          <p:sp>
            <p:nvSpPr>
              <p:cNvPr id="127" name="사각형: 둥근 모서리 81">
                <a:extLst>
                  <a:ext uri="{FF2B5EF4-FFF2-40B4-BE49-F238E27FC236}">
                    <a16:creationId xmlns:a16="http://schemas.microsoft.com/office/drawing/2014/main" id="{A1938B23-82C6-A65C-283F-352B55A32EF5}"/>
                  </a:ext>
                </a:extLst>
              </p:cNvPr>
              <p:cNvSpPr/>
              <p:nvPr/>
            </p:nvSpPr>
            <p:spPr>
              <a:xfrm>
                <a:off x="407986" y="5663161"/>
                <a:ext cx="1997999" cy="304799"/>
              </a:xfrm>
              <a:prstGeom prst="roundRect">
                <a:avLst>
                  <a:gd name="adj" fmla="val 0"/>
                </a:avLst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18000" rtlCol="0" anchor="ctr"/>
              <a:lstStyle/>
              <a:p>
                <a:pPr lvl="0" algn="ctr" defTabSz="457200" fontAlgn="base" latinLnBrk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ko-KR" altLang="en-US" sz="1200" b="1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기획</a:t>
                </a:r>
                <a:r>
                  <a:rPr kumimoji="1" lang="en-US" altLang="ko-KR" sz="1200" b="1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·</a:t>
                </a:r>
                <a:r>
                  <a:rPr kumimoji="1" lang="ko-KR" altLang="en-US" sz="1200" b="1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개발</a:t>
                </a:r>
                <a:r>
                  <a:rPr kumimoji="1" lang="en-US" altLang="ko-KR" sz="1200" b="1" kern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·</a:t>
                </a:r>
                <a:r>
                  <a:rPr kumimoji="1" lang="ko-KR" altLang="en-US" sz="1200" b="1" kern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평가</a:t>
                </a:r>
                <a:r>
                  <a:rPr kumimoji="1" lang="en-US" altLang="ko-KR" sz="1200" b="1" kern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·</a:t>
                </a:r>
                <a:r>
                  <a:rPr kumimoji="1" lang="ko-KR" altLang="en-US" sz="1200" b="1" kern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점검</a:t>
                </a:r>
                <a:endParaRPr kumimoji="1" lang="en" altLang="ko-KR" sz="1200" b="1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endParaRPr>
              </a:p>
            </p:txBody>
          </p:sp>
          <p:sp>
            <p:nvSpPr>
              <p:cNvPr id="128" name="사각형: 둥근 모서리 82">
                <a:extLst>
                  <a:ext uri="{FF2B5EF4-FFF2-40B4-BE49-F238E27FC236}">
                    <a16:creationId xmlns:a16="http://schemas.microsoft.com/office/drawing/2014/main" id="{BF90FD2A-B49E-16C5-038A-6FFC67861B11}"/>
                  </a:ext>
                </a:extLst>
              </p:cNvPr>
              <p:cNvSpPr/>
              <p:nvPr/>
            </p:nvSpPr>
            <p:spPr>
              <a:xfrm>
                <a:off x="2535971" y="5663161"/>
                <a:ext cx="3966390" cy="304799"/>
              </a:xfrm>
              <a:prstGeom prst="roundRect">
                <a:avLst>
                  <a:gd name="adj" fmla="val 0"/>
                </a:avLst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72000" tIns="0" rIns="0" bIns="18000" rtlCol="0" anchor="ctr"/>
              <a:lstStyle/>
              <a:p>
                <a:pPr marL="171450" lvl="0" indent="-171450" defTabSz="457200" fontAlgn="base" latinLnBrk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/>
                </a:pPr>
                <a:r>
                  <a:rPr kumimoji="1" lang="ko-KR" altLang="en-US" sz="1200" b="0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기획</a:t>
                </a:r>
                <a:r>
                  <a:rPr kumimoji="1" lang="en-US" altLang="ko-KR" sz="1200" b="0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·</a:t>
                </a:r>
                <a:r>
                  <a:rPr kumimoji="1" lang="ko-KR" altLang="en-US" sz="1200" b="0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설계</a:t>
                </a:r>
                <a:r>
                  <a:rPr kumimoji="1" lang="en-US" altLang="ko-KR" sz="1200" b="0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, </a:t>
                </a:r>
                <a:r>
                  <a:rPr kumimoji="1" lang="ko-KR" altLang="en-US" sz="1200" b="0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개발</a:t>
                </a:r>
                <a:r>
                  <a:rPr kumimoji="1" lang="en-US" altLang="ko-KR" sz="1200" b="0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·</a:t>
                </a:r>
                <a:r>
                  <a:rPr kumimoji="1" lang="ko-KR" altLang="en-US" sz="1200" b="0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테스트</a:t>
                </a:r>
                <a:r>
                  <a:rPr kumimoji="1" lang="en-US" altLang="ko-KR" sz="1200" b="0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, </a:t>
                </a:r>
                <a:r>
                  <a:rPr kumimoji="1" lang="ko-KR" altLang="en-US" sz="1200" kern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성능 평가</a:t>
                </a:r>
                <a:r>
                  <a:rPr kumimoji="1" lang="en-US" altLang="ko-KR" sz="1200" kern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, </a:t>
                </a:r>
                <a:r>
                  <a:rPr kumimoji="1" lang="ko-KR" altLang="en-US" sz="1200" kern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점검 절차</a:t>
                </a:r>
                <a:r>
                  <a:rPr kumimoji="1" lang="en-US" altLang="ko-KR" sz="1200" b="0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 </a:t>
                </a:r>
                <a:endParaRPr kumimoji="1" lang="en" altLang="ko-KR" sz="1200" b="0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endParaRPr>
              </a:p>
            </p:txBody>
          </p:sp>
        </p:grpSp>
        <p:sp>
          <p:nvSpPr>
            <p:cNvPr id="125" name="사각형: 둥근 모서리 119">
              <a:extLst>
                <a:ext uri="{FF2B5EF4-FFF2-40B4-BE49-F238E27FC236}">
                  <a16:creationId xmlns:a16="http://schemas.microsoft.com/office/drawing/2014/main" id="{02152160-0669-D558-CAB6-5BB40DDAF255}"/>
                </a:ext>
              </a:extLst>
            </p:cNvPr>
            <p:cNvSpPr/>
            <p:nvPr/>
          </p:nvSpPr>
          <p:spPr>
            <a:xfrm>
              <a:off x="8393132" y="5663161"/>
              <a:ext cx="1630448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" altLang="ko-KR" sz="2000" ker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</a:t>
              </a:r>
              <a:endParaRPr kumimoji="1" lang="en" altLang="ko-KR" sz="2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26" name="사각형: 둥근 모서리 132">
              <a:extLst>
                <a:ext uri="{FF2B5EF4-FFF2-40B4-BE49-F238E27FC236}">
                  <a16:creationId xmlns:a16="http://schemas.microsoft.com/office/drawing/2014/main" id="{7A501637-2790-A756-C163-1C3DA6D310DE}"/>
                </a:ext>
              </a:extLst>
            </p:cNvPr>
            <p:cNvSpPr/>
            <p:nvPr/>
          </p:nvSpPr>
          <p:spPr>
            <a:xfrm>
              <a:off x="10153565" y="5663161"/>
              <a:ext cx="1630448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" altLang="ko-KR" sz="2000" ker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</a:t>
              </a:r>
              <a:endParaRPr kumimoji="1" lang="en" altLang="ko-KR" sz="2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129" name="그룹 30">
            <a:extLst>
              <a:ext uri="{FF2B5EF4-FFF2-40B4-BE49-F238E27FC236}">
                <a16:creationId xmlns:a16="http://schemas.microsoft.com/office/drawing/2014/main" id="{111758CA-B5A7-A669-704C-2368287E2C78}"/>
              </a:ext>
            </a:extLst>
          </p:cNvPr>
          <p:cNvGrpSpPr/>
          <p:nvPr/>
        </p:nvGrpSpPr>
        <p:grpSpPr>
          <a:xfrm>
            <a:off x="334963" y="5458546"/>
            <a:ext cx="11556999" cy="304799"/>
            <a:chOff x="407986" y="6003926"/>
            <a:chExt cx="11376027" cy="304799"/>
          </a:xfrm>
        </p:grpSpPr>
        <p:sp>
          <p:nvSpPr>
            <p:cNvPr id="130" name="사각형: 둥근 모서리 84">
              <a:extLst>
                <a:ext uri="{FF2B5EF4-FFF2-40B4-BE49-F238E27FC236}">
                  <a16:creationId xmlns:a16="http://schemas.microsoft.com/office/drawing/2014/main" id="{E9EB6831-F2E2-00F3-8877-1180D8217E43}"/>
                </a:ext>
              </a:extLst>
            </p:cNvPr>
            <p:cNvSpPr/>
            <p:nvPr/>
          </p:nvSpPr>
          <p:spPr>
            <a:xfrm>
              <a:off x="6632345" y="6003926"/>
              <a:ext cx="1630448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" altLang="ko-KR" sz="2000" ker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</a:t>
              </a:r>
              <a:endParaRPr kumimoji="1" lang="en" altLang="ko-KR" sz="2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grpSp>
          <p:nvGrpSpPr>
            <p:cNvPr id="131" name="그룹 7">
              <a:extLst>
                <a:ext uri="{FF2B5EF4-FFF2-40B4-BE49-F238E27FC236}">
                  <a16:creationId xmlns:a16="http://schemas.microsoft.com/office/drawing/2014/main" id="{932C8B4C-B5DC-A040-A743-EAD37026A63D}"/>
                </a:ext>
              </a:extLst>
            </p:cNvPr>
            <p:cNvGrpSpPr/>
            <p:nvPr/>
          </p:nvGrpSpPr>
          <p:grpSpPr>
            <a:xfrm>
              <a:off x="407986" y="6003926"/>
              <a:ext cx="6094375" cy="304799"/>
              <a:chOff x="407986" y="6003926"/>
              <a:chExt cx="6094375" cy="304799"/>
            </a:xfrm>
          </p:grpSpPr>
          <p:sp>
            <p:nvSpPr>
              <p:cNvPr id="134" name="사각형: 둥근 모서리 87">
                <a:extLst>
                  <a:ext uri="{FF2B5EF4-FFF2-40B4-BE49-F238E27FC236}">
                    <a16:creationId xmlns:a16="http://schemas.microsoft.com/office/drawing/2014/main" id="{B18A51B2-9447-D38F-9A17-6BF628B00454}"/>
                  </a:ext>
                </a:extLst>
              </p:cNvPr>
              <p:cNvSpPr/>
              <p:nvPr/>
            </p:nvSpPr>
            <p:spPr>
              <a:xfrm>
                <a:off x="407986" y="6003926"/>
                <a:ext cx="1997999" cy="304799"/>
              </a:xfrm>
              <a:prstGeom prst="roundRect">
                <a:avLst>
                  <a:gd name="adj" fmla="val 0"/>
                </a:avLst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18000" rtlCol="0" anchor="ctr"/>
              <a:lstStyle/>
              <a:p>
                <a:pPr lvl="0" algn="ctr" defTabSz="457200" fontAlgn="base" latinLnBrk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ko-KR" altLang="en-US" sz="1200" b="1" kern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운영</a:t>
                </a:r>
                <a:r>
                  <a:rPr kumimoji="1" lang="en-US" altLang="ko-KR" sz="1200" b="1" kern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·</a:t>
                </a:r>
                <a:r>
                  <a:rPr kumimoji="1" lang="ko-KR" altLang="en-US" sz="1200" b="1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모니터링</a:t>
                </a:r>
                <a:endParaRPr kumimoji="1" lang="en" altLang="ko-KR" sz="1200" b="1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endParaRPr>
              </a:p>
            </p:txBody>
          </p:sp>
          <p:sp>
            <p:nvSpPr>
              <p:cNvPr id="135" name="사각형: 둥근 모서리 88">
                <a:extLst>
                  <a:ext uri="{FF2B5EF4-FFF2-40B4-BE49-F238E27FC236}">
                    <a16:creationId xmlns:a16="http://schemas.microsoft.com/office/drawing/2014/main" id="{36D1F4C2-08FE-293E-E4D8-F609B29C2AA0}"/>
                  </a:ext>
                </a:extLst>
              </p:cNvPr>
              <p:cNvSpPr/>
              <p:nvPr/>
            </p:nvSpPr>
            <p:spPr>
              <a:xfrm>
                <a:off x="2535971" y="6003926"/>
                <a:ext cx="3966390" cy="304799"/>
              </a:xfrm>
              <a:prstGeom prst="roundRect">
                <a:avLst>
                  <a:gd name="adj" fmla="val 0"/>
                </a:avLst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72000" tIns="0" rIns="0" bIns="18000" rtlCol="0" anchor="ctr"/>
              <a:lstStyle/>
              <a:p>
                <a:pPr marL="171450" indent="-171450" defTabSz="457200" fontAlgn="base" latinLnBrk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/>
                </a:pPr>
                <a:r>
                  <a:rPr kumimoji="1" lang="ko-KR" altLang="en-US" sz="1200" kern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운영</a:t>
                </a:r>
                <a:r>
                  <a:rPr kumimoji="1" lang="en" altLang="ko-KR" sz="1200" kern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, </a:t>
                </a:r>
                <a:r>
                  <a:rPr kumimoji="1" lang="ko-KR" altLang="en-US" sz="1200" kern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모니터링</a:t>
                </a:r>
                <a:endParaRPr kumimoji="1" lang="en" altLang="ko-KR" sz="1200" b="0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endParaRPr>
              </a:p>
            </p:txBody>
          </p:sp>
        </p:grpSp>
        <p:sp>
          <p:nvSpPr>
            <p:cNvPr id="132" name="사각형: 둥근 모서리 121">
              <a:extLst>
                <a:ext uri="{FF2B5EF4-FFF2-40B4-BE49-F238E27FC236}">
                  <a16:creationId xmlns:a16="http://schemas.microsoft.com/office/drawing/2014/main" id="{55A36BD7-AADE-CF71-6AB5-535F43E10212}"/>
                </a:ext>
              </a:extLst>
            </p:cNvPr>
            <p:cNvSpPr/>
            <p:nvPr/>
          </p:nvSpPr>
          <p:spPr>
            <a:xfrm>
              <a:off x="8393132" y="6003926"/>
              <a:ext cx="1630448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" altLang="ko-KR" sz="2000" ker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</a:t>
              </a:r>
              <a:endParaRPr kumimoji="1" lang="en" altLang="ko-KR" sz="2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33" name="사각형: 둥근 모서리 133">
              <a:extLst>
                <a:ext uri="{FF2B5EF4-FFF2-40B4-BE49-F238E27FC236}">
                  <a16:creationId xmlns:a16="http://schemas.microsoft.com/office/drawing/2014/main" id="{CE6C9812-0DFB-301B-8B57-2393A8ADDF14}"/>
                </a:ext>
              </a:extLst>
            </p:cNvPr>
            <p:cNvSpPr/>
            <p:nvPr/>
          </p:nvSpPr>
          <p:spPr>
            <a:xfrm>
              <a:off x="10153565" y="6003926"/>
              <a:ext cx="1630448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" altLang="ko-KR" sz="2000" ker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</a:t>
              </a:r>
              <a:endParaRPr kumimoji="1" lang="en" altLang="ko-KR" sz="2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ED83C270-088E-540A-B27B-D3192F9EA3A9}"/>
              </a:ext>
            </a:extLst>
          </p:cNvPr>
          <p:cNvCxnSpPr>
            <a:cxnSpLocks/>
          </p:cNvCxnSpPr>
          <p:nvPr/>
        </p:nvCxnSpPr>
        <p:spPr>
          <a:xfrm>
            <a:off x="334964" y="2177066"/>
            <a:ext cx="1155699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BA924B4E-65B4-B28D-88A8-739D9D83A2B8}"/>
              </a:ext>
            </a:extLst>
          </p:cNvPr>
          <p:cNvCxnSpPr>
            <a:cxnSpLocks/>
          </p:cNvCxnSpPr>
          <p:nvPr/>
        </p:nvCxnSpPr>
        <p:spPr>
          <a:xfrm>
            <a:off x="334964" y="2538527"/>
            <a:ext cx="1155699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직선 연결선 137">
            <a:extLst>
              <a:ext uri="{FF2B5EF4-FFF2-40B4-BE49-F238E27FC236}">
                <a16:creationId xmlns:a16="http://schemas.microsoft.com/office/drawing/2014/main" id="{B55B0A8A-6921-8E8D-A2E2-EF8F591EBDE3}"/>
              </a:ext>
            </a:extLst>
          </p:cNvPr>
          <p:cNvCxnSpPr>
            <a:cxnSpLocks/>
          </p:cNvCxnSpPr>
          <p:nvPr/>
        </p:nvCxnSpPr>
        <p:spPr>
          <a:xfrm>
            <a:off x="334964" y="2899988"/>
            <a:ext cx="1155699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E486286D-2359-D7A0-B42B-39C2C0413296}"/>
              </a:ext>
            </a:extLst>
          </p:cNvPr>
          <p:cNvCxnSpPr>
            <a:cxnSpLocks/>
          </p:cNvCxnSpPr>
          <p:nvPr/>
        </p:nvCxnSpPr>
        <p:spPr>
          <a:xfrm>
            <a:off x="334964" y="3261449"/>
            <a:ext cx="1155699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직선 연결선 139">
            <a:extLst>
              <a:ext uri="{FF2B5EF4-FFF2-40B4-BE49-F238E27FC236}">
                <a16:creationId xmlns:a16="http://schemas.microsoft.com/office/drawing/2014/main" id="{1D2237A3-437C-79B3-CE8F-EF512466B21C}"/>
              </a:ext>
            </a:extLst>
          </p:cNvPr>
          <p:cNvCxnSpPr>
            <a:cxnSpLocks/>
          </p:cNvCxnSpPr>
          <p:nvPr/>
        </p:nvCxnSpPr>
        <p:spPr>
          <a:xfrm>
            <a:off x="334964" y="3622910"/>
            <a:ext cx="1155699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연결선 142">
            <a:extLst>
              <a:ext uri="{FF2B5EF4-FFF2-40B4-BE49-F238E27FC236}">
                <a16:creationId xmlns:a16="http://schemas.microsoft.com/office/drawing/2014/main" id="{A5235630-FCAD-00C0-51CC-535272F03BF0}"/>
              </a:ext>
            </a:extLst>
          </p:cNvPr>
          <p:cNvCxnSpPr>
            <a:cxnSpLocks/>
          </p:cNvCxnSpPr>
          <p:nvPr/>
        </p:nvCxnSpPr>
        <p:spPr>
          <a:xfrm>
            <a:off x="334964" y="4345832"/>
            <a:ext cx="1155699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3">
            <a:extLst>
              <a:ext uri="{FF2B5EF4-FFF2-40B4-BE49-F238E27FC236}">
                <a16:creationId xmlns:a16="http://schemas.microsoft.com/office/drawing/2014/main" id="{BD24CA7D-EA31-D6FE-A0CF-740EC4239052}"/>
              </a:ext>
            </a:extLst>
          </p:cNvPr>
          <p:cNvCxnSpPr>
            <a:cxnSpLocks/>
          </p:cNvCxnSpPr>
          <p:nvPr/>
        </p:nvCxnSpPr>
        <p:spPr>
          <a:xfrm>
            <a:off x="334964" y="4707293"/>
            <a:ext cx="1155699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4">
            <a:extLst>
              <a:ext uri="{FF2B5EF4-FFF2-40B4-BE49-F238E27FC236}">
                <a16:creationId xmlns:a16="http://schemas.microsoft.com/office/drawing/2014/main" id="{05CF62FC-BE72-002E-68DB-E869ACA67A36}"/>
              </a:ext>
            </a:extLst>
          </p:cNvPr>
          <p:cNvCxnSpPr>
            <a:cxnSpLocks/>
          </p:cNvCxnSpPr>
          <p:nvPr/>
        </p:nvCxnSpPr>
        <p:spPr>
          <a:xfrm>
            <a:off x="334964" y="5068754"/>
            <a:ext cx="1155699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5">
            <a:extLst>
              <a:ext uri="{FF2B5EF4-FFF2-40B4-BE49-F238E27FC236}">
                <a16:creationId xmlns:a16="http://schemas.microsoft.com/office/drawing/2014/main" id="{FAFA9DB0-9AE4-9553-70D0-696BD7BFB0FF}"/>
              </a:ext>
            </a:extLst>
          </p:cNvPr>
          <p:cNvCxnSpPr>
            <a:cxnSpLocks/>
          </p:cNvCxnSpPr>
          <p:nvPr/>
        </p:nvCxnSpPr>
        <p:spPr>
          <a:xfrm>
            <a:off x="334964" y="5430215"/>
            <a:ext cx="1155699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직선 연결선 150">
            <a:extLst>
              <a:ext uri="{FF2B5EF4-FFF2-40B4-BE49-F238E27FC236}">
                <a16:creationId xmlns:a16="http://schemas.microsoft.com/office/drawing/2014/main" id="{C7100612-0030-D458-6A25-C51DDF982905}"/>
              </a:ext>
            </a:extLst>
          </p:cNvPr>
          <p:cNvCxnSpPr>
            <a:cxnSpLocks/>
          </p:cNvCxnSpPr>
          <p:nvPr/>
        </p:nvCxnSpPr>
        <p:spPr>
          <a:xfrm>
            <a:off x="334964" y="6514591"/>
            <a:ext cx="1155699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직선 연결선 31">
            <a:extLst>
              <a:ext uri="{FF2B5EF4-FFF2-40B4-BE49-F238E27FC236}">
                <a16:creationId xmlns:a16="http://schemas.microsoft.com/office/drawing/2014/main" id="{87929694-5114-AE0C-663B-1238B104692B}"/>
              </a:ext>
            </a:extLst>
          </p:cNvPr>
          <p:cNvCxnSpPr>
            <a:cxnSpLocks/>
          </p:cNvCxnSpPr>
          <p:nvPr/>
        </p:nvCxnSpPr>
        <p:spPr>
          <a:xfrm>
            <a:off x="334964" y="3984371"/>
            <a:ext cx="1155699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그룹 29">
            <a:extLst>
              <a:ext uri="{FF2B5EF4-FFF2-40B4-BE49-F238E27FC236}">
                <a16:creationId xmlns:a16="http://schemas.microsoft.com/office/drawing/2014/main" id="{A816DF86-2DAB-6D3D-19D6-4C5753E86CBC}"/>
              </a:ext>
            </a:extLst>
          </p:cNvPr>
          <p:cNvGrpSpPr/>
          <p:nvPr/>
        </p:nvGrpSpPr>
        <p:grpSpPr>
          <a:xfrm>
            <a:off x="334963" y="5820007"/>
            <a:ext cx="11556999" cy="304799"/>
            <a:chOff x="407986" y="5663161"/>
            <a:chExt cx="11376027" cy="304799"/>
          </a:xfrm>
        </p:grpSpPr>
        <p:sp>
          <p:nvSpPr>
            <p:cNvPr id="56" name="사각형: 둥근 모서리 78">
              <a:extLst>
                <a:ext uri="{FF2B5EF4-FFF2-40B4-BE49-F238E27FC236}">
                  <a16:creationId xmlns:a16="http://schemas.microsoft.com/office/drawing/2014/main" id="{DFD23651-95E4-8630-4D9F-5DB65AF9FEEF}"/>
                </a:ext>
              </a:extLst>
            </p:cNvPr>
            <p:cNvSpPr/>
            <p:nvPr/>
          </p:nvSpPr>
          <p:spPr>
            <a:xfrm>
              <a:off x="6632345" y="5663161"/>
              <a:ext cx="1630448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" altLang="ko-KR" sz="2000" ker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</a:t>
              </a:r>
              <a:endParaRPr kumimoji="1" lang="en" altLang="ko-KR" sz="2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grpSp>
          <p:nvGrpSpPr>
            <p:cNvPr id="58" name="그룹 6">
              <a:extLst>
                <a:ext uri="{FF2B5EF4-FFF2-40B4-BE49-F238E27FC236}">
                  <a16:creationId xmlns:a16="http://schemas.microsoft.com/office/drawing/2014/main" id="{1DA15D7C-391F-76C7-FF35-EEEC76254BD2}"/>
                </a:ext>
              </a:extLst>
            </p:cNvPr>
            <p:cNvGrpSpPr/>
            <p:nvPr/>
          </p:nvGrpSpPr>
          <p:grpSpPr>
            <a:xfrm>
              <a:off x="407986" y="5663161"/>
              <a:ext cx="6094375" cy="304799"/>
              <a:chOff x="407986" y="5663161"/>
              <a:chExt cx="6094375" cy="304799"/>
            </a:xfrm>
          </p:grpSpPr>
          <p:sp>
            <p:nvSpPr>
              <p:cNvPr id="149" name="사각형: 둥근 모서리 81">
                <a:extLst>
                  <a:ext uri="{FF2B5EF4-FFF2-40B4-BE49-F238E27FC236}">
                    <a16:creationId xmlns:a16="http://schemas.microsoft.com/office/drawing/2014/main" id="{66972E0C-390A-EF6D-CA4A-815C66DED108}"/>
                  </a:ext>
                </a:extLst>
              </p:cNvPr>
              <p:cNvSpPr/>
              <p:nvPr/>
            </p:nvSpPr>
            <p:spPr>
              <a:xfrm>
                <a:off x="407986" y="5663161"/>
                <a:ext cx="1997999" cy="304799"/>
              </a:xfrm>
              <a:prstGeom prst="roundRect">
                <a:avLst>
                  <a:gd name="adj" fmla="val 0"/>
                </a:avLst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18000" rtlCol="0" anchor="ctr"/>
              <a:lstStyle/>
              <a:p>
                <a:pPr lvl="0" algn="ctr" defTabSz="457200" fontAlgn="base" latinLnBrk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ko-KR" altLang="en-US" sz="1200" b="1" i="0" u="none" strike="noStrike" kern="0" cap="none" spc="0" normalizeH="0" baseline="0" noProof="0" err="1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고영향</a:t>
                </a:r>
                <a:r>
                  <a:rPr kumimoji="1" lang="ko-KR" altLang="en-US" sz="1200" b="1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 인공지능</a:t>
                </a:r>
              </a:p>
            </p:txBody>
          </p:sp>
          <p:sp>
            <p:nvSpPr>
              <p:cNvPr id="150" name="사각형: 둥근 모서리 82">
                <a:extLst>
                  <a:ext uri="{FF2B5EF4-FFF2-40B4-BE49-F238E27FC236}">
                    <a16:creationId xmlns:a16="http://schemas.microsoft.com/office/drawing/2014/main" id="{25795EC3-2790-34EC-C0BE-7AFD233572E0}"/>
                  </a:ext>
                </a:extLst>
              </p:cNvPr>
              <p:cNvSpPr/>
              <p:nvPr/>
            </p:nvSpPr>
            <p:spPr>
              <a:xfrm>
                <a:off x="2535971" y="5663161"/>
                <a:ext cx="3966390" cy="304799"/>
              </a:xfrm>
              <a:prstGeom prst="roundRect">
                <a:avLst>
                  <a:gd name="adj" fmla="val 0"/>
                </a:avLst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72000" tIns="0" rIns="0" bIns="18000" rtlCol="0" anchor="ctr"/>
              <a:lstStyle/>
              <a:p>
                <a:pPr marL="171450" lvl="0" indent="-171450" defTabSz="457200" fontAlgn="base" latinLnBrk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/>
                </a:pPr>
                <a:r>
                  <a:rPr kumimoji="1" lang="ko-KR" altLang="en-US" sz="1200" b="0" i="0" u="none" strike="noStrike" kern="0" cap="none" spc="0" normalizeH="0" baseline="0" noProof="0" err="1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고영향</a:t>
                </a:r>
                <a:r>
                  <a:rPr kumimoji="1" lang="ko-KR" altLang="en-US" sz="1200" b="0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 인공지능 정의</a:t>
                </a:r>
                <a:r>
                  <a:rPr kumimoji="1" lang="en-US" altLang="ko-KR" sz="1200" b="0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, </a:t>
                </a:r>
                <a:r>
                  <a:rPr kumimoji="1" lang="ko-KR" altLang="en-US" sz="1200" b="0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목적</a:t>
                </a:r>
                <a:r>
                  <a:rPr kumimoji="1" lang="en-US" altLang="ko-KR" sz="1200" b="0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, </a:t>
                </a:r>
                <a:r>
                  <a:rPr kumimoji="1" lang="ko-KR" altLang="en-US" sz="1200" b="0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rPr>
                  <a:t>평가 방안 등</a:t>
                </a:r>
              </a:p>
            </p:txBody>
          </p:sp>
        </p:grpSp>
        <p:sp>
          <p:nvSpPr>
            <p:cNvPr id="59" name="사각형: 둥근 모서리 119">
              <a:extLst>
                <a:ext uri="{FF2B5EF4-FFF2-40B4-BE49-F238E27FC236}">
                  <a16:creationId xmlns:a16="http://schemas.microsoft.com/office/drawing/2014/main" id="{84A392A0-71E3-9CFF-F980-D25316A7EFE1}"/>
                </a:ext>
              </a:extLst>
            </p:cNvPr>
            <p:cNvSpPr/>
            <p:nvPr/>
          </p:nvSpPr>
          <p:spPr>
            <a:xfrm>
              <a:off x="8393132" y="5663161"/>
              <a:ext cx="1630448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" altLang="ko-KR" sz="2000" ker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</a:t>
              </a:r>
              <a:endParaRPr kumimoji="1" lang="en" altLang="ko-KR" sz="2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63" name="사각형: 둥근 모서리 132">
              <a:extLst>
                <a:ext uri="{FF2B5EF4-FFF2-40B4-BE49-F238E27FC236}">
                  <a16:creationId xmlns:a16="http://schemas.microsoft.com/office/drawing/2014/main" id="{EF10E2D7-4BD6-EB14-A895-F5ED817C1AB4}"/>
                </a:ext>
              </a:extLst>
            </p:cNvPr>
            <p:cNvSpPr/>
            <p:nvPr/>
          </p:nvSpPr>
          <p:spPr>
            <a:xfrm>
              <a:off x="10153565" y="5663161"/>
              <a:ext cx="1630448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" altLang="ko-KR" sz="2000" ker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</a:t>
              </a:r>
              <a:endParaRPr kumimoji="1" lang="en" altLang="ko-KR" sz="2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151" name="그룹 30">
            <a:extLst>
              <a:ext uri="{FF2B5EF4-FFF2-40B4-BE49-F238E27FC236}">
                <a16:creationId xmlns:a16="http://schemas.microsoft.com/office/drawing/2014/main" id="{5FE993C4-36AB-AE25-3278-59B39A6F3ED8}"/>
              </a:ext>
            </a:extLst>
          </p:cNvPr>
          <p:cNvGrpSpPr/>
          <p:nvPr/>
        </p:nvGrpSpPr>
        <p:grpSpPr>
          <a:xfrm>
            <a:off x="334963" y="6181468"/>
            <a:ext cx="11556999" cy="304799"/>
            <a:chOff x="407986" y="6003926"/>
            <a:chExt cx="11376027" cy="304799"/>
          </a:xfrm>
        </p:grpSpPr>
        <p:sp>
          <p:nvSpPr>
            <p:cNvPr id="152" name="사각형: 둥근 모서리 84">
              <a:extLst>
                <a:ext uri="{FF2B5EF4-FFF2-40B4-BE49-F238E27FC236}">
                  <a16:creationId xmlns:a16="http://schemas.microsoft.com/office/drawing/2014/main" id="{35DE7452-656F-7774-6E1E-C17973DAE9D6}"/>
                </a:ext>
              </a:extLst>
            </p:cNvPr>
            <p:cNvSpPr/>
            <p:nvPr/>
          </p:nvSpPr>
          <p:spPr>
            <a:xfrm>
              <a:off x="6632345" y="6003926"/>
              <a:ext cx="1630448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" altLang="ko-KR" sz="2000" ker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</a:t>
              </a:r>
              <a:endParaRPr kumimoji="1" lang="en" altLang="ko-KR" sz="2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grpSp>
          <p:nvGrpSpPr>
            <p:cNvPr id="153" name="그룹 7">
              <a:extLst>
                <a:ext uri="{FF2B5EF4-FFF2-40B4-BE49-F238E27FC236}">
                  <a16:creationId xmlns:a16="http://schemas.microsoft.com/office/drawing/2014/main" id="{1154745B-24F7-BCA6-5E5E-9B2A9983C336}"/>
                </a:ext>
              </a:extLst>
            </p:cNvPr>
            <p:cNvGrpSpPr/>
            <p:nvPr/>
          </p:nvGrpSpPr>
          <p:grpSpPr>
            <a:xfrm>
              <a:off x="407986" y="6003926"/>
              <a:ext cx="6094375" cy="304799"/>
              <a:chOff x="407986" y="6003926"/>
              <a:chExt cx="6094375" cy="304799"/>
            </a:xfrm>
          </p:grpSpPr>
          <p:sp>
            <p:nvSpPr>
              <p:cNvPr id="156" name="사각형: 둥근 모서리 87">
                <a:extLst>
                  <a:ext uri="{FF2B5EF4-FFF2-40B4-BE49-F238E27FC236}">
                    <a16:creationId xmlns:a16="http://schemas.microsoft.com/office/drawing/2014/main" id="{576429FD-3E69-436B-8FFB-6A7B602102BC}"/>
                  </a:ext>
                </a:extLst>
              </p:cNvPr>
              <p:cNvSpPr/>
              <p:nvPr/>
            </p:nvSpPr>
            <p:spPr>
              <a:xfrm>
                <a:off x="407986" y="6003926"/>
                <a:ext cx="1997999" cy="304799"/>
              </a:xfrm>
              <a:prstGeom prst="roundRect">
                <a:avLst>
                  <a:gd name="adj" fmla="val 0"/>
                </a:avLst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18000" rtlCol="0" anchor="ctr"/>
              <a:lstStyle/>
              <a:p>
                <a:pPr lvl="0" algn="ctr" defTabSz="457200" fontAlgn="base" latinLnBrk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ko-KR" altLang="en-US" sz="1200" b="1" kern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인공지능 안전성</a:t>
                </a:r>
              </a:p>
            </p:txBody>
          </p:sp>
          <p:sp>
            <p:nvSpPr>
              <p:cNvPr id="157" name="사각형: 둥근 모서리 88">
                <a:extLst>
                  <a:ext uri="{FF2B5EF4-FFF2-40B4-BE49-F238E27FC236}">
                    <a16:creationId xmlns:a16="http://schemas.microsoft.com/office/drawing/2014/main" id="{A18C7BDF-4014-D8FB-DB0C-4D0860506EB0}"/>
                  </a:ext>
                </a:extLst>
              </p:cNvPr>
              <p:cNvSpPr/>
              <p:nvPr/>
            </p:nvSpPr>
            <p:spPr>
              <a:xfrm>
                <a:off x="2535971" y="6003926"/>
                <a:ext cx="3966390" cy="304799"/>
              </a:xfrm>
              <a:prstGeom prst="roundRect">
                <a:avLst>
                  <a:gd name="adj" fmla="val 0"/>
                </a:avLst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72000" tIns="0" rIns="0" bIns="18000" rtlCol="0" anchor="ctr"/>
              <a:lstStyle/>
              <a:p>
                <a:pPr marL="171450" indent="-171450" defTabSz="457200" fontAlgn="base" latinLnBrk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/>
                </a:pPr>
                <a:r>
                  <a:rPr kumimoji="1" lang="ko-KR" altLang="en-US" sz="1200" kern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인공지능 안전성 정의</a:t>
                </a:r>
                <a:r>
                  <a:rPr kumimoji="1" lang="en-US" altLang="ko-KR" sz="1200" kern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, </a:t>
                </a:r>
                <a:r>
                  <a:rPr kumimoji="1" lang="ko-KR" altLang="en-US" sz="1200" kern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목적</a:t>
                </a:r>
                <a:r>
                  <a:rPr kumimoji="1" lang="en-US" altLang="ko-KR" sz="1200" kern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, </a:t>
                </a:r>
                <a:r>
                  <a:rPr kumimoji="1" lang="ko-KR" altLang="en-US" sz="1200" kern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평가 방안 등</a:t>
                </a:r>
              </a:p>
            </p:txBody>
          </p:sp>
        </p:grpSp>
        <p:sp>
          <p:nvSpPr>
            <p:cNvPr id="154" name="사각형: 둥근 모서리 121">
              <a:extLst>
                <a:ext uri="{FF2B5EF4-FFF2-40B4-BE49-F238E27FC236}">
                  <a16:creationId xmlns:a16="http://schemas.microsoft.com/office/drawing/2014/main" id="{09575376-B3A8-EF82-E7C8-A1BDC06A5F7E}"/>
                </a:ext>
              </a:extLst>
            </p:cNvPr>
            <p:cNvSpPr/>
            <p:nvPr/>
          </p:nvSpPr>
          <p:spPr>
            <a:xfrm>
              <a:off x="8393132" y="6003926"/>
              <a:ext cx="1630448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" altLang="ko-KR" sz="2000" ker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</a:t>
              </a:r>
              <a:endParaRPr kumimoji="1" lang="en" altLang="ko-KR" sz="2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55" name="사각형: 둥근 모서리 133">
              <a:extLst>
                <a:ext uri="{FF2B5EF4-FFF2-40B4-BE49-F238E27FC236}">
                  <a16:creationId xmlns:a16="http://schemas.microsoft.com/office/drawing/2014/main" id="{B10BD1B0-A8B7-A4DE-1358-6A8D7854956B}"/>
                </a:ext>
              </a:extLst>
            </p:cNvPr>
            <p:cNvSpPr/>
            <p:nvPr/>
          </p:nvSpPr>
          <p:spPr>
            <a:xfrm>
              <a:off x="10153565" y="6003926"/>
              <a:ext cx="1630448" cy="304799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18000"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" altLang="ko-KR" sz="2000" ker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rPr>
                <a:t></a:t>
              </a:r>
              <a:endParaRPr kumimoji="1" lang="en" altLang="ko-KR" sz="2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cxnSp>
        <p:nvCxnSpPr>
          <p:cNvPr id="158" name="직선 연결선 144">
            <a:extLst>
              <a:ext uri="{FF2B5EF4-FFF2-40B4-BE49-F238E27FC236}">
                <a16:creationId xmlns:a16="http://schemas.microsoft.com/office/drawing/2014/main" id="{B0660082-79AC-47D8-E236-1A3CCE476D28}"/>
              </a:ext>
            </a:extLst>
          </p:cNvPr>
          <p:cNvCxnSpPr>
            <a:cxnSpLocks/>
          </p:cNvCxnSpPr>
          <p:nvPr/>
        </p:nvCxnSpPr>
        <p:spPr>
          <a:xfrm>
            <a:off x="334964" y="5791676"/>
            <a:ext cx="1155699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직선 연결선 145">
            <a:extLst>
              <a:ext uri="{FF2B5EF4-FFF2-40B4-BE49-F238E27FC236}">
                <a16:creationId xmlns:a16="http://schemas.microsoft.com/office/drawing/2014/main" id="{2B4AD5F5-50B5-F6B3-6C97-B13E0A2355D5}"/>
              </a:ext>
            </a:extLst>
          </p:cNvPr>
          <p:cNvCxnSpPr>
            <a:cxnSpLocks/>
          </p:cNvCxnSpPr>
          <p:nvPr/>
        </p:nvCxnSpPr>
        <p:spPr>
          <a:xfrm>
            <a:off x="334964" y="6153137"/>
            <a:ext cx="1155699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사각형: 둥근 모서리 20">
            <a:extLst>
              <a:ext uri="{FF2B5EF4-FFF2-40B4-BE49-F238E27FC236}">
                <a16:creationId xmlns:a16="http://schemas.microsoft.com/office/drawing/2014/main" id="{38ED07B0-5DEE-C4FF-5B7B-755471C55857}"/>
              </a:ext>
            </a:extLst>
          </p:cNvPr>
          <p:cNvSpPr/>
          <p:nvPr/>
        </p:nvSpPr>
        <p:spPr>
          <a:xfrm>
            <a:off x="6658339" y="1813291"/>
            <a:ext cx="5233623" cy="4670655"/>
          </a:xfrm>
          <a:prstGeom prst="roundRect">
            <a:avLst>
              <a:gd name="adj" fmla="val 0"/>
            </a:avLst>
          </a:prstGeom>
          <a:solidFill>
            <a:schemeClr val="bg1">
              <a:alpha val="71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4000" b="1" i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ED7D3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규제요건 </a:t>
            </a:r>
            <a:endParaRPr kumimoji="1" lang="en-US" altLang="ko-KR" sz="4000" b="1" i="1" kern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ED7D3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4000" b="1" i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ED7D3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100%</a:t>
            </a:r>
            <a:r>
              <a:rPr kumimoji="1" lang="ko-KR" altLang="en-US" sz="4000" b="1" i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ED7D3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반영</a:t>
            </a:r>
            <a:endParaRPr kumimoji="1" lang="en-US" altLang="ko-KR" sz="4000" b="1" i="1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ED7D31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12448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7081E-1617-8AF2-A3F4-CE5C38D82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Picture 244">
            <a:extLst>
              <a:ext uri="{FF2B5EF4-FFF2-40B4-BE49-F238E27FC236}">
                <a16:creationId xmlns:a16="http://schemas.microsoft.com/office/drawing/2014/main" id="{FBB3C03E-FF47-0A1C-C85D-E25F2C02D8D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12933" y="2504736"/>
            <a:ext cx="7552163" cy="3847031"/>
          </a:xfrm>
          <a:prstGeom prst="rect">
            <a:avLst/>
          </a:prstGeom>
        </p:spPr>
      </p:pic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1777CAB-9F36-06E3-D396-2C21CFC922E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III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．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AI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거버넌스 프레임워크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0E5F019-768A-A886-2EBA-21E0A0F3EC3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      </a:t>
            </a:r>
            <a:r>
              <a:rPr lang="ko-KR" altLang="en-US" err="1"/>
              <a:t>미래에셋증권</a:t>
            </a:r>
            <a:r>
              <a:rPr lang="ko-KR" altLang="en-US"/>
              <a:t> </a:t>
            </a:r>
            <a:r>
              <a:rPr lang="en-US" altLang="ko-KR"/>
              <a:t>AI </a:t>
            </a:r>
            <a:r>
              <a:rPr lang="ko-KR" altLang="en-US"/>
              <a:t>거버넌스 프로세스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389391D-D5A3-A7E8-0812-665187AA044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AI</a:t>
            </a:r>
            <a:r>
              <a:rPr lang="ko-KR" altLang="en-US"/>
              <a:t>서비스 개발 단계별로 준수해야 할 </a:t>
            </a:r>
            <a:r>
              <a:rPr lang="en-US" altLang="ko-KR"/>
              <a:t>AI</a:t>
            </a:r>
            <a:r>
              <a:rPr lang="ko-KR" altLang="en-US"/>
              <a:t>거버넌스 표준 프로세스</a:t>
            </a:r>
            <a:r>
              <a:rPr lang="en-US" altLang="ko-KR"/>
              <a:t>, </a:t>
            </a:r>
            <a:r>
              <a:rPr lang="ko-KR" altLang="en-US"/>
              <a:t>부서별 역할과 책임</a:t>
            </a:r>
            <a:r>
              <a:rPr lang="en-US" altLang="ko-KR"/>
              <a:t>(R&amp;R) </a:t>
            </a:r>
            <a:r>
              <a:rPr lang="ko-KR" altLang="en-US"/>
              <a:t>및 개발 라이프사이클 단계별 업무를 정의함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C296331-9234-A6CD-C186-B981F6642A0C}"/>
              </a:ext>
            </a:extLst>
          </p:cNvPr>
          <p:cNvSpPr/>
          <p:nvPr/>
        </p:nvSpPr>
        <p:spPr>
          <a:xfrm>
            <a:off x="371963" y="202784"/>
            <a:ext cx="481940" cy="396000"/>
          </a:xfrm>
          <a:prstGeom prst="roundRect">
            <a:avLst/>
          </a:prstGeom>
          <a:solidFill>
            <a:srgbClr val="043B7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4</a:t>
            </a:r>
          </a:p>
        </p:txBody>
      </p:sp>
      <p:sp>
        <p:nvSpPr>
          <p:cNvPr id="120" name="사각형: 둥근 모서리 20">
            <a:extLst>
              <a:ext uri="{FF2B5EF4-FFF2-40B4-BE49-F238E27FC236}">
                <a16:creationId xmlns:a16="http://schemas.microsoft.com/office/drawing/2014/main" id="{9C796C3B-8BE6-AAEA-E06B-EDE784F67BAC}"/>
              </a:ext>
            </a:extLst>
          </p:cNvPr>
          <p:cNvSpPr/>
          <p:nvPr/>
        </p:nvSpPr>
        <p:spPr>
          <a:xfrm>
            <a:off x="334963" y="1736827"/>
            <a:ext cx="11557000" cy="325410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AI</a:t>
            </a:r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 거버넌스 프로세스 개요</a:t>
            </a:r>
            <a:endParaRPr lang="en" altLang="ko-KR" sz="1200" b="1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F442D892-6978-3CCD-51C8-14C784D1AA31}"/>
              </a:ext>
            </a:extLst>
          </p:cNvPr>
          <p:cNvGrpSpPr/>
          <p:nvPr/>
        </p:nvGrpSpPr>
        <p:grpSpPr>
          <a:xfrm>
            <a:off x="8358100" y="2248156"/>
            <a:ext cx="3533863" cy="4196238"/>
            <a:chOff x="8358100" y="2237302"/>
            <a:chExt cx="3533863" cy="4200337"/>
          </a:xfrm>
        </p:grpSpPr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8A1AD8E3-9D84-D7F2-C2B9-C2C5F93607A0}"/>
                </a:ext>
              </a:extLst>
            </p:cNvPr>
            <p:cNvGrpSpPr/>
            <p:nvPr/>
          </p:nvGrpSpPr>
          <p:grpSpPr>
            <a:xfrm>
              <a:off x="8358100" y="2237302"/>
              <a:ext cx="3533863" cy="968617"/>
              <a:chOff x="8358100" y="2237302"/>
              <a:chExt cx="3533863" cy="968617"/>
            </a:xfrm>
          </p:grpSpPr>
          <p:sp>
            <p:nvSpPr>
              <p:cNvPr id="121" name="직사각형 4">
                <a:extLst>
                  <a:ext uri="{FF2B5EF4-FFF2-40B4-BE49-F238E27FC236}">
                    <a16:creationId xmlns:a16="http://schemas.microsoft.com/office/drawing/2014/main" id="{1A30E6ED-42D2-5DA9-CF29-7554DC67A76C}"/>
                  </a:ext>
                </a:extLst>
              </p:cNvPr>
              <p:cNvSpPr/>
              <p:nvPr/>
            </p:nvSpPr>
            <p:spPr>
              <a:xfrm>
                <a:off x="8358100" y="2237303"/>
                <a:ext cx="849241" cy="968616"/>
              </a:xfrm>
              <a:prstGeom prst="rect">
                <a:avLst/>
              </a:prstGeom>
              <a:solidFill>
                <a:srgbClr val="0B386A"/>
              </a:solidFill>
              <a:ln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b="1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latin typeface="+mn-ea"/>
                    <a:sym typeface="Arial"/>
                  </a:rPr>
                  <a:t>ＷＨＯ</a:t>
                </a:r>
                <a:r>
                  <a:rPr lang="en-US" altLang="ko-KR" sz="1200" b="1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latin typeface="+mn-ea"/>
                    <a:sym typeface="Arial"/>
                  </a:rPr>
                  <a:t>*</a:t>
                </a:r>
                <a:endParaRPr lang="ko-KR" altLang="en-US" sz="1200" b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+mn-ea"/>
                  <a:sym typeface="Arial"/>
                </a:endParaRPr>
              </a:p>
            </p:txBody>
          </p:sp>
          <p:sp>
            <p:nvSpPr>
              <p:cNvPr id="122" name="직사각형 28">
                <a:extLst>
                  <a:ext uri="{FF2B5EF4-FFF2-40B4-BE49-F238E27FC236}">
                    <a16:creationId xmlns:a16="http://schemas.microsoft.com/office/drawing/2014/main" id="{3BC8E5D0-3DD3-26B0-BE3C-84DA842BFC11}"/>
                  </a:ext>
                </a:extLst>
              </p:cNvPr>
              <p:cNvSpPr/>
              <p:nvPr/>
            </p:nvSpPr>
            <p:spPr>
              <a:xfrm>
                <a:off x="9316982" y="2237302"/>
                <a:ext cx="2574981" cy="962977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108000" rIns="72000" bIns="108000" rtlCol="0" anchor="ctr" anchorCtr="0"/>
              <a:lstStyle/>
              <a:p>
                <a:pPr marL="171450" indent="-171450" defTabSz="914400">
                  <a:buClr>
                    <a:srgbClr val="000000"/>
                  </a:buClr>
                  <a:buFont typeface="Arial" panose="020B0604020202020204" pitchFamily="34" charset="0"/>
                  <a:buChar char="•"/>
                </a:pPr>
                <a:r>
                  <a:rPr kumimoji="1" lang="en-US" altLang="ko-KR" sz="1200" kern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000000"/>
                    </a:solidFill>
                    <a:sym typeface="Arial"/>
                  </a:rPr>
                  <a:t>AI</a:t>
                </a:r>
                <a:r>
                  <a:rPr kumimoji="1" lang="ko-KR" altLang="en-US" sz="1200" kern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000000"/>
                    </a:solidFill>
                    <a:sym typeface="Arial"/>
                  </a:rPr>
                  <a:t>서비스기획</a:t>
                </a:r>
                <a:endParaRPr kumimoji="1" lang="en-US" altLang="ko-KR" sz="1200" kern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sym typeface="Arial"/>
                </a:endParaRPr>
              </a:p>
              <a:p>
                <a:pPr marL="171450" indent="-171450" defTabSz="914400">
                  <a:buClr>
                    <a:srgbClr val="000000"/>
                  </a:buClr>
                  <a:buFont typeface="Arial" panose="020B0604020202020204" pitchFamily="34" charset="0"/>
                  <a:buChar char="•"/>
                </a:pPr>
                <a:r>
                  <a:rPr kumimoji="1" lang="en-US" altLang="ko-KR" sz="1200" kern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000000"/>
                    </a:solidFill>
                    <a:sym typeface="Arial"/>
                  </a:rPr>
                  <a:t>AI</a:t>
                </a:r>
                <a:r>
                  <a:rPr kumimoji="1" lang="ko-KR" altLang="en-US" sz="1200" kern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000000"/>
                    </a:solidFill>
                    <a:sym typeface="Arial"/>
                  </a:rPr>
                  <a:t>개발 </a:t>
                </a:r>
                <a:endParaRPr kumimoji="1" lang="en-US" altLang="ko-KR" sz="1200" kern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sym typeface="Arial"/>
                </a:endParaRPr>
              </a:p>
              <a:p>
                <a:pPr marL="171450" indent="-171450" defTabSz="914400">
                  <a:buClr>
                    <a:srgbClr val="000000"/>
                  </a:buClr>
                  <a:buFont typeface="Arial" panose="020B0604020202020204" pitchFamily="34" charset="0"/>
                  <a:buChar char="•"/>
                </a:pPr>
                <a:r>
                  <a:rPr kumimoji="1" lang="en-US" altLang="ko-KR" sz="1200" kern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000000"/>
                    </a:solidFill>
                    <a:sym typeface="Arial"/>
                  </a:rPr>
                  <a:t>AI </a:t>
                </a:r>
                <a:r>
                  <a:rPr kumimoji="1" lang="ko-KR" altLang="en-US" sz="1200" kern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000000"/>
                    </a:solidFill>
                    <a:sym typeface="Arial"/>
                  </a:rPr>
                  <a:t>운영</a:t>
                </a:r>
                <a:r>
                  <a:rPr kumimoji="1" lang="en-US" altLang="ko-KR" sz="1200" kern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000000"/>
                    </a:solidFill>
                    <a:sym typeface="Arial"/>
                  </a:rPr>
                  <a:t> </a:t>
                </a:r>
              </a:p>
              <a:p>
                <a:pPr marL="171450" indent="-171450" defTabSz="914400">
                  <a:buClr>
                    <a:srgbClr val="000000"/>
                  </a:buClr>
                  <a:buFont typeface="Arial" panose="020B0604020202020204" pitchFamily="34" charset="0"/>
                  <a:buChar char="•"/>
                </a:pPr>
                <a:r>
                  <a:rPr kumimoji="1" lang="en-US" altLang="ko-KR" sz="1200" kern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000000"/>
                    </a:solidFill>
                    <a:sym typeface="Arial"/>
                  </a:rPr>
                  <a:t>AI</a:t>
                </a:r>
                <a:r>
                  <a:rPr kumimoji="1" lang="ko-KR" altLang="en-US" sz="1200" kern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000000"/>
                    </a:solidFill>
                    <a:sym typeface="Arial"/>
                  </a:rPr>
                  <a:t>거버넌스</a:t>
                </a:r>
                <a:endParaRPr kumimoji="1" lang="en-US" altLang="ko-KR" sz="1200" kern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sym typeface="Arial"/>
                </a:endParaRPr>
              </a:p>
              <a:p>
                <a:pPr marL="171450" indent="-171450" defTabSz="914400">
                  <a:buClr>
                    <a:srgbClr val="000000"/>
                  </a:buClr>
                  <a:buFont typeface="Arial" panose="020B0604020202020204" pitchFamily="34" charset="0"/>
                  <a:buChar char="•"/>
                </a:pPr>
                <a:r>
                  <a:rPr kumimoji="1" lang="en-US" altLang="ko-KR" sz="1200" kern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000000"/>
                    </a:solidFill>
                    <a:sym typeface="Arial"/>
                  </a:rPr>
                  <a:t>AI</a:t>
                </a:r>
                <a:r>
                  <a:rPr kumimoji="1" lang="ko-KR" altLang="en-US" sz="1200" kern="0" err="1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000000"/>
                    </a:solidFill>
                    <a:sym typeface="Arial"/>
                  </a:rPr>
                  <a:t>거버넌스협의체</a:t>
                </a:r>
                <a:r>
                  <a:rPr kumimoji="1" lang="ko-KR" altLang="en-US" sz="1200" kern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000000"/>
                    </a:solidFill>
                    <a:sym typeface="Arial"/>
                  </a:rPr>
                  <a:t> </a:t>
                </a:r>
                <a:endParaRPr kumimoji="1" lang="en-US" altLang="ko-KR" sz="1200" kern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sym typeface="Arial"/>
                </a:endParaRPr>
              </a:p>
            </p:txBody>
          </p:sp>
        </p:grp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F2F9B027-B7C7-3F04-5B6A-8C8528ED5D5A}"/>
                </a:ext>
              </a:extLst>
            </p:cNvPr>
            <p:cNvGrpSpPr/>
            <p:nvPr/>
          </p:nvGrpSpPr>
          <p:grpSpPr>
            <a:xfrm>
              <a:off x="8358100" y="3314542"/>
              <a:ext cx="3533863" cy="968617"/>
              <a:chOff x="8358100" y="2237302"/>
              <a:chExt cx="3533863" cy="968617"/>
            </a:xfrm>
          </p:grpSpPr>
          <p:sp>
            <p:nvSpPr>
              <p:cNvPr id="125" name="직사각형 4">
                <a:extLst>
                  <a:ext uri="{FF2B5EF4-FFF2-40B4-BE49-F238E27FC236}">
                    <a16:creationId xmlns:a16="http://schemas.microsoft.com/office/drawing/2014/main" id="{F98D9520-1C14-2157-979E-DD119C5FC508}"/>
                  </a:ext>
                </a:extLst>
              </p:cNvPr>
              <p:cNvSpPr/>
              <p:nvPr/>
            </p:nvSpPr>
            <p:spPr>
              <a:xfrm>
                <a:off x="8358100" y="2237303"/>
                <a:ext cx="849241" cy="968616"/>
              </a:xfrm>
              <a:prstGeom prst="rect">
                <a:avLst/>
              </a:prstGeom>
              <a:solidFill>
                <a:srgbClr val="2F5597"/>
              </a:solidFill>
              <a:ln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b="1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latin typeface="+mn-ea"/>
                    <a:sym typeface="Arial"/>
                  </a:rPr>
                  <a:t>ＷＨＥＮ</a:t>
                </a:r>
              </a:p>
            </p:txBody>
          </p:sp>
          <p:sp>
            <p:nvSpPr>
              <p:cNvPr id="126" name="직사각형 28">
                <a:extLst>
                  <a:ext uri="{FF2B5EF4-FFF2-40B4-BE49-F238E27FC236}">
                    <a16:creationId xmlns:a16="http://schemas.microsoft.com/office/drawing/2014/main" id="{B6FC2743-366F-8C2F-6C7B-48C096EBBD95}"/>
                  </a:ext>
                </a:extLst>
              </p:cNvPr>
              <p:cNvSpPr/>
              <p:nvPr/>
            </p:nvSpPr>
            <p:spPr>
              <a:xfrm>
                <a:off x="9316982" y="2237302"/>
                <a:ext cx="2574981" cy="962977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108000" rIns="72000" bIns="108000" rtlCol="0" anchor="ctr" anchorCtr="0"/>
              <a:lstStyle/>
              <a:p>
                <a:pPr marL="171450" indent="-171450" defTabSz="914400">
                  <a:buClr>
                    <a:srgbClr val="000000"/>
                  </a:buClr>
                  <a:buFont typeface="Arial" panose="020B0604020202020204" pitchFamily="34" charset="0"/>
                  <a:buChar char="•"/>
                </a:pPr>
                <a:r>
                  <a:rPr kumimoji="1" lang="ko-KR" altLang="en-US" sz="1200" kern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000000"/>
                    </a:solidFill>
                    <a:sym typeface="Arial"/>
                  </a:rPr>
                  <a:t>기획</a:t>
                </a:r>
                <a:r>
                  <a:rPr kumimoji="1" lang="en-US" altLang="ko-KR" sz="1200" kern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000000"/>
                    </a:solidFill>
                    <a:sym typeface="Arial"/>
                  </a:rPr>
                  <a:t>·</a:t>
                </a:r>
                <a:r>
                  <a:rPr kumimoji="1" lang="ko-KR" altLang="en-US" sz="1200" kern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000000"/>
                    </a:solidFill>
                    <a:sym typeface="Arial"/>
                  </a:rPr>
                  <a:t>설계 단계</a:t>
                </a:r>
                <a:endParaRPr kumimoji="1" lang="en-US" altLang="ko-KR" sz="1200" kern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sym typeface="Arial"/>
                </a:endParaRPr>
              </a:p>
              <a:p>
                <a:pPr marL="171450" indent="-171450" defTabSz="914400">
                  <a:buClr>
                    <a:srgbClr val="000000"/>
                  </a:buClr>
                  <a:buFont typeface="Arial" panose="020B0604020202020204" pitchFamily="34" charset="0"/>
                  <a:buChar char="•"/>
                </a:pPr>
                <a:r>
                  <a:rPr kumimoji="1" lang="ko-KR" altLang="en-US" sz="1200" kern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000000"/>
                    </a:solidFill>
                    <a:sym typeface="Arial"/>
                  </a:rPr>
                  <a:t>개발 단계</a:t>
                </a:r>
                <a:endParaRPr kumimoji="1" lang="en-US" altLang="ko-KR" sz="1200" kern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sym typeface="Arial"/>
                </a:endParaRPr>
              </a:p>
              <a:p>
                <a:pPr marL="171450" indent="-171450" defTabSz="914400">
                  <a:buClr>
                    <a:srgbClr val="000000"/>
                  </a:buClr>
                  <a:buFont typeface="Arial" panose="020B0604020202020204" pitchFamily="34" charset="0"/>
                  <a:buChar char="•"/>
                </a:pPr>
                <a:r>
                  <a:rPr kumimoji="1" lang="ko-KR" altLang="en-US" sz="1200" kern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000000"/>
                    </a:solidFill>
                    <a:sym typeface="Arial"/>
                  </a:rPr>
                  <a:t>평가</a:t>
                </a:r>
                <a:r>
                  <a:rPr kumimoji="1" lang="en-US" altLang="ko-KR" sz="1200" kern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000000"/>
                    </a:solidFill>
                    <a:sym typeface="Arial"/>
                  </a:rPr>
                  <a:t>·</a:t>
                </a:r>
                <a:r>
                  <a:rPr kumimoji="1" lang="ko-KR" altLang="en-US" sz="1200" kern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000000"/>
                    </a:solidFill>
                    <a:sym typeface="Arial"/>
                  </a:rPr>
                  <a:t>검증 단계</a:t>
                </a:r>
                <a:endParaRPr kumimoji="1" lang="en-US" altLang="ko-KR" sz="1200" kern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sym typeface="Arial"/>
                </a:endParaRPr>
              </a:p>
              <a:p>
                <a:pPr marL="171450" indent="-171450" defTabSz="914400">
                  <a:buClr>
                    <a:srgbClr val="000000"/>
                  </a:buClr>
                  <a:buFont typeface="Arial" panose="020B0604020202020204" pitchFamily="34" charset="0"/>
                  <a:buChar char="•"/>
                </a:pPr>
                <a:r>
                  <a:rPr kumimoji="1" lang="ko-KR" altLang="en-US" sz="1200" kern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000000"/>
                    </a:solidFill>
                    <a:sym typeface="Arial"/>
                  </a:rPr>
                  <a:t>도입</a:t>
                </a:r>
                <a:r>
                  <a:rPr kumimoji="1" lang="en-US" altLang="ko-KR" sz="1200" kern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000000"/>
                    </a:solidFill>
                    <a:sym typeface="Arial"/>
                  </a:rPr>
                  <a:t>·</a:t>
                </a:r>
                <a:r>
                  <a:rPr kumimoji="1" lang="ko-KR" altLang="en-US" sz="1200" kern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000000"/>
                    </a:solidFill>
                    <a:sym typeface="Arial"/>
                  </a:rPr>
                  <a:t>운영</a:t>
                </a:r>
                <a:r>
                  <a:rPr kumimoji="1" lang="en-US" altLang="ko-KR" sz="1200" kern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000000"/>
                    </a:solidFill>
                    <a:sym typeface="Arial"/>
                  </a:rPr>
                  <a:t>·</a:t>
                </a:r>
                <a:r>
                  <a:rPr kumimoji="1" lang="ko-KR" altLang="en-US" sz="1200" kern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000000"/>
                    </a:solidFill>
                    <a:sym typeface="Arial"/>
                  </a:rPr>
                  <a:t>모니터링 단계</a:t>
                </a:r>
              </a:p>
            </p:txBody>
          </p:sp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8666BDA6-20EF-253C-F4E3-18EF3AB799C3}"/>
                </a:ext>
              </a:extLst>
            </p:cNvPr>
            <p:cNvGrpSpPr/>
            <p:nvPr/>
          </p:nvGrpSpPr>
          <p:grpSpPr>
            <a:xfrm>
              <a:off x="8358100" y="4391782"/>
              <a:ext cx="3533863" cy="968617"/>
              <a:chOff x="8358100" y="2237302"/>
              <a:chExt cx="3533863" cy="968617"/>
            </a:xfrm>
          </p:grpSpPr>
          <p:sp>
            <p:nvSpPr>
              <p:cNvPr id="128" name="직사각형 4">
                <a:extLst>
                  <a:ext uri="{FF2B5EF4-FFF2-40B4-BE49-F238E27FC236}">
                    <a16:creationId xmlns:a16="http://schemas.microsoft.com/office/drawing/2014/main" id="{75F47162-6521-ADFB-45B9-DE656B9957B4}"/>
                  </a:ext>
                </a:extLst>
              </p:cNvPr>
              <p:cNvSpPr/>
              <p:nvPr/>
            </p:nvSpPr>
            <p:spPr>
              <a:xfrm>
                <a:off x="8358100" y="2237303"/>
                <a:ext cx="849241" cy="968616"/>
              </a:xfrm>
              <a:prstGeom prst="rect">
                <a:avLst/>
              </a:prstGeom>
              <a:solidFill>
                <a:srgbClr val="8FAADC"/>
              </a:solidFill>
              <a:ln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b="1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latin typeface="+mn-ea"/>
                    <a:sym typeface="Arial"/>
                  </a:rPr>
                  <a:t>ＷＨＡＴ</a:t>
                </a:r>
              </a:p>
            </p:txBody>
          </p:sp>
          <p:sp>
            <p:nvSpPr>
              <p:cNvPr id="129" name="직사각형 28">
                <a:extLst>
                  <a:ext uri="{FF2B5EF4-FFF2-40B4-BE49-F238E27FC236}">
                    <a16:creationId xmlns:a16="http://schemas.microsoft.com/office/drawing/2014/main" id="{14CE0E22-CB3D-9F24-B617-BD97D86BAB36}"/>
                  </a:ext>
                </a:extLst>
              </p:cNvPr>
              <p:cNvSpPr/>
              <p:nvPr/>
            </p:nvSpPr>
            <p:spPr>
              <a:xfrm>
                <a:off x="9316982" y="2237302"/>
                <a:ext cx="2574981" cy="962977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108000" rIns="72000" bIns="108000" rtlCol="0" anchor="ctr" anchorCtr="0"/>
              <a:lstStyle/>
              <a:p>
                <a:pPr marL="171450" indent="-171450" defTabSz="914400">
                  <a:buClr>
                    <a:srgbClr val="000000"/>
                  </a:buClr>
                  <a:buFont typeface="Arial" panose="020B0604020202020204" pitchFamily="34" charset="0"/>
                  <a:buChar char="•"/>
                </a:pPr>
                <a:r>
                  <a:rPr kumimoji="1" lang="en-US" altLang="ko-KR" sz="1200" kern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000000"/>
                    </a:solidFill>
                    <a:sym typeface="Arial"/>
                  </a:rPr>
                  <a:t>AI</a:t>
                </a:r>
                <a:r>
                  <a:rPr kumimoji="1" lang="ko-KR" altLang="en-US" sz="1200" kern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000000"/>
                    </a:solidFill>
                    <a:sym typeface="Arial"/>
                  </a:rPr>
                  <a:t>서비스기획수립</a:t>
                </a:r>
                <a:endParaRPr kumimoji="1" lang="en-US" altLang="ko-KR" sz="1200" kern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sym typeface="Arial"/>
                </a:endParaRPr>
              </a:p>
              <a:p>
                <a:pPr marL="171450" indent="-171450" defTabSz="914400">
                  <a:buClr>
                    <a:srgbClr val="000000"/>
                  </a:buClr>
                  <a:buFont typeface="Arial" panose="020B0604020202020204" pitchFamily="34" charset="0"/>
                  <a:buChar char="•"/>
                </a:pPr>
                <a:r>
                  <a:rPr kumimoji="1" lang="en-US" altLang="ko-KR" sz="1200" kern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000000"/>
                    </a:solidFill>
                    <a:sym typeface="Arial"/>
                  </a:rPr>
                  <a:t>AI</a:t>
                </a:r>
                <a:r>
                  <a:rPr kumimoji="1" lang="ko-KR" altLang="en-US" sz="1200" kern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000000"/>
                    </a:solidFill>
                    <a:sym typeface="Arial"/>
                  </a:rPr>
                  <a:t>위험등급평가</a:t>
                </a:r>
                <a:r>
                  <a:rPr kumimoji="1" lang="en-US" altLang="ko-KR" sz="1200" kern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000000"/>
                    </a:solidFill>
                    <a:sym typeface="Arial"/>
                  </a:rPr>
                  <a:t>, AI</a:t>
                </a:r>
                <a:r>
                  <a:rPr kumimoji="1" lang="ko-KR" altLang="en-US" sz="1200" kern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000000"/>
                    </a:solidFill>
                    <a:sym typeface="Arial"/>
                  </a:rPr>
                  <a:t>영향 및 안전성 판단</a:t>
                </a:r>
                <a:r>
                  <a:rPr kumimoji="1" lang="en-US" altLang="ko-KR" sz="1200" kern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000000"/>
                    </a:solidFill>
                    <a:sym typeface="Arial"/>
                  </a:rPr>
                  <a:t>, </a:t>
                </a:r>
                <a:r>
                  <a:rPr kumimoji="1" lang="ko-KR" altLang="en-US" sz="1200" kern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000000"/>
                    </a:solidFill>
                    <a:sym typeface="Arial"/>
                  </a:rPr>
                  <a:t>영향 및 안전성 평가</a:t>
                </a:r>
                <a:endParaRPr kumimoji="1" lang="en-US" altLang="ko-KR" sz="1200" kern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sym typeface="Arial"/>
                </a:endParaRPr>
              </a:p>
              <a:p>
                <a:pPr marL="171450" indent="-171450" defTabSz="914400">
                  <a:buClr>
                    <a:srgbClr val="000000"/>
                  </a:buClr>
                  <a:buFont typeface="Arial" panose="020B0604020202020204" pitchFamily="34" charset="0"/>
                  <a:buChar char="•"/>
                </a:pPr>
                <a:r>
                  <a:rPr kumimoji="1" lang="en-US" altLang="ko-KR" sz="1200" kern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000000"/>
                    </a:solidFill>
                    <a:sym typeface="Arial"/>
                  </a:rPr>
                  <a:t>AI</a:t>
                </a:r>
                <a:r>
                  <a:rPr kumimoji="1" lang="ko-KR" altLang="en-US" sz="1200" kern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000000"/>
                    </a:solidFill>
                    <a:sym typeface="Arial"/>
                  </a:rPr>
                  <a:t>서비스 기획 사전 검토</a:t>
                </a:r>
                <a:endParaRPr kumimoji="1" lang="en-US" altLang="ko-KR" sz="1200" kern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sym typeface="Arial"/>
                </a:endParaRPr>
              </a:p>
              <a:p>
                <a:pPr marL="171450" indent="-171450" defTabSz="914400">
                  <a:buClr>
                    <a:srgbClr val="000000"/>
                  </a:buClr>
                  <a:buFont typeface="Arial" panose="020B0604020202020204" pitchFamily="34" charset="0"/>
                  <a:buChar char="•"/>
                </a:pPr>
                <a:r>
                  <a:rPr kumimoji="1" lang="en-US" altLang="ko-KR" sz="1200" kern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000000"/>
                    </a:solidFill>
                    <a:sym typeface="Arial"/>
                  </a:rPr>
                  <a:t>……</a:t>
                </a:r>
                <a:endParaRPr kumimoji="1" lang="ko-KR" altLang="en-US" sz="1200" kern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sym typeface="Arial"/>
                </a:endParaRPr>
              </a:p>
            </p:txBody>
          </p:sp>
        </p:grp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DCE144CD-0C6A-B661-619E-9E88FA5241F0}"/>
                </a:ext>
              </a:extLst>
            </p:cNvPr>
            <p:cNvGrpSpPr/>
            <p:nvPr/>
          </p:nvGrpSpPr>
          <p:grpSpPr>
            <a:xfrm>
              <a:off x="8358100" y="5469022"/>
              <a:ext cx="3533863" cy="968617"/>
              <a:chOff x="8358100" y="2237302"/>
              <a:chExt cx="3533863" cy="968617"/>
            </a:xfrm>
          </p:grpSpPr>
          <p:sp>
            <p:nvSpPr>
              <p:cNvPr id="131" name="직사각형 4">
                <a:extLst>
                  <a:ext uri="{FF2B5EF4-FFF2-40B4-BE49-F238E27FC236}">
                    <a16:creationId xmlns:a16="http://schemas.microsoft.com/office/drawing/2014/main" id="{684C2E3E-61CF-412D-4EBB-F18F63CA9558}"/>
                  </a:ext>
                </a:extLst>
              </p:cNvPr>
              <p:cNvSpPr/>
              <p:nvPr/>
            </p:nvSpPr>
            <p:spPr>
              <a:xfrm>
                <a:off x="8358100" y="2237303"/>
                <a:ext cx="849241" cy="968616"/>
              </a:xfrm>
              <a:prstGeom prst="rect">
                <a:avLst/>
              </a:prstGeom>
              <a:solidFill>
                <a:srgbClr val="DAE3F3"/>
              </a:solidFill>
              <a:ln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b="1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+mn-ea"/>
                    <a:sym typeface="Arial"/>
                  </a:rPr>
                  <a:t>ＨＯＷ</a:t>
                </a:r>
              </a:p>
            </p:txBody>
          </p:sp>
          <p:sp>
            <p:nvSpPr>
              <p:cNvPr id="132" name="직사각형 28">
                <a:extLst>
                  <a:ext uri="{FF2B5EF4-FFF2-40B4-BE49-F238E27FC236}">
                    <a16:creationId xmlns:a16="http://schemas.microsoft.com/office/drawing/2014/main" id="{FD0B1191-35C0-20E8-EAA8-90C3263DF506}"/>
                  </a:ext>
                </a:extLst>
              </p:cNvPr>
              <p:cNvSpPr/>
              <p:nvPr/>
            </p:nvSpPr>
            <p:spPr>
              <a:xfrm>
                <a:off x="9316982" y="2237302"/>
                <a:ext cx="2574981" cy="962977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108000" rIns="72000" bIns="108000" rtlCol="0" anchor="ctr" anchorCtr="0"/>
              <a:lstStyle/>
              <a:p>
                <a:pPr marL="171450" indent="-171450" defTabSz="914400">
                  <a:buClr>
                    <a:srgbClr val="000000"/>
                  </a:buClr>
                  <a:buFont typeface="Arial" panose="020B0604020202020204" pitchFamily="34" charset="0"/>
                  <a:buChar char="•"/>
                </a:pPr>
                <a:r>
                  <a:rPr kumimoji="1" lang="en-US" altLang="ko-KR" sz="1200" kern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000000"/>
                    </a:solidFill>
                    <a:sym typeface="Arial"/>
                  </a:rPr>
                  <a:t>AI </a:t>
                </a:r>
                <a:r>
                  <a:rPr kumimoji="1" lang="ko-KR" altLang="en-US" sz="1200" kern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000000"/>
                    </a:solidFill>
                    <a:sym typeface="Arial"/>
                  </a:rPr>
                  <a:t>서비스기획서</a:t>
                </a:r>
                <a:endParaRPr kumimoji="1" lang="en-US" altLang="ko-KR" sz="1200" kern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sym typeface="Arial"/>
                </a:endParaRPr>
              </a:p>
              <a:p>
                <a:pPr marL="171450" indent="-171450" defTabSz="914400">
                  <a:buClr>
                    <a:srgbClr val="000000"/>
                  </a:buClr>
                  <a:buFont typeface="Arial" panose="020B0604020202020204" pitchFamily="34" charset="0"/>
                  <a:buChar char="•"/>
                </a:pPr>
                <a:r>
                  <a:rPr kumimoji="1" lang="en-US" altLang="ko-KR" sz="1200" kern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000000"/>
                    </a:solidFill>
                    <a:sym typeface="Arial"/>
                  </a:rPr>
                  <a:t>AI </a:t>
                </a:r>
                <a:r>
                  <a:rPr kumimoji="1" lang="ko-KR" altLang="en-US" sz="1200" kern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000000"/>
                    </a:solidFill>
                    <a:sym typeface="Arial"/>
                  </a:rPr>
                  <a:t>업무 위</a:t>
                </a:r>
                <a:r>
                  <a:rPr kumimoji="1" lang="en-US" altLang="ko-KR" sz="1200" kern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000000"/>
                    </a:solidFill>
                    <a:sym typeface="Arial"/>
                  </a:rPr>
                  <a:t>·</a:t>
                </a:r>
                <a:r>
                  <a:rPr kumimoji="1" lang="ko-KR" altLang="en-US" sz="1200" kern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000000"/>
                    </a:solidFill>
                    <a:sym typeface="Arial"/>
                  </a:rPr>
                  <a:t>수탁 체크리스트</a:t>
                </a:r>
              </a:p>
              <a:p>
                <a:pPr marL="171450" indent="-171450" defTabSz="914400">
                  <a:buClr>
                    <a:srgbClr val="000000"/>
                  </a:buClr>
                  <a:buFont typeface="Arial" panose="020B0604020202020204" pitchFamily="34" charset="0"/>
                  <a:buChar char="•"/>
                </a:pPr>
                <a:r>
                  <a:rPr kumimoji="1" lang="ko-KR" altLang="en-US" sz="1200" kern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000000"/>
                    </a:solidFill>
                    <a:sym typeface="Arial"/>
                  </a:rPr>
                  <a:t>영향</a:t>
                </a:r>
                <a:r>
                  <a:rPr kumimoji="1" lang="en-US" altLang="ko-KR" sz="1200" kern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000000"/>
                    </a:solidFill>
                    <a:sym typeface="Arial"/>
                  </a:rPr>
                  <a:t>&amp;</a:t>
                </a:r>
                <a:r>
                  <a:rPr kumimoji="1" lang="ko-KR" altLang="en-US" sz="1200" kern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000000"/>
                    </a:solidFill>
                    <a:sym typeface="Arial"/>
                  </a:rPr>
                  <a:t>안전성 여부 판단서</a:t>
                </a:r>
                <a:r>
                  <a:rPr kumimoji="1" lang="en-US" altLang="ko-KR" sz="1200" kern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000000"/>
                    </a:solidFill>
                    <a:sym typeface="Arial"/>
                  </a:rPr>
                  <a:t>, </a:t>
                </a:r>
                <a:r>
                  <a:rPr kumimoji="1" lang="ko-KR" altLang="en-US" sz="1200" kern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000000"/>
                    </a:solidFill>
                    <a:sym typeface="Arial"/>
                  </a:rPr>
                  <a:t>영향 평가서</a:t>
                </a:r>
                <a:r>
                  <a:rPr kumimoji="1" lang="en-US" altLang="ko-KR" sz="1200" kern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000000"/>
                    </a:solidFill>
                    <a:sym typeface="Arial"/>
                  </a:rPr>
                  <a:t>, </a:t>
                </a:r>
                <a:r>
                  <a:rPr kumimoji="1" lang="ko-KR" altLang="en-US" sz="1200" kern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000000"/>
                    </a:solidFill>
                    <a:sym typeface="Arial"/>
                  </a:rPr>
                  <a:t>안정성 평가서 </a:t>
                </a:r>
              </a:p>
              <a:p>
                <a:pPr marL="171450" indent="-171450" defTabSz="914400">
                  <a:buClr>
                    <a:srgbClr val="000000"/>
                  </a:buClr>
                  <a:buFont typeface="Arial" panose="020B0604020202020204" pitchFamily="34" charset="0"/>
                  <a:buChar char="•"/>
                </a:pPr>
                <a:r>
                  <a:rPr kumimoji="1" lang="en-US" altLang="ko-KR" sz="1200" kern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000000"/>
                    </a:solidFill>
                    <a:sym typeface="Arial"/>
                  </a:rPr>
                  <a:t>……</a:t>
                </a:r>
                <a:endParaRPr kumimoji="1" lang="ko-KR" altLang="en-US" sz="1200" kern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sym typeface="Arial"/>
                </a:endParaRPr>
              </a:p>
            </p:txBody>
          </p:sp>
        </p:grpSp>
      </p:grpSp>
      <p:sp>
        <p:nvSpPr>
          <p:cNvPr id="133" name="직사각형 4">
            <a:extLst>
              <a:ext uri="{FF2B5EF4-FFF2-40B4-BE49-F238E27FC236}">
                <a16:creationId xmlns:a16="http://schemas.microsoft.com/office/drawing/2014/main" id="{41F0C117-08FE-1DFC-E297-7C595CB5BCC2}"/>
              </a:ext>
            </a:extLst>
          </p:cNvPr>
          <p:cNvSpPr/>
          <p:nvPr/>
        </p:nvSpPr>
        <p:spPr>
          <a:xfrm>
            <a:off x="514995" y="2276888"/>
            <a:ext cx="749345" cy="3572309"/>
          </a:xfrm>
          <a:prstGeom prst="rect">
            <a:avLst/>
          </a:prstGeom>
          <a:noFill/>
          <a:ln w="57150">
            <a:solidFill>
              <a:srgbClr val="0B386A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B386A"/>
                </a:solidFill>
                <a:latin typeface="+mn-ea"/>
                <a:sym typeface="Arial"/>
              </a:rPr>
              <a:t>ＷＨＯ</a:t>
            </a:r>
          </a:p>
        </p:txBody>
      </p:sp>
      <p:sp>
        <p:nvSpPr>
          <p:cNvPr id="134" name="직사각형 4">
            <a:extLst>
              <a:ext uri="{FF2B5EF4-FFF2-40B4-BE49-F238E27FC236}">
                <a16:creationId xmlns:a16="http://schemas.microsoft.com/office/drawing/2014/main" id="{3BCD707E-0A26-D2DC-DE47-9084AC59E9E0}"/>
              </a:ext>
            </a:extLst>
          </p:cNvPr>
          <p:cNvSpPr/>
          <p:nvPr/>
        </p:nvSpPr>
        <p:spPr>
          <a:xfrm>
            <a:off x="1373981" y="2276889"/>
            <a:ext cx="6791115" cy="435226"/>
          </a:xfrm>
          <a:prstGeom prst="rect">
            <a:avLst/>
          </a:prstGeom>
          <a:noFill/>
          <a:ln w="57150">
            <a:solidFill>
              <a:srgbClr val="2F5597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2F5597"/>
                </a:solidFill>
                <a:latin typeface="+mn-ea"/>
                <a:sym typeface="Arial"/>
              </a:rPr>
              <a:t>ＷＨＥＮ</a:t>
            </a:r>
          </a:p>
        </p:txBody>
      </p:sp>
      <p:sp>
        <p:nvSpPr>
          <p:cNvPr id="136" name="직사각형 4">
            <a:extLst>
              <a:ext uri="{FF2B5EF4-FFF2-40B4-BE49-F238E27FC236}">
                <a16:creationId xmlns:a16="http://schemas.microsoft.com/office/drawing/2014/main" id="{321E5B6C-6758-A2FE-A5F5-0F085BCBB0DE}"/>
              </a:ext>
            </a:extLst>
          </p:cNvPr>
          <p:cNvSpPr/>
          <p:nvPr/>
        </p:nvSpPr>
        <p:spPr>
          <a:xfrm>
            <a:off x="1373980" y="2789384"/>
            <a:ext cx="6791115" cy="3046297"/>
          </a:xfrm>
          <a:prstGeom prst="rect">
            <a:avLst/>
          </a:prstGeom>
          <a:noFill/>
          <a:ln w="57150">
            <a:solidFill>
              <a:srgbClr val="8FAADC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2F5597"/>
                </a:solidFill>
                <a:latin typeface="+mn-ea"/>
                <a:sym typeface="Arial"/>
              </a:rPr>
              <a:t>ＷＨＡＴ</a:t>
            </a:r>
          </a:p>
        </p:txBody>
      </p:sp>
      <p:sp>
        <p:nvSpPr>
          <p:cNvPr id="246" name="직사각형 4">
            <a:extLst>
              <a:ext uri="{FF2B5EF4-FFF2-40B4-BE49-F238E27FC236}">
                <a16:creationId xmlns:a16="http://schemas.microsoft.com/office/drawing/2014/main" id="{C0770A80-B514-389B-4CE5-2EB21131F95B}"/>
              </a:ext>
            </a:extLst>
          </p:cNvPr>
          <p:cNvSpPr/>
          <p:nvPr/>
        </p:nvSpPr>
        <p:spPr>
          <a:xfrm>
            <a:off x="514996" y="5887832"/>
            <a:ext cx="7650100" cy="502569"/>
          </a:xfrm>
          <a:prstGeom prst="rect">
            <a:avLst/>
          </a:prstGeom>
          <a:solidFill>
            <a:srgbClr val="DAE3F3">
              <a:alpha val="0"/>
            </a:srgbClr>
          </a:solidFill>
          <a:ln w="57150">
            <a:solidFill>
              <a:srgbClr val="DAE3F3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ＨＯＷ</a:t>
            </a:r>
          </a:p>
        </p:txBody>
      </p:sp>
      <p:sp>
        <p:nvSpPr>
          <p:cNvPr id="6" name="Rectangle: Rounded Corners 54">
            <a:extLst>
              <a:ext uri="{FF2B5EF4-FFF2-40B4-BE49-F238E27FC236}">
                <a16:creationId xmlns:a16="http://schemas.microsoft.com/office/drawing/2014/main" id="{A2B7980B-EFC4-A01B-2291-1571DA3EB77F}"/>
              </a:ext>
            </a:extLst>
          </p:cNvPr>
          <p:cNvSpPr/>
          <p:nvPr/>
        </p:nvSpPr>
        <p:spPr>
          <a:xfrm>
            <a:off x="1935163" y="6583617"/>
            <a:ext cx="7773988" cy="216000"/>
          </a:xfrm>
          <a:prstGeom prst="round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lvl="0">
              <a:defRPr/>
            </a:pPr>
            <a:r>
              <a:rPr kumimoji="0" lang="en-US" altLang="ko-KR" sz="800" b="0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ea"/>
                <a:cs typeface="+mn-cs"/>
              </a:rPr>
              <a:t>* </a:t>
            </a:r>
            <a:r>
              <a:rPr kumimoji="0" lang="ko-KR" altLang="en-US" sz="800" b="0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ea"/>
                <a:cs typeface="+mn-cs"/>
              </a:rPr>
              <a:t>해당 담당자는 </a:t>
            </a:r>
            <a:r>
              <a:rPr kumimoji="0" lang="en-US" altLang="ko-KR" sz="800" b="0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0" lang="ko-KR" altLang="en-US" sz="800" b="0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ea"/>
                <a:cs typeface="+mn-cs"/>
              </a:rPr>
              <a:t> 관련 주요 담당자이며</a:t>
            </a:r>
            <a:r>
              <a:rPr kumimoji="0" lang="en-US" altLang="ko-KR" sz="800" b="0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ea"/>
                <a:cs typeface="+mn-cs"/>
              </a:rPr>
              <a:t>, </a:t>
            </a:r>
            <a:r>
              <a:rPr kumimoji="0" lang="ko-KR" altLang="en-US" sz="800" b="0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ea"/>
                <a:cs typeface="+mn-cs"/>
              </a:rPr>
              <a:t>이 외 금융소비자보호</a:t>
            </a:r>
            <a:r>
              <a:rPr kumimoji="0" lang="en-US" altLang="ko-KR" sz="800" b="0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ea"/>
                <a:cs typeface="+mn-cs"/>
              </a:rPr>
              <a:t>, </a:t>
            </a:r>
            <a:r>
              <a:rPr kumimoji="0" lang="ko-KR" altLang="en-US" sz="800" b="0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ea"/>
                <a:cs typeface="+mn-cs"/>
              </a:rPr>
              <a:t>정보보안 등 </a:t>
            </a:r>
            <a:r>
              <a:rPr kumimoji="0" lang="ko-KR" altLang="en-US" sz="800" b="0" i="0" u="none" strike="noStrike" kern="1200" cap="none" spc="-70" normalizeH="0" baseline="0" noProof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ea"/>
                <a:cs typeface="+mn-cs"/>
              </a:rPr>
              <a:t>유관부서</a:t>
            </a:r>
            <a:r>
              <a:rPr kumimoji="0" lang="ko-KR" altLang="en-US" sz="800" b="0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ea"/>
                <a:cs typeface="+mn-cs"/>
              </a:rPr>
              <a:t> 담당자의 역할도 부여됨</a:t>
            </a:r>
            <a:r>
              <a:rPr kumimoji="0" lang="en-US" altLang="ko-KR" sz="800" b="0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ea"/>
                <a:cs typeface="+mn-cs"/>
              </a:rPr>
              <a:t>. </a:t>
            </a:r>
            <a:r>
              <a:rPr kumimoji="0" lang="ko-KR" altLang="en-US" sz="800" b="0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ea"/>
                <a:cs typeface="+mn-cs"/>
              </a:rPr>
              <a:t>상세 역할</a:t>
            </a:r>
            <a:r>
              <a:rPr kumimoji="0" lang="en-US" altLang="ko-KR" sz="800" b="0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ea"/>
                <a:cs typeface="+mn-cs"/>
              </a:rPr>
              <a:t>&amp;</a:t>
            </a:r>
            <a:r>
              <a:rPr kumimoji="0" lang="ko-KR" altLang="en-US" sz="800" b="0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ea"/>
                <a:cs typeface="+mn-cs"/>
              </a:rPr>
              <a:t>업무는 규정</a:t>
            </a:r>
            <a:r>
              <a:rPr kumimoji="0" lang="en-US" altLang="ko-KR" sz="800" b="0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ea"/>
                <a:cs typeface="+mn-cs"/>
              </a:rPr>
              <a:t>/</a:t>
            </a:r>
            <a:r>
              <a:rPr kumimoji="0" lang="ko-KR" altLang="en-US" sz="800" b="0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ea"/>
                <a:cs typeface="+mn-cs"/>
              </a:rPr>
              <a:t>지침</a:t>
            </a:r>
            <a:r>
              <a:rPr kumimoji="0" lang="en-US" altLang="ko-KR" sz="800" b="0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ea"/>
                <a:cs typeface="+mn-cs"/>
              </a:rPr>
              <a:t>, RACI </a:t>
            </a:r>
            <a:r>
              <a:rPr kumimoji="0" lang="ko-KR" altLang="en-US" sz="800" b="0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ea"/>
                <a:cs typeface="+mn-cs"/>
              </a:rPr>
              <a:t>차트 등 참고 필요</a:t>
            </a:r>
          </a:p>
        </p:txBody>
      </p:sp>
      <p:sp>
        <p:nvSpPr>
          <p:cNvPr id="7" name="Rectangle: Rounded Corners 50">
            <a:extLst>
              <a:ext uri="{FF2B5EF4-FFF2-40B4-BE49-F238E27FC236}">
                <a16:creationId xmlns:a16="http://schemas.microsoft.com/office/drawing/2014/main" id="{C05E0181-EB10-F10E-68FE-375B05DE30DF}"/>
              </a:ext>
            </a:extLst>
          </p:cNvPr>
          <p:cNvSpPr/>
          <p:nvPr/>
        </p:nvSpPr>
        <p:spPr>
          <a:xfrm>
            <a:off x="11190762" y="1956144"/>
            <a:ext cx="756021" cy="357044"/>
          </a:xfrm>
          <a:prstGeom prst="rect">
            <a:avLst/>
          </a:prstGeom>
          <a:noFill/>
          <a:ln w="19050">
            <a:noFill/>
            <a:prstDash val="dash"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1" u="sng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C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Example</a:t>
            </a:r>
            <a:endParaRPr kumimoji="0" lang="ko-KR" altLang="en-US" sz="1050" b="1" i="1" u="sng" strike="noStrike" kern="1200" cap="none" spc="-7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C00000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59914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7523D-6E26-C4E6-D936-FF07EBD90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5" name="Group 424">
            <a:extLst>
              <a:ext uri="{FF2B5EF4-FFF2-40B4-BE49-F238E27FC236}">
                <a16:creationId xmlns:a16="http://schemas.microsoft.com/office/drawing/2014/main" id="{087AB7C8-2475-EF42-A11C-C647044FAD7B}"/>
              </a:ext>
            </a:extLst>
          </p:cNvPr>
          <p:cNvGrpSpPr/>
          <p:nvPr/>
        </p:nvGrpSpPr>
        <p:grpSpPr>
          <a:xfrm>
            <a:off x="334963" y="1702017"/>
            <a:ext cx="11557000" cy="4848542"/>
            <a:chOff x="334963" y="1163638"/>
            <a:chExt cx="11557000" cy="4848542"/>
          </a:xfrm>
        </p:grpSpPr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2776A701-E83A-728F-D401-4E8FD0F8097E}"/>
                </a:ext>
              </a:extLst>
            </p:cNvPr>
            <p:cNvCxnSpPr/>
            <p:nvPr/>
          </p:nvCxnSpPr>
          <p:spPr>
            <a:xfrm>
              <a:off x="334963" y="2252466"/>
              <a:ext cx="11557000" cy="0"/>
            </a:xfrm>
            <a:prstGeom prst="line">
              <a:avLst/>
            </a:prstGeom>
            <a:ln w="9525">
              <a:solidFill>
                <a:schemeClr val="accent2">
                  <a:lumMod val="40000"/>
                  <a:lumOff val="60000"/>
                </a:schemeClr>
              </a:solidFill>
              <a:prstDash val="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7DD7A99D-5A08-5C35-DFD6-73BEDBD6656E}"/>
                </a:ext>
              </a:extLst>
            </p:cNvPr>
            <p:cNvCxnSpPr/>
            <p:nvPr/>
          </p:nvCxnSpPr>
          <p:spPr>
            <a:xfrm>
              <a:off x="334963" y="3342052"/>
              <a:ext cx="11557000" cy="0"/>
            </a:xfrm>
            <a:prstGeom prst="line">
              <a:avLst/>
            </a:prstGeom>
            <a:ln w="9525">
              <a:solidFill>
                <a:schemeClr val="accent2">
                  <a:lumMod val="40000"/>
                  <a:lumOff val="60000"/>
                </a:schemeClr>
              </a:solidFill>
              <a:prstDash val="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ECDC688F-304F-5E42-F8B5-A43912637349}"/>
                </a:ext>
              </a:extLst>
            </p:cNvPr>
            <p:cNvCxnSpPr/>
            <p:nvPr/>
          </p:nvCxnSpPr>
          <p:spPr>
            <a:xfrm>
              <a:off x="334963" y="4431637"/>
              <a:ext cx="11557000" cy="0"/>
            </a:xfrm>
            <a:prstGeom prst="line">
              <a:avLst/>
            </a:prstGeom>
            <a:ln w="9525">
              <a:solidFill>
                <a:schemeClr val="accent2">
                  <a:lumMod val="40000"/>
                  <a:lumOff val="60000"/>
                </a:schemeClr>
              </a:solidFill>
              <a:prstDash val="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24484F62-0700-874E-06D9-E008CC82C135}"/>
                </a:ext>
              </a:extLst>
            </p:cNvPr>
            <p:cNvCxnSpPr/>
            <p:nvPr/>
          </p:nvCxnSpPr>
          <p:spPr>
            <a:xfrm>
              <a:off x="334963" y="5521222"/>
              <a:ext cx="11557000" cy="0"/>
            </a:xfrm>
            <a:prstGeom prst="line">
              <a:avLst/>
            </a:prstGeom>
            <a:ln w="9525">
              <a:solidFill>
                <a:schemeClr val="accent2">
                  <a:lumMod val="40000"/>
                  <a:lumOff val="60000"/>
                </a:schemeClr>
              </a:solidFill>
              <a:prstDash val="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36" name="Straight Connector 335">
              <a:extLst>
                <a:ext uri="{FF2B5EF4-FFF2-40B4-BE49-F238E27FC236}">
                  <a16:creationId xmlns:a16="http://schemas.microsoft.com/office/drawing/2014/main" id="{579FCDE2-8DA6-3E00-3139-E56D32DA34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75359" y="1163638"/>
              <a:ext cx="0" cy="4848542"/>
            </a:xfrm>
            <a:prstGeom prst="line">
              <a:avLst/>
            </a:prstGeom>
            <a:ln w="9525">
              <a:solidFill>
                <a:schemeClr val="accent2">
                  <a:lumMod val="40000"/>
                  <a:lumOff val="60000"/>
                </a:schemeClr>
              </a:solidFill>
              <a:prstDash val="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39" name="Straight Connector 338">
              <a:extLst>
                <a:ext uri="{FF2B5EF4-FFF2-40B4-BE49-F238E27FC236}">
                  <a16:creationId xmlns:a16="http://schemas.microsoft.com/office/drawing/2014/main" id="{846FE8B2-8914-065C-24BC-EEFFCBA6F6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59601" y="1163638"/>
              <a:ext cx="0" cy="4848542"/>
            </a:xfrm>
            <a:prstGeom prst="line">
              <a:avLst/>
            </a:prstGeom>
            <a:ln w="9525">
              <a:solidFill>
                <a:schemeClr val="accent2">
                  <a:lumMod val="40000"/>
                  <a:lumOff val="60000"/>
                </a:schemeClr>
              </a:solidFill>
              <a:prstDash val="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40" name="Straight Connector 339">
              <a:extLst>
                <a:ext uri="{FF2B5EF4-FFF2-40B4-BE49-F238E27FC236}">
                  <a16:creationId xmlns:a16="http://schemas.microsoft.com/office/drawing/2014/main" id="{B8079BB4-569A-3002-10AB-824F7D34D2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43843" y="1163638"/>
              <a:ext cx="0" cy="4848542"/>
            </a:xfrm>
            <a:prstGeom prst="line">
              <a:avLst/>
            </a:prstGeom>
            <a:ln w="9525">
              <a:solidFill>
                <a:schemeClr val="accent2">
                  <a:lumMod val="40000"/>
                  <a:lumOff val="60000"/>
                </a:schemeClr>
              </a:solidFill>
              <a:prstDash val="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0" name="Google Shape;134;p5">
            <a:extLst>
              <a:ext uri="{FF2B5EF4-FFF2-40B4-BE49-F238E27FC236}">
                <a16:creationId xmlns:a16="http://schemas.microsoft.com/office/drawing/2014/main" id="{A36D2843-2197-586E-DE3A-2A46FFB03666}"/>
              </a:ext>
            </a:extLst>
          </p:cNvPr>
          <p:cNvSpPr/>
          <p:nvPr/>
        </p:nvSpPr>
        <p:spPr>
          <a:xfrm>
            <a:off x="334961" y="6095070"/>
            <a:ext cx="900000" cy="434975"/>
          </a:xfrm>
          <a:prstGeom prst="roundRect">
            <a:avLst>
              <a:gd name="adj" fmla="val 34918"/>
            </a:avLst>
          </a:prstGeom>
          <a:solidFill>
            <a:srgbClr val="F5822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  <a:sym typeface="Arial"/>
              </a:rPr>
              <a:t>AI</a:t>
            </a:r>
            <a:r>
              <a:rPr lang="ko-KR" altLang="en-US" sz="14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  <a:sym typeface="Arial"/>
              </a:rPr>
              <a:t>거버넌스</a:t>
            </a:r>
            <a:r>
              <a:rPr lang="en-US" altLang="ko-KR" sz="14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  <a:sym typeface="Arial"/>
              </a:rPr>
              <a:t> </a:t>
            </a:r>
            <a:r>
              <a:rPr lang="ko-KR" altLang="en-US" sz="14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  <a:sym typeface="Arial"/>
              </a:rPr>
              <a:t>협의체</a:t>
            </a:r>
          </a:p>
        </p:txBody>
      </p:sp>
      <p:sp>
        <p:nvSpPr>
          <p:cNvPr id="53" name="Google Shape;134;p5">
            <a:extLst>
              <a:ext uri="{FF2B5EF4-FFF2-40B4-BE49-F238E27FC236}">
                <a16:creationId xmlns:a16="http://schemas.microsoft.com/office/drawing/2014/main" id="{69B0C0C6-F8B0-BF5C-797D-FC07FC80A22E}"/>
              </a:ext>
            </a:extLst>
          </p:cNvPr>
          <p:cNvSpPr/>
          <p:nvPr/>
        </p:nvSpPr>
        <p:spPr>
          <a:xfrm>
            <a:off x="334961" y="1736726"/>
            <a:ext cx="900000" cy="1018653"/>
          </a:xfrm>
          <a:prstGeom prst="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서비스</a:t>
            </a:r>
            <a:endParaRPr lang="en-US" altLang="ko-KR" sz="1400" b="1" spc="-15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  <a:p>
            <a:pPr algn="ctr"/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기획</a:t>
            </a:r>
          </a:p>
        </p:txBody>
      </p:sp>
      <p:sp>
        <p:nvSpPr>
          <p:cNvPr id="54" name="Google Shape;134;p5">
            <a:extLst>
              <a:ext uri="{FF2B5EF4-FFF2-40B4-BE49-F238E27FC236}">
                <a16:creationId xmlns:a16="http://schemas.microsoft.com/office/drawing/2014/main" id="{070034DA-D905-6E3D-BBAB-A12AAF873453}"/>
              </a:ext>
            </a:extLst>
          </p:cNvPr>
          <p:cNvSpPr/>
          <p:nvPr/>
        </p:nvSpPr>
        <p:spPr>
          <a:xfrm>
            <a:off x="334961" y="5005482"/>
            <a:ext cx="900000" cy="1018653"/>
          </a:xfrm>
          <a:prstGeom prst="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거버넌스</a:t>
            </a:r>
          </a:p>
        </p:txBody>
      </p:sp>
      <p:sp>
        <p:nvSpPr>
          <p:cNvPr id="55" name="Google Shape;134;p5">
            <a:extLst>
              <a:ext uri="{FF2B5EF4-FFF2-40B4-BE49-F238E27FC236}">
                <a16:creationId xmlns:a16="http://schemas.microsoft.com/office/drawing/2014/main" id="{F24D62CA-1846-FF38-FB3A-038F566A3F8B}"/>
              </a:ext>
            </a:extLst>
          </p:cNvPr>
          <p:cNvSpPr/>
          <p:nvPr/>
        </p:nvSpPr>
        <p:spPr>
          <a:xfrm>
            <a:off x="334961" y="3915897"/>
            <a:ext cx="900000" cy="1018653"/>
          </a:xfrm>
          <a:prstGeom prst="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운영</a:t>
            </a:r>
          </a:p>
        </p:txBody>
      </p:sp>
      <p:sp>
        <p:nvSpPr>
          <p:cNvPr id="56" name="Google Shape;134;p5">
            <a:extLst>
              <a:ext uri="{FF2B5EF4-FFF2-40B4-BE49-F238E27FC236}">
                <a16:creationId xmlns:a16="http://schemas.microsoft.com/office/drawing/2014/main" id="{1FCC739E-140E-F9AE-9FB9-D0FD6C817E4E}"/>
              </a:ext>
            </a:extLst>
          </p:cNvPr>
          <p:cNvSpPr/>
          <p:nvPr/>
        </p:nvSpPr>
        <p:spPr>
          <a:xfrm>
            <a:off x="334961" y="2826311"/>
            <a:ext cx="900000" cy="1018653"/>
          </a:xfrm>
          <a:prstGeom prst="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개발</a:t>
            </a:r>
          </a:p>
        </p:txBody>
      </p:sp>
      <p:sp>
        <p:nvSpPr>
          <p:cNvPr id="6" name="사각형: 둥근 모서리 20">
            <a:extLst>
              <a:ext uri="{FF2B5EF4-FFF2-40B4-BE49-F238E27FC236}">
                <a16:creationId xmlns:a16="http://schemas.microsoft.com/office/drawing/2014/main" id="{56BE9824-828C-BA00-22ED-181DA9C94CC8}"/>
              </a:ext>
            </a:extLst>
          </p:cNvPr>
          <p:cNvSpPr/>
          <p:nvPr/>
        </p:nvSpPr>
        <p:spPr>
          <a:xfrm>
            <a:off x="1333500" y="1341438"/>
            <a:ext cx="3105738" cy="319758"/>
          </a:xfrm>
          <a:prstGeom prst="homePlate">
            <a:avLst>
              <a:gd name="adj" fmla="val 37573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기획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·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설계</a:t>
            </a:r>
          </a:p>
        </p:txBody>
      </p:sp>
      <p:sp>
        <p:nvSpPr>
          <p:cNvPr id="7" name="사각형: 둥근 모서리 20">
            <a:extLst>
              <a:ext uri="{FF2B5EF4-FFF2-40B4-BE49-F238E27FC236}">
                <a16:creationId xmlns:a16="http://schemas.microsoft.com/office/drawing/2014/main" id="{03F9D6E3-2AA4-8B88-B8D7-2E2FFC56F444}"/>
              </a:ext>
            </a:extLst>
          </p:cNvPr>
          <p:cNvSpPr/>
          <p:nvPr/>
        </p:nvSpPr>
        <p:spPr>
          <a:xfrm>
            <a:off x="4511480" y="1341438"/>
            <a:ext cx="2412000" cy="319758"/>
          </a:xfrm>
          <a:prstGeom prst="homePlate">
            <a:avLst>
              <a:gd name="adj" fmla="val 37573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개발</a:t>
            </a:r>
          </a:p>
        </p:txBody>
      </p:sp>
      <p:sp>
        <p:nvSpPr>
          <p:cNvPr id="8" name="사각형: 둥근 모서리 20">
            <a:extLst>
              <a:ext uri="{FF2B5EF4-FFF2-40B4-BE49-F238E27FC236}">
                <a16:creationId xmlns:a16="http://schemas.microsoft.com/office/drawing/2014/main" id="{7BDA6D81-E9EE-0B74-B1E5-E13F2E5B4C99}"/>
              </a:ext>
            </a:extLst>
          </p:cNvPr>
          <p:cNvSpPr/>
          <p:nvPr/>
        </p:nvSpPr>
        <p:spPr>
          <a:xfrm>
            <a:off x="6995722" y="1341438"/>
            <a:ext cx="2412000" cy="319758"/>
          </a:xfrm>
          <a:prstGeom prst="homePlate">
            <a:avLst>
              <a:gd name="adj" fmla="val 37573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평가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·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검증</a:t>
            </a:r>
            <a:endParaRPr lang="ko-KR" altLang="en-US" sz="14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lt1"/>
              </a:solidFill>
              <a:latin typeface="+mn-ea"/>
            </a:endParaRPr>
          </a:p>
        </p:txBody>
      </p:sp>
      <p:sp>
        <p:nvSpPr>
          <p:cNvPr id="9" name="사각형: 둥근 모서리 20">
            <a:extLst>
              <a:ext uri="{FF2B5EF4-FFF2-40B4-BE49-F238E27FC236}">
                <a16:creationId xmlns:a16="http://schemas.microsoft.com/office/drawing/2014/main" id="{821A5576-E033-447A-0A61-33EE88DBC82F}"/>
              </a:ext>
            </a:extLst>
          </p:cNvPr>
          <p:cNvSpPr/>
          <p:nvPr/>
        </p:nvSpPr>
        <p:spPr>
          <a:xfrm>
            <a:off x="9479963" y="1341438"/>
            <a:ext cx="2412000" cy="319758"/>
          </a:xfrm>
          <a:prstGeom prst="homePlate">
            <a:avLst>
              <a:gd name="adj" fmla="val 37573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도입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·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운영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·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모니터링</a:t>
            </a:r>
          </a:p>
        </p:txBody>
      </p:sp>
      <p:sp>
        <p:nvSpPr>
          <p:cNvPr id="5" name="사각형: 둥근 모서리 20">
            <a:extLst>
              <a:ext uri="{FF2B5EF4-FFF2-40B4-BE49-F238E27FC236}">
                <a16:creationId xmlns:a16="http://schemas.microsoft.com/office/drawing/2014/main" id="{6F58E321-6947-DDDB-830E-401E65FE01DE}"/>
              </a:ext>
            </a:extLst>
          </p:cNvPr>
          <p:cNvSpPr/>
          <p:nvPr/>
        </p:nvSpPr>
        <p:spPr>
          <a:xfrm>
            <a:off x="334961" y="1341438"/>
            <a:ext cx="900000" cy="319758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구분</a:t>
            </a:r>
            <a:endParaRPr lang="en" altLang="ko-KR" sz="14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lt1"/>
              </a:solidFill>
              <a:latin typeface="+mn-ea"/>
            </a:endParaRPr>
          </a:p>
        </p:txBody>
      </p:sp>
      <p:sp>
        <p:nvSpPr>
          <p:cNvPr id="189" name="직사각형 12">
            <a:extLst>
              <a:ext uri="{FF2B5EF4-FFF2-40B4-BE49-F238E27FC236}">
                <a16:creationId xmlns:a16="http://schemas.microsoft.com/office/drawing/2014/main" id="{BE414040-8DEF-8F0D-1ACC-25FA004B4F9F}"/>
              </a:ext>
            </a:extLst>
          </p:cNvPr>
          <p:cNvSpPr/>
          <p:nvPr/>
        </p:nvSpPr>
        <p:spPr>
          <a:xfrm>
            <a:off x="1329090" y="2275104"/>
            <a:ext cx="1687953" cy="6945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ap="flat" cmpd="sng" algn="ctr">
            <a:noFill/>
            <a:prstDash val="sysDot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0" tIns="0" rIns="0" bIns="0" rtlCol="0" anchor="ctr"/>
          <a:lstStyle/>
          <a:p>
            <a:pPr lvl="0" algn="ctr" defTabSz="914400">
              <a:defRPr/>
            </a:pPr>
            <a:endParaRPr lang="ko-KR" altLang="en-US" sz="1000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5FD93F3-55AF-AB8D-A2B0-18CAB40CCA3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III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．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AI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거버넌스 프레임워크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7DD30C9-19FA-E124-4A77-AC7556B8DFF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AI</a:t>
            </a:r>
            <a:r>
              <a:rPr lang="ko-KR" altLang="en-US"/>
              <a:t>거버넌스 유관 부서 담당자별 </a:t>
            </a:r>
            <a:r>
              <a:rPr lang="en-US" altLang="ko-KR"/>
              <a:t>R&amp;R </a:t>
            </a:r>
            <a:r>
              <a:rPr lang="ko-KR" altLang="en-US"/>
              <a:t>및 업무 프로세스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850C879-3AAC-368B-C445-8C11CCDD3DEA}"/>
              </a:ext>
            </a:extLst>
          </p:cNvPr>
          <p:cNvSpPr/>
          <p:nvPr/>
        </p:nvSpPr>
        <p:spPr>
          <a:xfrm>
            <a:off x="7025680" y="1771867"/>
            <a:ext cx="1080000" cy="324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 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서비스</a:t>
            </a: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b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</a:b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운영 전 검증</a:t>
            </a:r>
            <a:endParaRPr kumimoji="0" lang="en-US" altLang="ko-KR" sz="1000" i="0" u="non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98A0DF4-8B4A-D1A0-59AE-75F8A165CFB6}"/>
              </a:ext>
            </a:extLst>
          </p:cNvPr>
          <p:cNvSpPr/>
          <p:nvPr/>
        </p:nvSpPr>
        <p:spPr>
          <a:xfrm>
            <a:off x="8272328" y="1771867"/>
            <a:ext cx="1080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운영 승인 요청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08BE868-4CC0-BDB8-21A1-7D3E9C5DEBB0}"/>
              </a:ext>
            </a:extLst>
          </p:cNvPr>
          <p:cNvSpPr/>
          <p:nvPr/>
        </p:nvSpPr>
        <p:spPr>
          <a:xfrm>
            <a:off x="7675178" y="5136594"/>
            <a:ext cx="1080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 검증 결과 </a:t>
            </a:r>
            <a:endParaRPr kumimoji="0" lang="en-US" altLang="ko-KR" sz="1000" i="0" u="non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적절성 확인</a:t>
            </a: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9D1157CD-92BA-7E25-1F28-46DEDD81181A}"/>
              </a:ext>
            </a:extLst>
          </p:cNvPr>
          <p:cNvCxnSpPr>
            <a:cxnSpLocks/>
            <a:stCxn id="57" idx="2"/>
            <a:endCxn id="60" idx="0"/>
          </p:cNvCxnSpPr>
          <p:nvPr/>
        </p:nvCxnSpPr>
        <p:spPr>
          <a:xfrm>
            <a:off x="2173066" y="3402837"/>
            <a:ext cx="0" cy="82351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5704C53D-D34E-F951-07A1-A57024F75B96}"/>
              </a:ext>
            </a:extLst>
          </p:cNvPr>
          <p:cNvCxnSpPr>
            <a:cxnSpLocks/>
            <a:stCxn id="191" idx="3"/>
            <a:endCxn id="41" idx="1"/>
          </p:cNvCxnSpPr>
          <p:nvPr/>
        </p:nvCxnSpPr>
        <p:spPr>
          <a:xfrm flipV="1">
            <a:off x="2749066" y="1933867"/>
            <a:ext cx="429108" cy="3569186"/>
          </a:xfrm>
          <a:prstGeom prst="bentConnector3">
            <a:avLst>
              <a:gd name="adj1" fmla="val 77968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0D273568-5A2C-190A-3C38-E75BEAB0F0F3}"/>
              </a:ext>
            </a:extLst>
          </p:cNvPr>
          <p:cNvCxnSpPr>
            <a:cxnSpLocks/>
            <a:stCxn id="41" idx="2"/>
            <a:endCxn id="58" idx="0"/>
          </p:cNvCxnSpPr>
          <p:nvPr/>
        </p:nvCxnSpPr>
        <p:spPr>
          <a:xfrm>
            <a:off x="3754174" y="2095867"/>
            <a:ext cx="0" cy="179237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E75B8B62-36A9-A762-9ED2-1C227D881F0A}"/>
              </a:ext>
            </a:extLst>
          </p:cNvPr>
          <p:cNvCxnSpPr>
            <a:cxnSpLocks/>
            <a:stCxn id="58" idx="2"/>
            <a:endCxn id="266" idx="0"/>
          </p:cNvCxnSpPr>
          <p:nvPr/>
        </p:nvCxnSpPr>
        <p:spPr>
          <a:xfrm>
            <a:off x="3754174" y="2992019"/>
            <a:ext cx="0" cy="2349545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603F6716-BAE6-F23E-A310-AB2CAE1E77A8}"/>
              </a:ext>
            </a:extLst>
          </p:cNvPr>
          <p:cNvCxnSpPr>
            <a:cxnSpLocks/>
            <a:stCxn id="266" idx="3"/>
            <a:endCxn id="15" idx="1"/>
          </p:cNvCxnSpPr>
          <p:nvPr/>
        </p:nvCxnSpPr>
        <p:spPr>
          <a:xfrm flipV="1">
            <a:off x="4330174" y="1933867"/>
            <a:ext cx="189814" cy="3569697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91F693CA-047D-FD60-185C-FF1298F917CD}"/>
              </a:ext>
            </a:extLst>
          </p:cNvPr>
          <p:cNvCxnSpPr>
            <a:cxnSpLocks/>
            <a:stCxn id="15" idx="2"/>
            <a:endCxn id="496" idx="0"/>
          </p:cNvCxnSpPr>
          <p:nvPr/>
        </p:nvCxnSpPr>
        <p:spPr>
          <a:xfrm>
            <a:off x="5059988" y="2095867"/>
            <a:ext cx="0" cy="525947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21D2C62F-3290-73E9-6DD0-664C13F7FFA6}"/>
              </a:ext>
            </a:extLst>
          </p:cNvPr>
          <p:cNvCxnSpPr>
            <a:cxnSpLocks/>
            <a:stCxn id="17" idx="3"/>
            <a:endCxn id="18" idx="1"/>
          </p:cNvCxnSpPr>
          <p:nvPr/>
        </p:nvCxnSpPr>
        <p:spPr>
          <a:xfrm>
            <a:off x="8105680" y="1933867"/>
            <a:ext cx="166648" cy="0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33" name="연결선: 꺾임 32">
            <a:extLst>
              <a:ext uri="{FF2B5EF4-FFF2-40B4-BE49-F238E27FC236}">
                <a16:creationId xmlns:a16="http://schemas.microsoft.com/office/drawing/2014/main" id="{0CB1FD04-5F84-7A5A-E51B-E202F82E2D5C}"/>
              </a:ext>
            </a:extLst>
          </p:cNvPr>
          <p:cNvCxnSpPr>
            <a:cxnSpLocks/>
            <a:stCxn id="63" idx="2"/>
            <a:endCxn id="19" idx="1"/>
          </p:cNvCxnSpPr>
          <p:nvPr/>
        </p:nvCxnSpPr>
        <p:spPr>
          <a:xfrm rot="16200000" flipH="1">
            <a:off x="6669635" y="4293050"/>
            <a:ext cx="1905741" cy="105346"/>
          </a:xfrm>
          <a:prstGeom prst="bentConnector2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34" name="연결선: 꺾임 33">
            <a:extLst>
              <a:ext uri="{FF2B5EF4-FFF2-40B4-BE49-F238E27FC236}">
                <a16:creationId xmlns:a16="http://schemas.microsoft.com/office/drawing/2014/main" id="{0B6902F7-767B-2616-088E-66EC94B5BD59}"/>
              </a:ext>
            </a:extLst>
          </p:cNvPr>
          <p:cNvCxnSpPr>
            <a:cxnSpLocks/>
            <a:stCxn id="19" idx="3"/>
            <a:endCxn id="18" idx="2"/>
          </p:cNvCxnSpPr>
          <p:nvPr/>
        </p:nvCxnSpPr>
        <p:spPr>
          <a:xfrm flipV="1">
            <a:off x="8755178" y="2095867"/>
            <a:ext cx="57150" cy="3202727"/>
          </a:xfrm>
          <a:prstGeom prst="bentConnector2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B0B449EF-0D5B-A3B2-A853-AF822617C810}"/>
              </a:ext>
            </a:extLst>
          </p:cNvPr>
          <p:cNvCxnSpPr>
            <a:cxnSpLocks/>
            <a:stCxn id="482" idx="3"/>
            <a:endCxn id="466" idx="2"/>
          </p:cNvCxnSpPr>
          <p:nvPr/>
        </p:nvCxnSpPr>
        <p:spPr>
          <a:xfrm flipV="1">
            <a:off x="8755178" y="2593707"/>
            <a:ext cx="57150" cy="3743860"/>
          </a:xfrm>
          <a:prstGeom prst="bentConnector2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07E0547E-D0EF-C08C-F6A6-D5882C0C379B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9352328" y="1933867"/>
            <a:ext cx="150124" cy="3666645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41" name="직사각형 11">
            <a:extLst>
              <a:ext uri="{FF2B5EF4-FFF2-40B4-BE49-F238E27FC236}">
                <a16:creationId xmlns:a16="http://schemas.microsoft.com/office/drawing/2014/main" id="{903D12F6-AA43-320E-5861-4A5B1DDD1026}"/>
              </a:ext>
            </a:extLst>
          </p:cNvPr>
          <p:cNvSpPr/>
          <p:nvPr/>
        </p:nvSpPr>
        <p:spPr>
          <a:xfrm>
            <a:off x="3178174" y="1771867"/>
            <a:ext cx="1152000" cy="324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AI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위험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관리 계획 수립</a:t>
            </a:r>
          </a:p>
        </p:txBody>
      </p:sp>
      <p:cxnSp>
        <p:nvCxnSpPr>
          <p:cNvPr id="42" name="직선 화살표 연결선 36">
            <a:extLst>
              <a:ext uri="{FF2B5EF4-FFF2-40B4-BE49-F238E27FC236}">
                <a16:creationId xmlns:a16="http://schemas.microsoft.com/office/drawing/2014/main" id="{72FCB316-1917-6FED-A5A2-621F79D28A3E}"/>
              </a:ext>
            </a:extLst>
          </p:cNvPr>
          <p:cNvCxnSpPr>
            <a:cxnSpLocks/>
            <a:stCxn id="266" idx="2"/>
            <a:endCxn id="274" idx="0"/>
          </p:cNvCxnSpPr>
          <p:nvPr/>
        </p:nvCxnSpPr>
        <p:spPr>
          <a:xfrm>
            <a:off x="3754174" y="5665564"/>
            <a:ext cx="0" cy="511025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43" name="직선 화살표 연결선 41">
            <a:extLst>
              <a:ext uri="{FF2B5EF4-FFF2-40B4-BE49-F238E27FC236}">
                <a16:creationId xmlns:a16="http://schemas.microsoft.com/office/drawing/2014/main" id="{D5A7F28B-FDDA-D5D0-2D86-AA1F405F3084}"/>
              </a:ext>
            </a:extLst>
          </p:cNvPr>
          <p:cNvCxnSpPr>
            <a:cxnSpLocks/>
            <a:stCxn id="59" idx="2"/>
            <a:endCxn id="61" idx="0"/>
          </p:cNvCxnSpPr>
          <p:nvPr/>
        </p:nvCxnSpPr>
        <p:spPr>
          <a:xfrm flipH="1">
            <a:off x="5059657" y="3377501"/>
            <a:ext cx="326" cy="107687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44" name="연결선: 꺾임 46">
            <a:extLst>
              <a:ext uri="{FF2B5EF4-FFF2-40B4-BE49-F238E27FC236}">
                <a16:creationId xmlns:a16="http://schemas.microsoft.com/office/drawing/2014/main" id="{BD4A0C18-2845-9228-EF8B-B490FF43D997}"/>
              </a:ext>
            </a:extLst>
          </p:cNvPr>
          <p:cNvCxnSpPr>
            <a:cxnSpLocks/>
            <a:stCxn id="62" idx="3"/>
            <a:endCxn id="17" idx="1"/>
          </p:cNvCxnSpPr>
          <p:nvPr/>
        </p:nvCxnSpPr>
        <p:spPr>
          <a:xfrm flipV="1">
            <a:off x="6870148" y="1933867"/>
            <a:ext cx="155532" cy="1713321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45" name="직사각형 27">
            <a:extLst>
              <a:ext uri="{FF2B5EF4-FFF2-40B4-BE49-F238E27FC236}">
                <a16:creationId xmlns:a16="http://schemas.microsoft.com/office/drawing/2014/main" id="{ECCBF60E-4C0B-AF56-70EC-2647D3549BE2}"/>
              </a:ext>
            </a:extLst>
          </p:cNvPr>
          <p:cNvSpPr/>
          <p:nvPr/>
        </p:nvSpPr>
        <p:spPr>
          <a:xfrm>
            <a:off x="7675178" y="5649188"/>
            <a:ext cx="1080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제</a:t>
            </a: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3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자 평가 </a:t>
            </a: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·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검증 요청 및 결과 확인</a:t>
            </a:r>
            <a:endParaRPr kumimoji="0" lang="ko-KR" altLang="en-US" sz="1000" i="0" u="non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cxnSp>
        <p:nvCxnSpPr>
          <p:cNvPr id="47" name="직선 화살표 연결선 41">
            <a:extLst>
              <a:ext uri="{FF2B5EF4-FFF2-40B4-BE49-F238E27FC236}">
                <a16:creationId xmlns:a16="http://schemas.microsoft.com/office/drawing/2014/main" id="{69C56ADF-79F0-315D-82DD-21CD014E9AB6}"/>
              </a:ext>
            </a:extLst>
          </p:cNvPr>
          <p:cNvCxnSpPr>
            <a:cxnSpLocks/>
            <a:stCxn id="61" idx="3"/>
            <a:endCxn id="62" idx="1"/>
          </p:cNvCxnSpPr>
          <p:nvPr/>
        </p:nvCxnSpPr>
        <p:spPr>
          <a:xfrm>
            <a:off x="5599657" y="3647188"/>
            <a:ext cx="190491" cy="0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201DA728-41C7-B7E5-7530-09936FD1FBF0}"/>
              </a:ext>
            </a:extLst>
          </p:cNvPr>
          <p:cNvSpPr/>
          <p:nvPr/>
        </p:nvSpPr>
        <p:spPr>
          <a:xfrm>
            <a:off x="3178174" y="2275104"/>
            <a:ext cx="1152000" cy="716915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 defTabSz="914400">
              <a:defRPr/>
            </a:pP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AI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위험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관리 계획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 협의 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BDFDD28B-C87D-F56D-10A1-0C8A4B681E07}"/>
              </a:ext>
            </a:extLst>
          </p:cNvPr>
          <p:cNvSpPr/>
          <p:nvPr/>
        </p:nvSpPr>
        <p:spPr>
          <a:xfrm>
            <a:off x="1597066" y="3078837"/>
            <a:ext cx="1152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서비스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기획</a:t>
            </a: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사전검토</a:t>
            </a:r>
          </a:p>
        </p:txBody>
      </p:sp>
      <p:sp>
        <p:nvSpPr>
          <p:cNvPr id="60" name="직사각형 12">
            <a:extLst>
              <a:ext uri="{FF2B5EF4-FFF2-40B4-BE49-F238E27FC236}">
                <a16:creationId xmlns:a16="http://schemas.microsoft.com/office/drawing/2014/main" id="{9DFA2CE4-D921-4BB1-2ED4-EA98940AB678}"/>
              </a:ext>
            </a:extLst>
          </p:cNvPr>
          <p:cNvSpPr/>
          <p:nvPr/>
        </p:nvSpPr>
        <p:spPr>
          <a:xfrm>
            <a:off x="1597066" y="3485188"/>
            <a:ext cx="1152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 latinLnBrk="0"/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서비스 개발계획 수립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56908FF-5E4F-71FB-51F8-DDDECF76CF19}"/>
              </a:ext>
            </a:extLst>
          </p:cNvPr>
          <p:cNvSpPr/>
          <p:nvPr/>
        </p:nvSpPr>
        <p:spPr>
          <a:xfrm>
            <a:off x="4519988" y="1771867"/>
            <a:ext cx="1080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서비스</a:t>
            </a:r>
            <a:endParaRPr kumimoji="0" lang="en-US" altLang="ko-KR" sz="1000" i="0" u="non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개발 의뢰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1ECDB2A-3DDA-B5C2-2D1F-F2F28DC2160B}"/>
              </a:ext>
            </a:extLst>
          </p:cNvPr>
          <p:cNvSpPr/>
          <p:nvPr/>
        </p:nvSpPr>
        <p:spPr>
          <a:xfrm>
            <a:off x="5790148" y="1771867"/>
            <a:ext cx="1080000" cy="504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lvl="0" algn="ctr" defTabSz="914400">
              <a:defRPr/>
            </a:pP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AI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위험 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관리 계획 </a:t>
            </a:r>
            <a:endParaRPr kumimoji="0" lang="en-US" altLang="ko-KR" sz="1000" i="0" u="non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  <a:p>
            <a:pPr lvl="0" algn="ctr" defTabSz="914400">
              <a:defRPr/>
            </a:pP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준수사항 점검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1A508EC1-A584-FB7E-B79D-D6B262296D38}"/>
              </a:ext>
            </a:extLst>
          </p:cNvPr>
          <p:cNvSpPr/>
          <p:nvPr/>
        </p:nvSpPr>
        <p:spPr>
          <a:xfrm>
            <a:off x="4519983" y="3053501"/>
            <a:ext cx="1080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개발환경 구축 및 학습데이터 관리</a:t>
            </a:r>
          </a:p>
        </p:txBody>
      </p:sp>
      <p:sp>
        <p:nvSpPr>
          <p:cNvPr id="61" name="직사각형 22">
            <a:extLst>
              <a:ext uri="{FF2B5EF4-FFF2-40B4-BE49-F238E27FC236}">
                <a16:creationId xmlns:a16="http://schemas.microsoft.com/office/drawing/2014/main" id="{2917B6C7-BBA0-6324-7AD6-08766A27CF27}"/>
              </a:ext>
            </a:extLst>
          </p:cNvPr>
          <p:cNvSpPr/>
          <p:nvPr/>
        </p:nvSpPr>
        <p:spPr>
          <a:xfrm>
            <a:off x="4519657" y="3485188"/>
            <a:ext cx="1080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lvl="0" algn="ctr" latinLnBrk="0">
              <a:defRPr/>
            </a:pPr>
            <a:r>
              <a:rPr kumimoji="0" lang="en-US" altLang="ko-KR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 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서비스 개발 </a:t>
            </a:r>
          </a:p>
        </p:txBody>
      </p:sp>
      <p:sp>
        <p:nvSpPr>
          <p:cNvPr id="62" name="직사각형 22">
            <a:extLst>
              <a:ext uri="{FF2B5EF4-FFF2-40B4-BE49-F238E27FC236}">
                <a16:creationId xmlns:a16="http://schemas.microsoft.com/office/drawing/2014/main" id="{AC1C178E-8FE0-CBC4-DEDE-6D3D34CFAF41}"/>
              </a:ext>
            </a:extLst>
          </p:cNvPr>
          <p:cNvSpPr/>
          <p:nvPr/>
        </p:nvSpPr>
        <p:spPr>
          <a:xfrm>
            <a:off x="5790148" y="3485188"/>
            <a:ext cx="1080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lvl="0" algn="ctr" latinLnBrk="0">
              <a:defRPr/>
            </a:pP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서비스 개발 요건 이행 점검</a:t>
            </a:r>
            <a:endParaRPr kumimoji="0" lang="ko-KR" altLang="en-US" sz="1000" i="0" u="non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63" name="직사각형 25">
            <a:extLst>
              <a:ext uri="{FF2B5EF4-FFF2-40B4-BE49-F238E27FC236}">
                <a16:creationId xmlns:a16="http://schemas.microsoft.com/office/drawing/2014/main" id="{8BD707A6-049D-5050-217D-EAB58C4208EF}"/>
              </a:ext>
            </a:extLst>
          </p:cNvPr>
          <p:cNvSpPr/>
          <p:nvPr/>
        </p:nvSpPr>
        <p:spPr>
          <a:xfrm>
            <a:off x="7029832" y="3068853"/>
            <a:ext cx="1080000" cy="324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서비스</a:t>
            </a: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b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</a:b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운영 전 검증 지원</a:t>
            </a:r>
            <a:endParaRPr kumimoji="0" lang="ko-KR" altLang="en-US" sz="1000" i="0" u="non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cxnSp>
        <p:nvCxnSpPr>
          <p:cNvPr id="65" name="연결선: 꺾임 46">
            <a:extLst>
              <a:ext uri="{FF2B5EF4-FFF2-40B4-BE49-F238E27FC236}">
                <a16:creationId xmlns:a16="http://schemas.microsoft.com/office/drawing/2014/main" id="{E9D535E3-F534-A757-96E9-330506EB2DB5}"/>
              </a:ext>
            </a:extLst>
          </p:cNvPr>
          <p:cNvCxnSpPr>
            <a:cxnSpLocks/>
            <a:stCxn id="63" idx="2"/>
            <a:endCxn id="45" idx="1"/>
          </p:cNvCxnSpPr>
          <p:nvPr/>
        </p:nvCxnSpPr>
        <p:spPr>
          <a:xfrm rot="16200000" flipH="1">
            <a:off x="6413338" y="4549347"/>
            <a:ext cx="2418335" cy="105346"/>
          </a:xfrm>
          <a:prstGeom prst="bentConnector2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A20E2E21-F17A-BAD0-5F76-BEBF1D1D4A03}"/>
              </a:ext>
            </a:extLst>
          </p:cNvPr>
          <p:cNvSpPr/>
          <p:nvPr/>
        </p:nvSpPr>
        <p:spPr>
          <a:xfrm>
            <a:off x="7664123" y="5519178"/>
            <a:ext cx="447813" cy="162771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b="1" spc="-150">
                <a:solidFill>
                  <a:prstClr val="white"/>
                </a:solidFill>
                <a:latin typeface="+mn-ea"/>
              </a:rPr>
              <a:t>고</a:t>
            </a:r>
            <a:r>
              <a:rPr kumimoji="0" lang="ko-KR" altLang="en-US" sz="900" b="1" i="0" u="none" strike="noStrike" kern="1200" cap="none" spc="-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rPr>
              <a:t>위험</a:t>
            </a: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E349F1FB-68F3-4109-9FC6-022CCDB28A83}"/>
              </a:ext>
            </a:extLst>
          </p:cNvPr>
          <p:cNvSpPr/>
          <p:nvPr/>
        </p:nvSpPr>
        <p:spPr>
          <a:xfrm>
            <a:off x="7664123" y="4993818"/>
            <a:ext cx="447813" cy="162771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-15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cs"/>
              </a:rPr>
              <a:t>중위험</a:t>
            </a:r>
            <a:endParaRPr kumimoji="0" lang="ko-KR" altLang="en-US" sz="900" b="1" i="0" u="none" strike="noStrike" kern="1200" cap="none" spc="-15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cxnSp>
        <p:nvCxnSpPr>
          <p:cNvPr id="98" name="직선 화살표 연결선 41">
            <a:extLst>
              <a:ext uri="{FF2B5EF4-FFF2-40B4-BE49-F238E27FC236}">
                <a16:creationId xmlns:a16="http://schemas.microsoft.com/office/drawing/2014/main" id="{04B6065D-8B77-10E8-C773-17DE99656CE4}"/>
              </a:ext>
            </a:extLst>
          </p:cNvPr>
          <p:cNvCxnSpPr>
            <a:cxnSpLocks/>
            <a:stCxn id="17" idx="2"/>
            <a:endCxn id="63" idx="0"/>
          </p:cNvCxnSpPr>
          <p:nvPr/>
        </p:nvCxnSpPr>
        <p:spPr>
          <a:xfrm>
            <a:off x="7565680" y="2095867"/>
            <a:ext cx="4152" cy="972986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85" name="연결선: 꺾임 84">
            <a:extLst>
              <a:ext uri="{FF2B5EF4-FFF2-40B4-BE49-F238E27FC236}">
                <a16:creationId xmlns:a16="http://schemas.microsoft.com/office/drawing/2014/main" id="{72EA9113-AA90-D8F5-AE99-CB55C6D38E33}"/>
              </a:ext>
            </a:extLst>
          </p:cNvPr>
          <p:cNvCxnSpPr>
            <a:cxnSpLocks/>
            <a:stCxn id="88" idx="2"/>
            <a:endCxn id="57" idx="0"/>
          </p:cNvCxnSpPr>
          <p:nvPr/>
        </p:nvCxnSpPr>
        <p:spPr>
          <a:xfrm rot="16200000" flipH="1">
            <a:off x="1820318" y="2726089"/>
            <a:ext cx="140240" cy="565255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0BB4EBBD-E80E-B57B-E216-DECFAD1C1074}"/>
              </a:ext>
            </a:extLst>
          </p:cNvPr>
          <p:cNvCxnSpPr>
            <a:cxnSpLocks/>
            <a:stCxn id="60" idx="2"/>
          </p:cNvCxnSpPr>
          <p:nvPr/>
        </p:nvCxnSpPr>
        <p:spPr>
          <a:xfrm>
            <a:off x="2173066" y="3809188"/>
            <a:ext cx="10109" cy="1617590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88" name="사각형: 둥근 모서리 65">
            <a:extLst>
              <a:ext uri="{FF2B5EF4-FFF2-40B4-BE49-F238E27FC236}">
                <a16:creationId xmlns:a16="http://schemas.microsoft.com/office/drawing/2014/main" id="{F44C2FC5-429B-F2A5-171B-E4DF34309908}"/>
              </a:ext>
            </a:extLst>
          </p:cNvPr>
          <p:cNvSpPr/>
          <p:nvPr/>
        </p:nvSpPr>
        <p:spPr>
          <a:xfrm>
            <a:off x="1383904" y="2775826"/>
            <a:ext cx="447813" cy="162771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b="1" spc="-150">
                <a:solidFill>
                  <a:prstClr val="white"/>
                </a:solidFill>
                <a:latin typeface="+mn-ea"/>
              </a:rPr>
              <a:t>고</a:t>
            </a:r>
            <a:r>
              <a:rPr kumimoji="0" lang="ko-KR" altLang="en-US" sz="900" b="1" i="0" u="none" strike="noStrike" kern="1200" cap="none" spc="-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rPr>
              <a:t>위험</a:t>
            </a:r>
          </a:p>
        </p:txBody>
      </p:sp>
      <p:sp>
        <p:nvSpPr>
          <p:cNvPr id="90" name="사각형: 둥근 모서리 65">
            <a:extLst>
              <a:ext uri="{FF2B5EF4-FFF2-40B4-BE49-F238E27FC236}">
                <a16:creationId xmlns:a16="http://schemas.microsoft.com/office/drawing/2014/main" id="{510F7FCD-830D-D2E6-407C-1862AD8E06B9}"/>
              </a:ext>
            </a:extLst>
          </p:cNvPr>
          <p:cNvSpPr/>
          <p:nvPr/>
        </p:nvSpPr>
        <p:spPr>
          <a:xfrm>
            <a:off x="1953838" y="2775826"/>
            <a:ext cx="447813" cy="162771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14400" latinLnBrk="1"/>
            <a:r>
              <a:rPr lang="ko-KR" altLang="en-US" sz="900" b="1" spc="-150" err="1">
                <a:solidFill>
                  <a:schemeClr val="tx1"/>
                </a:solidFill>
                <a:latin typeface="+mn-ea"/>
              </a:rPr>
              <a:t>중위험</a:t>
            </a:r>
            <a:endParaRPr lang="ko-KR" altLang="en-US" sz="900" b="1" spc="-15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1" name="사각형: 둥근 모서리 65">
            <a:extLst>
              <a:ext uri="{FF2B5EF4-FFF2-40B4-BE49-F238E27FC236}">
                <a16:creationId xmlns:a16="http://schemas.microsoft.com/office/drawing/2014/main" id="{9AF652E5-C0D1-60A9-E3E6-88761850A0F7}"/>
              </a:ext>
            </a:extLst>
          </p:cNvPr>
          <p:cNvSpPr/>
          <p:nvPr/>
        </p:nvSpPr>
        <p:spPr>
          <a:xfrm>
            <a:off x="2523772" y="2775826"/>
            <a:ext cx="447813" cy="162771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14400" latinLnBrk="1"/>
            <a:r>
              <a:rPr lang="ko-KR" altLang="en-US" sz="900" b="1" spc="-150" err="1">
                <a:solidFill>
                  <a:schemeClr val="tx1"/>
                </a:solidFill>
                <a:latin typeface="+mn-ea"/>
              </a:rPr>
              <a:t>저위험</a:t>
            </a:r>
            <a:endParaRPr lang="ko-KR" altLang="en-US" sz="900" b="1" spc="-15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F795F5E-58E2-94A7-E68E-C6B2CD2AF78F}"/>
              </a:ext>
            </a:extLst>
          </p:cNvPr>
          <p:cNvSpPr/>
          <p:nvPr/>
        </p:nvSpPr>
        <p:spPr>
          <a:xfrm>
            <a:off x="1356527" y="2321904"/>
            <a:ext cx="1620000" cy="358801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+mn-cs"/>
              </a:rPr>
              <a:t>AI </a:t>
            </a:r>
            <a:r>
              <a:rPr kumimoji="0" lang="ko-KR" altLang="en-US" sz="1000" b="1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+mn-cs"/>
              </a:rPr>
              <a:t>위험</a:t>
            </a:r>
            <a:r>
              <a:rPr kumimoji="0" lang="en-US" altLang="ko-KR" sz="1000" b="1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+mn-cs"/>
              </a:rPr>
              <a:t>/</a:t>
            </a:r>
            <a:r>
              <a:rPr kumimoji="0" lang="ko-KR" altLang="en-US" sz="1000" b="1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+mn-cs"/>
              </a:rPr>
              <a:t>영향</a:t>
            </a:r>
            <a:r>
              <a:rPr kumimoji="0" lang="en-US" altLang="ko-KR" sz="1000" b="1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+mn-cs"/>
              </a:rPr>
              <a:t>/</a:t>
            </a:r>
            <a:r>
              <a:rPr kumimoji="0" lang="ko-KR" altLang="en-US" sz="1000" b="1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+mn-cs"/>
              </a:rPr>
              <a:t>안전성 식별</a:t>
            </a:r>
            <a:r>
              <a:rPr lang="en-US" altLang="ko-KR" sz="1000" b="1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 </a:t>
            </a:r>
            <a:r>
              <a:rPr kumimoji="0" lang="ko-KR" altLang="en-US" sz="1000" b="1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+mn-cs"/>
              </a:rPr>
              <a:t>및 평가</a:t>
            </a:r>
            <a:r>
              <a:rPr kumimoji="0" lang="en-US" altLang="ko-KR" sz="1000" b="1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+mn-cs"/>
              </a:rPr>
              <a:t>*</a:t>
            </a:r>
            <a:endParaRPr kumimoji="0" lang="ko-KR" altLang="en-US" sz="1000" b="1" i="0" u="none" strike="noStrik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96" name="직사각형 10">
            <a:extLst>
              <a:ext uri="{FF2B5EF4-FFF2-40B4-BE49-F238E27FC236}">
                <a16:creationId xmlns:a16="http://schemas.microsoft.com/office/drawing/2014/main" id="{C6899593-05A6-64A1-F12A-F5870B963EDC}"/>
              </a:ext>
            </a:extLst>
          </p:cNvPr>
          <p:cNvSpPr/>
          <p:nvPr/>
        </p:nvSpPr>
        <p:spPr>
          <a:xfrm>
            <a:off x="1419225" y="2505863"/>
            <a:ext cx="561975" cy="163513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 latinLnBrk="0"/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위험등급</a:t>
            </a:r>
          </a:p>
        </p:txBody>
      </p:sp>
      <p:sp>
        <p:nvSpPr>
          <p:cNvPr id="99" name="직사각형 10">
            <a:extLst>
              <a:ext uri="{FF2B5EF4-FFF2-40B4-BE49-F238E27FC236}">
                <a16:creationId xmlns:a16="http://schemas.microsoft.com/office/drawing/2014/main" id="{B2901F21-F88D-13F9-09FF-45184EAB8993}"/>
              </a:ext>
            </a:extLst>
          </p:cNvPr>
          <p:cNvSpPr/>
          <p:nvPr/>
        </p:nvSpPr>
        <p:spPr>
          <a:xfrm>
            <a:off x="2085975" y="2505863"/>
            <a:ext cx="842962" cy="163513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latinLnBrk="0"/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 </a:t>
            </a:r>
            <a:r>
              <a:rPr lang="ko-KR" altLang="en-US" sz="1000" b="1" kern="0" spc="-150" err="1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고영향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 </a:t>
            </a: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·</a:t>
            </a:r>
            <a:endParaRPr lang="ko-KR" altLang="en-US" sz="1000" kern="0" spc="-150">
              <a:ln>
                <a:solidFill>
                  <a:srgbClr val="0070C0">
                    <a:alpha val="0"/>
                  </a:srgbClr>
                </a:solidFill>
              </a:ln>
              <a:latin typeface="+mn-ea"/>
            </a:endParaRPr>
          </a:p>
        </p:txBody>
      </p:sp>
      <p:cxnSp>
        <p:nvCxnSpPr>
          <p:cNvPr id="105" name="연결선: 꺾임 84">
            <a:extLst>
              <a:ext uri="{FF2B5EF4-FFF2-40B4-BE49-F238E27FC236}">
                <a16:creationId xmlns:a16="http://schemas.microsoft.com/office/drawing/2014/main" id="{8C7920BA-59E2-5E58-6DB6-54E5E688C050}"/>
              </a:ext>
            </a:extLst>
          </p:cNvPr>
          <p:cNvCxnSpPr>
            <a:cxnSpLocks/>
            <a:stCxn id="91" idx="2"/>
            <a:endCxn id="57" idx="0"/>
          </p:cNvCxnSpPr>
          <p:nvPr/>
        </p:nvCxnSpPr>
        <p:spPr>
          <a:xfrm rot="5400000">
            <a:off x="2390253" y="2721411"/>
            <a:ext cx="140240" cy="574613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108" name="연결선: 꺾임 84">
            <a:extLst>
              <a:ext uri="{FF2B5EF4-FFF2-40B4-BE49-F238E27FC236}">
                <a16:creationId xmlns:a16="http://schemas.microsoft.com/office/drawing/2014/main" id="{C0E587A3-DD53-A73E-92BA-9EC4A0123E14}"/>
              </a:ext>
            </a:extLst>
          </p:cNvPr>
          <p:cNvCxnSpPr>
            <a:cxnSpLocks/>
            <a:stCxn id="90" idx="2"/>
            <a:endCxn id="57" idx="0"/>
          </p:cNvCxnSpPr>
          <p:nvPr/>
        </p:nvCxnSpPr>
        <p:spPr>
          <a:xfrm rot="5400000">
            <a:off x="2105286" y="3006378"/>
            <a:ext cx="140240" cy="4679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191" name="직사각형 12">
            <a:extLst>
              <a:ext uri="{FF2B5EF4-FFF2-40B4-BE49-F238E27FC236}">
                <a16:creationId xmlns:a16="http://schemas.microsoft.com/office/drawing/2014/main" id="{692D1214-9455-E30F-B7E7-A617D92C79E5}"/>
              </a:ext>
            </a:extLst>
          </p:cNvPr>
          <p:cNvSpPr/>
          <p:nvPr/>
        </p:nvSpPr>
        <p:spPr>
          <a:xfrm>
            <a:off x="1597066" y="5341053"/>
            <a:ext cx="1152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lvl="0" algn="ctr" defTabSz="914400">
              <a:defRPr/>
            </a:pP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AI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위험</a:t>
            </a: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/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영향</a:t>
            </a: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/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안전성 </a:t>
            </a:r>
            <a:b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</a:b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식별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평가 결과 검토</a:t>
            </a:r>
          </a:p>
        </p:txBody>
      </p:sp>
      <p:sp>
        <p:nvSpPr>
          <p:cNvPr id="266" name="직사각형 11">
            <a:extLst>
              <a:ext uri="{FF2B5EF4-FFF2-40B4-BE49-F238E27FC236}">
                <a16:creationId xmlns:a16="http://schemas.microsoft.com/office/drawing/2014/main" id="{297D28EE-3004-8D75-F791-40A0A440D7D4}"/>
              </a:ext>
            </a:extLst>
          </p:cNvPr>
          <p:cNvSpPr/>
          <p:nvPr/>
        </p:nvSpPr>
        <p:spPr>
          <a:xfrm>
            <a:off x="3178174" y="5341564"/>
            <a:ext cx="1152000" cy="324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AI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위험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관리 계획 승인</a:t>
            </a:r>
          </a:p>
        </p:txBody>
      </p:sp>
      <p:sp>
        <p:nvSpPr>
          <p:cNvPr id="274" name="직사각형 11">
            <a:extLst>
              <a:ext uri="{FF2B5EF4-FFF2-40B4-BE49-F238E27FC236}">
                <a16:creationId xmlns:a16="http://schemas.microsoft.com/office/drawing/2014/main" id="{87F93BD9-0F79-654C-0160-F91A0FEAD45D}"/>
              </a:ext>
            </a:extLst>
          </p:cNvPr>
          <p:cNvSpPr/>
          <p:nvPr/>
        </p:nvSpPr>
        <p:spPr>
          <a:xfrm>
            <a:off x="3178174" y="6176589"/>
            <a:ext cx="1152000" cy="324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사전 승인</a:t>
            </a:r>
            <a:endParaRPr lang="ko-KR" altLang="en-US" sz="1000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275" name="사각형: 둥근 모서리 65">
            <a:extLst>
              <a:ext uri="{FF2B5EF4-FFF2-40B4-BE49-F238E27FC236}">
                <a16:creationId xmlns:a16="http://schemas.microsoft.com/office/drawing/2014/main" id="{1FD2F0D6-9B6D-3663-C163-87131F6DF02C}"/>
              </a:ext>
            </a:extLst>
          </p:cNvPr>
          <p:cNvSpPr/>
          <p:nvPr/>
        </p:nvSpPr>
        <p:spPr>
          <a:xfrm>
            <a:off x="3187764" y="6045557"/>
            <a:ext cx="447813" cy="162771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b="1" spc="-150">
                <a:solidFill>
                  <a:prstClr val="white"/>
                </a:solidFill>
                <a:latin typeface="+mn-ea"/>
              </a:rPr>
              <a:t>고</a:t>
            </a:r>
            <a:r>
              <a:rPr kumimoji="0" lang="ko-KR" altLang="en-US" sz="900" b="1" i="0" u="none" strike="noStrike" kern="1200" cap="none" spc="-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rPr>
              <a:t>위험</a:t>
            </a:r>
          </a:p>
        </p:txBody>
      </p:sp>
      <p:cxnSp>
        <p:nvCxnSpPr>
          <p:cNvPr id="280" name="연결선: 꺾임 29">
            <a:extLst>
              <a:ext uri="{FF2B5EF4-FFF2-40B4-BE49-F238E27FC236}">
                <a16:creationId xmlns:a16="http://schemas.microsoft.com/office/drawing/2014/main" id="{ABBD3980-D7C5-F1F9-D502-F8922338BB2B}"/>
              </a:ext>
            </a:extLst>
          </p:cNvPr>
          <p:cNvCxnSpPr>
            <a:cxnSpLocks/>
            <a:stCxn id="274" idx="3"/>
            <a:endCxn id="15" idx="1"/>
          </p:cNvCxnSpPr>
          <p:nvPr/>
        </p:nvCxnSpPr>
        <p:spPr>
          <a:xfrm flipV="1">
            <a:off x="4330174" y="1933867"/>
            <a:ext cx="189814" cy="4404722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411" name="연결선: 꺾임 46">
            <a:extLst>
              <a:ext uri="{FF2B5EF4-FFF2-40B4-BE49-F238E27FC236}">
                <a16:creationId xmlns:a16="http://schemas.microsoft.com/office/drawing/2014/main" id="{AB36B4B2-7AE9-ABF8-324F-37AD65788FC7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 flipV="1">
            <a:off x="6870148" y="1933867"/>
            <a:ext cx="155532" cy="90000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482" name="직사각형 27">
            <a:extLst>
              <a:ext uri="{FF2B5EF4-FFF2-40B4-BE49-F238E27FC236}">
                <a16:creationId xmlns:a16="http://schemas.microsoft.com/office/drawing/2014/main" id="{F2B7869B-D1BD-6AB2-F532-E5BAF23C393F}"/>
              </a:ext>
            </a:extLst>
          </p:cNvPr>
          <p:cNvSpPr/>
          <p:nvPr/>
        </p:nvSpPr>
        <p:spPr>
          <a:xfrm>
            <a:off x="7675178" y="6175567"/>
            <a:ext cx="1080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lvl="0" algn="ctr" defTabSz="914400">
              <a:defRPr/>
            </a:pP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검증 결과 확인</a:t>
            </a:r>
            <a:endParaRPr kumimoji="0" lang="ko-KR" altLang="en-US" sz="1000" i="0" u="non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483" name="사각형: 둥근 모서리 65">
            <a:extLst>
              <a:ext uri="{FF2B5EF4-FFF2-40B4-BE49-F238E27FC236}">
                <a16:creationId xmlns:a16="http://schemas.microsoft.com/office/drawing/2014/main" id="{A64AE201-92D6-60F1-52F4-C8ECC728DE7C}"/>
              </a:ext>
            </a:extLst>
          </p:cNvPr>
          <p:cNvSpPr/>
          <p:nvPr/>
        </p:nvSpPr>
        <p:spPr>
          <a:xfrm>
            <a:off x="7664123" y="6045557"/>
            <a:ext cx="447813" cy="162771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b="1" spc="-150">
                <a:solidFill>
                  <a:prstClr val="white"/>
                </a:solidFill>
                <a:latin typeface="+mn-ea"/>
              </a:rPr>
              <a:t>고</a:t>
            </a:r>
            <a:r>
              <a:rPr kumimoji="0" lang="ko-KR" altLang="en-US" sz="900" b="1" i="0" u="none" strike="noStrike" kern="1200" cap="none" spc="-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rPr>
              <a:t>위험</a:t>
            </a:r>
          </a:p>
        </p:txBody>
      </p:sp>
      <p:cxnSp>
        <p:nvCxnSpPr>
          <p:cNvPr id="484" name="직선 화살표 연결선 41">
            <a:extLst>
              <a:ext uri="{FF2B5EF4-FFF2-40B4-BE49-F238E27FC236}">
                <a16:creationId xmlns:a16="http://schemas.microsoft.com/office/drawing/2014/main" id="{79DA0FD4-1089-0EA5-C636-888B06DFD5E7}"/>
              </a:ext>
            </a:extLst>
          </p:cNvPr>
          <p:cNvCxnSpPr>
            <a:cxnSpLocks/>
            <a:stCxn id="45" idx="2"/>
            <a:endCxn id="482" idx="0"/>
          </p:cNvCxnSpPr>
          <p:nvPr/>
        </p:nvCxnSpPr>
        <p:spPr>
          <a:xfrm>
            <a:off x="8215178" y="5973188"/>
            <a:ext cx="0" cy="202379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514" name="연결선: 꺾임 34">
            <a:extLst>
              <a:ext uri="{FF2B5EF4-FFF2-40B4-BE49-F238E27FC236}">
                <a16:creationId xmlns:a16="http://schemas.microsoft.com/office/drawing/2014/main" id="{537C9B9B-25EC-3EFB-3A6C-6FF4C8174233}"/>
              </a:ext>
            </a:extLst>
          </p:cNvPr>
          <p:cNvCxnSpPr>
            <a:cxnSpLocks/>
            <a:stCxn id="63" idx="3"/>
            <a:endCxn id="18" idx="1"/>
          </p:cNvCxnSpPr>
          <p:nvPr/>
        </p:nvCxnSpPr>
        <p:spPr>
          <a:xfrm flipV="1">
            <a:off x="8109832" y="1933867"/>
            <a:ext cx="162496" cy="1296986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448" name="연결선: 꺾임 46">
            <a:extLst>
              <a:ext uri="{FF2B5EF4-FFF2-40B4-BE49-F238E27FC236}">
                <a16:creationId xmlns:a16="http://schemas.microsoft.com/office/drawing/2014/main" id="{9426BB89-D60B-E95E-F5E4-9EE194782E8C}"/>
              </a:ext>
            </a:extLst>
          </p:cNvPr>
          <p:cNvCxnSpPr>
            <a:cxnSpLocks/>
            <a:stCxn id="61" idx="3"/>
            <a:endCxn id="16" idx="1"/>
          </p:cNvCxnSpPr>
          <p:nvPr/>
        </p:nvCxnSpPr>
        <p:spPr>
          <a:xfrm flipV="1">
            <a:off x="5599657" y="2023867"/>
            <a:ext cx="190491" cy="1623321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504" name="직사각형 56">
            <a:extLst>
              <a:ext uri="{FF2B5EF4-FFF2-40B4-BE49-F238E27FC236}">
                <a16:creationId xmlns:a16="http://schemas.microsoft.com/office/drawing/2014/main" id="{51C69B94-ABB4-B3C4-3ABD-103E1B210B17}"/>
              </a:ext>
            </a:extLst>
          </p:cNvPr>
          <p:cNvSpPr/>
          <p:nvPr/>
        </p:nvSpPr>
        <p:spPr>
          <a:xfrm>
            <a:off x="1597066" y="1771867"/>
            <a:ext cx="1152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서비스</a:t>
            </a: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기획 수립</a:t>
            </a:r>
          </a:p>
        </p:txBody>
      </p:sp>
      <p:cxnSp>
        <p:nvCxnSpPr>
          <p:cNvPr id="68" name="직선 화살표 연결선 27">
            <a:extLst>
              <a:ext uri="{FF2B5EF4-FFF2-40B4-BE49-F238E27FC236}">
                <a16:creationId xmlns:a16="http://schemas.microsoft.com/office/drawing/2014/main" id="{995023B2-71C7-CDBA-AA6E-9A3A40717FB7}"/>
              </a:ext>
            </a:extLst>
          </p:cNvPr>
          <p:cNvCxnSpPr>
            <a:cxnSpLocks/>
            <a:stCxn id="504" idx="2"/>
            <a:endCxn id="189" idx="0"/>
          </p:cNvCxnSpPr>
          <p:nvPr/>
        </p:nvCxnSpPr>
        <p:spPr>
          <a:xfrm>
            <a:off x="2173066" y="2095867"/>
            <a:ext cx="1" cy="179237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116" name="사각형: 둥근 모서리 65">
            <a:extLst>
              <a:ext uri="{FF2B5EF4-FFF2-40B4-BE49-F238E27FC236}">
                <a16:creationId xmlns:a16="http://schemas.microsoft.com/office/drawing/2014/main" id="{42634F89-A859-DD37-A39E-6611DCC198E1}"/>
              </a:ext>
            </a:extLst>
          </p:cNvPr>
          <p:cNvSpPr/>
          <p:nvPr/>
        </p:nvSpPr>
        <p:spPr>
          <a:xfrm>
            <a:off x="2516628" y="2524229"/>
            <a:ext cx="371828" cy="134280"/>
          </a:xfrm>
          <a:prstGeom prst="roundRect">
            <a:avLst>
              <a:gd name="adj" fmla="val 5000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14400" latinLnBrk="1"/>
            <a:r>
              <a:rPr lang="ko-KR" altLang="en-US" sz="900" b="1" spc="-150">
                <a:solidFill>
                  <a:schemeClr val="bg1"/>
                </a:solidFill>
                <a:latin typeface="+mn-ea"/>
              </a:rPr>
              <a:t>안전성</a:t>
            </a:r>
          </a:p>
        </p:txBody>
      </p:sp>
      <p:cxnSp>
        <p:nvCxnSpPr>
          <p:cNvPr id="4" name="연결선: 꺾임 84">
            <a:extLst>
              <a:ext uri="{FF2B5EF4-FFF2-40B4-BE49-F238E27FC236}">
                <a16:creationId xmlns:a16="http://schemas.microsoft.com/office/drawing/2014/main" id="{BB8D9E9A-84F5-5A7F-F805-BB1022F75849}"/>
              </a:ext>
            </a:extLst>
          </p:cNvPr>
          <p:cNvCxnSpPr>
            <a:cxnSpLocks/>
            <a:stCxn id="99" idx="2"/>
            <a:endCxn id="88" idx="0"/>
          </p:cNvCxnSpPr>
          <p:nvPr/>
        </p:nvCxnSpPr>
        <p:spPr>
          <a:xfrm rot="5400000">
            <a:off x="2004409" y="2272779"/>
            <a:ext cx="106450" cy="899645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11" name="텍스트 개체 틀 3">
            <a:extLst>
              <a:ext uri="{FF2B5EF4-FFF2-40B4-BE49-F238E27FC236}">
                <a16:creationId xmlns:a16="http://schemas.microsoft.com/office/drawing/2014/main" id="{0257DC1A-EB25-B88D-DDB2-258EE07C475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1963" y="813435"/>
            <a:ext cx="11520000" cy="325410"/>
          </a:xfrm>
        </p:spPr>
        <p:txBody>
          <a:bodyPr/>
          <a:lstStyle/>
          <a:p>
            <a:r>
              <a:rPr lang="en-US" altLang="ko-KR"/>
              <a:t>AI</a:t>
            </a:r>
            <a:r>
              <a:rPr lang="ko-KR" altLang="en-US"/>
              <a:t>서비스 개발 단계별로 준수해야 할 </a:t>
            </a:r>
            <a:r>
              <a:rPr lang="en-US" altLang="ko-KR"/>
              <a:t>AI</a:t>
            </a:r>
            <a:r>
              <a:rPr lang="ko-KR" altLang="en-US"/>
              <a:t>거버넌스 표준 프로세스</a:t>
            </a:r>
            <a:r>
              <a:rPr lang="en-US" altLang="ko-KR"/>
              <a:t>, </a:t>
            </a:r>
            <a:r>
              <a:rPr lang="ko-KR" altLang="en-US"/>
              <a:t>부서별 역할과 책임</a:t>
            </a:r>
            <a:r>
              <a:rPr lang="en-US" altLang="ko-KR"/>
              <a:t>(R&amp;R) </a:t>
            </a:r>
            <a:r>
              <a:rPr lang="ko-KR" altLang="en-US"/>
              <a:t>및 개발 라이프사이클 단계별 업무 정의는 다음과 같음</a:t>
            </a:r>
          </a:p>
        </p:txBody>
      </p:sp>
      <p:sp>
        <p:nvSpPr>
          <p:cNvPr id="485" name="텍스트 개체 틀 3">
            <a:extLst>
              <a:ext uri="{FF2B5EF4-FFF2-40B4-BE49-F238E27FC236}">
                <a16:creationId xmlns:a16="http://schemas.microsoft.com/office/drawing/2014/main" id="{7A7299BF-39E7-5AEF-A72F-7E07344201E6}"/>
              </a:ext>
            </a:extLst>
          </p:cNvPr>
          <p:cNvSpPr txBox="1">
            <a:spLocks/>
          </p:cNvSpPr>
          <p:nvPr/>
        </p:nvSpPr>
        <p:spPr>
          <a:xfrm>
            <a:off x="1974703" y="6599410"/>
            <a:ext cx="9188597" cy="16270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1400" kern="1200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Pretendard SemiBold" panose="02000703000000020004" pitchFamily="50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>
                <a:solidFill>
                  <a:schemeClr val="tx1">
                    <a:lumMod val="50000"/>
                    <a:lumOff val="50000"/>
                  </a:schemeClr>
                </a:solidFill>
              </a:rPr>
              <a:t>* AI </a:t>
            </a: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위험</a:t>
            </a:r>
            <a:r>
              <a:rPr lang="en-US" altLang="ko-KR" sz="100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영향</a:t>
            </a:r>
            <a:r>
              <a:rPr lang="en-US" altLang="ko-KR" sz="100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안전성 식별 및 평가 中 </a:t>
            </a:r>
            <a:r>
              <a:rPr lang="ko-KR" altLang="en-US" sz="1000" err="1">
                <a:solidFill>
                  <a:schemeClr val="tx1">
                    <a:lumMod val="50000"/>
                    <a:lumOff val="50000"/>
                  </a:schemeClr>
                </a:solidFill>
              </a:rPr>
              <a:t>고영향</a:t>
            </a: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ko-KR" sz="1000">
                <a:solidFill>
                  <a:schemeClr val="tx1">
                    <a:lumMod val="50000"/>
                    <a:lumOff val="50000"/>
                  </a:schemeClr>
                </a:solidFill>
              </a:rPr>
              <a:t>· </a:t>
            </a: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안전성 대상 사전 검토 결과에 따라 </a:t>
            </a:r>
            <a:r>
              <a:rPr lang="en-US" altLang="ko-KR" sz="1000">
                <a:solidFill>
                  <a:schemeClr val="tx1">
                    <a:lumMod val="50000"/>
                    <a:lumOff val="50000"/>
                  </a:schemeClr>
                </a:solidFill>
              </a:rPr>
              <a:t>AI </a:t>
            </a: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위험 관리 계획에 </a:t>
            </a:r>
            <a:r>
              <a:rPr lang="ko-KR" altLang="en-US" sz="1000" err="1">
                <a:solidFill>
                  <a:schemeClr val="tx1">
                    <a:lumMod val="50000"/>
                    <a:lumOff val="50000"/>
                  </a:schemeClr>
                </a:solidFill>
              </a:rPr>
              <a:t>고영향</a:t>
            </a: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ko-KR" sz="1000">
                <a:solidFill>
                  <a:schemeClr val="tx1">
                    <a:lumMod val="50000"/>
                    <a:lumOff val="50000"/>
                  </a:schemeClr>
                </a:solidFill>
              </a:rPr>
              <a:t>· </a:t>
            </a: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안전성 내용 반영 판단</a:t>
            </a:r>
            <a:r>
              <a:rPr lang="en-US" altLang="ko-KR" sz="100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  <a:endParaRPr lang="ko-KR" altLang="en-US" sz="10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96" name="직사각형 14">
            <a:extLst>
              <a:ext uri="{FF2B5EF4-FFF2-40B4-BE49-F238E27FC236}">
                <a16:creationId xmlns:a16="http://schemas.microsoft.com/office/drawing/2014/main" id="{8BF1263B-0E27-77E5-70FA-132585CFE1FA}"/>
              </a:ext>
            </a:extLst>
          </p:cNvPr>
          <p:cNvSpPr/>
          <p:nvPr/>
        </p:nvSpPr>
        <p:spPr>
          <a:xfrm>
            <a:off x="4519988" y="2621814"/>
            <a:ext cx="1080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 defTabSz="914400"/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적용 대상 최종 판단</a:t>
            </a:r>
          </a:p>
        </p:txBody>
      </p:sp>
      <p:sp>
        <p:nvSpPr>
          <p:cNvPr id="492" name="사각형: 둥근 모서리 65">
            <a:extLst>
              <a:ext uri="{FF2B5EF4-FFF2-40B4-BE49-F238E27FC236}">
                <a16:creationId xmlns:a16="http://schemas.microsoft.com/office/drawing/2014/main" id="{25887049-9503-AEAC-B06C-C5FBFF433DB4}"/>
              </a:ext>
            </a:extLst>
          </p:cNvPr>
          <p:cNvSpPr/>
          <p:nvPr/>
        </p:nvSpPr>
        <p:spPr>
          <a:xfrm>
            <a:off x="4525768" y="2552749"/>
            <a:ext cx="371828" cy="134280"/>
          </a:xfrm>
          <a:prstGeom prst="roundRect">
            <a:avLst>
              <a:gd name="adj" fmla="val 5000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14400" latinLnBrk="1"/>
            <a:r>
              <a:rPr lang="ko-KR" altLang="en-US" sz="900" b="1" spc="-150">
                <a:solidFill>
                  <a:schemeClr val="bg1"/>
                </a:solidFill>
                <a:latin typeface="+mn-ea"/>
              </a:rPr>
              <a:t>안전성</a:t>
            </a:r>
          </a:p>
        </p:txBody>
      </p:sp>
      <p:cxnSp>
        <p:nvCxnSpPr>
          <p:cNvPr id="498" name="직선 화살표 연결선 30">
            <a:extLst>
              <a:ext uri="{FF2B5EF4-FFF2-40B4-BE49-F238E27FC236}">
                <a16:creationId xmlns:a16="http://schemas.microsoft.com/office/drawing/2014/main" id="{76D08AE4-1253-8C3C-9215-99B9D27865BE}"/>
              </a:ext>
            </a:extLst>
          </p:cNvPr>
          <p:cNvCxnSpPr>
            <a:cxnSpLocks/>
            <a:stCxn id="496" idx="2"/>
            <a:endCxn id="59" idx="0"/>
          </p:cNvCxnSpPr>
          <p:nvPr/>
        </p:nvCxnSpPr>
        <p:spPr>
          <a:xfrm flipH="1">
            <a:off x="5059983" y="2945814"/>
            <a:ext cx="5" cy="107687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466" name="직사각형 17">
            <a:extLst>
              <a:ext uri="{FF2B5EF4-FFF2-40B4-BE49-F238E27FC236}">
                <a16:creationId xmlns:a16="http://schemas.microsoft.com/office/drawing/2014/main" id="{1926F10A-A4EA-0A81-DE7E-17AB889905A3}"/>
              </a:ext>
            </a:extLst>
          </p:cNvPr>
          <p:cNvSpPr/>
          <p:nvPr/>
        </p:nvSpPr>
        <p:spPr>
          <a:xfrm>
            <a:off x="8272328" y="2269707"/>
            <a:ext cx="1080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[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권고</a:t>
            </a:r>
            <a:r>
              <a:rPr kumimoji="0" lang="en-US" altLang="ko-KR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] 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영향평가 수행</a:t>
            </a:r>
          </a:p>
        </p:txBody>
      </p:sp>
      <p:sp>
        <p:nvSpPr>
          <p:cNvPr id="468" name="사각형: 둥근 모서리 65">
            <a:extLst>
              <a:ext uri="{FF2B5EF4-FFF2-40B4-BE49-F238E27FC236}">
                <a16:creationId xmlns:a16="http://schemas.microsoft.com/office/drawing/2014/main" id="{A4E4B46E-CEF4-0B13-2124-312AC8297F2C}"/>
              </a:ext>
            </a:extLst>
          </p:cNvPr>
          <p:cNvSpPr/>
          <p:nvPr/>
        </p:nvSpPr>
        <p:spPr>
          <a:xfrm>
            <a:off x="8236708" y="2186989"/>
            <a:ext cx="371828" cy="1342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9595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14400" latinLnBrk="1"/>
            <a:r>
              <a:rPr lang="ko-KR" altLang="en-US" sz="900" b="1" spc="-150" err="1">
                <a:solidFill>
                  <a:schemeClr val="tx1"/>
                </a:solidFill>
                <a:latin typeface="+mn-ea"/>
              </a:rPr>
              <a:t>고영향</a:t>
            </a:r>
            <a:endParaRPr lang="ko-KR" altLang="en-US" sz="900" b="1" spc="-15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469" name="연결선: 꺾임 34">
            <a:extLst>
              <a:ext uri="{FF2B5EF4-FFF2-40B4-BE49-F238E27FC236}">
                <a16:creationId xmlns:a16="http://schemas.microsoft.com/office/drawing/2014/main" id="{FDB2EB0C-8217-BF20-EE1C-CF2D41B38067}"/>
              </a:ext>
            </a:extLst>
          </p:cNvPr>
          <p:cNvCxnSpPr>
            <a:cxnSpLocks/>
            <a:stCxn id="63" idx="3"/>
            <a:endCxn id="466" idx="1"/>
          </p:cNvCxnSpPr>
          <p:nvPr/>
        </p:nvCxnSpPr>
        <p:spPr>
          <a:xfrm flipV="1">
            <a:off x="8109832" y="2431707"/>
            <a:ext cx="162496" cy="799146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13" name="직사각형 20">
            <a:extLst>
              <a:ext uri="{FF2B5EF4-FFF2-40B4-BE49-F238E27FC236}">
                <a16:creationId xmlns:a16="http://schemas.microsoft.com/office/drawing/2014/main" id="{85ED9547-D034-22B5-9E8A-676AC1191301}"/>
              </a:ext>
            </a:extLst>
          </p:cNvPr>
          <p:cNvSpPr/>
          <p:nvPr/>
        </p:nvSpPr>
        <p:spPr>
          <a:xfrm>
            <a:off x="10733909" y="2431592"/>
            <a:ext cx="1080000" cy="191381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 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서비스</a:t>
            </a:r>
            <a:br>
              <a:rPr kumimoji="0" lang="en-US" altLang="ko-KR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</a:b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개선 </a:t>
            </a:r>
            <a:endParaRPr kumimoji="0" lang="ko-KR" altLang="en-US" sz="1000" i="0" u="none" kern="0" cap="none" spc="-150" normalizeH="0" baseline="3000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4" name="직사각형 21">
            <a:extLst>
              <a:ext uri="{FF2B5EF4-FFF2-40B4-BE49-F238E27FC236}">
                <a16:creationId xmlns:a16="http://schemas.microsoft.com/office/drawing/2014/main" id="{18163DE3-2295-7047-10F5-D56C501B6F6B}"/>
              </a:ext>
            </a:extLst>
          </p:cNvPr>
          <p:cNvSpPr/>
          <p:nvPr/>
        </p:nvSpPr>
        <p:spPr>
          <a:xfrm>
            <a:off x="9502452" y="5229520"/>
            <a:ext cx="1080000" cy="643504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 defTabSz="914400">
              <a:defRPr/>
            </a:pP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AI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위험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관리 계획 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이행 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확인 후 승인</a:t>
            </a:r>
            <a:endParaRPr lang="en-US" altLang="ko-KR" sz="1000" kern="0" spc="-150">
              <a:ln>
                <a:solidFill>
                  <a:srgbClr val="0070C0">
                    <a:alpha val="0"/>
                  </a:srgbClr>
                </a:solidFill>
              </a:ln>
              <a:latin typeface="+mn-ea"/>
            </a:endParaRPr>
          </a:p>
          <a:p>
            <a:pPr algn="ctr" defTabSz="914400">
              <a:defRPr/>
            </a:pPr>
            <a:endParaRPr lang="en-US" altLang="ko-KR" sz="1000" kern="0" spc="-150">
              <a:ln>
                <a:solidFill>
                  <a:srgbClr val="0070C0">
                    <a:alpha val="0"/>
                  </a:srgbClr>
                </a:solidFill>
              </a:ln>
              <a:latin typeface="+mn-ea"/>
            </a:endParaRPr>
          </a:p>
          <a:p>
            <a:pPr algn="ctr" defTabSz="914400">
              <a:defRPr/>
            </a:pPr>
            <a:endParaRPr kumimoji="0" lang="ko-KR" altLang="en-US" sz="1000" i="0" u="non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4" name="직사각형 22">
            <a:extLst>
              <a:ext uri="{FF2B5EF4-FFF2-40B4-BE49-F238E27FC236}">
                <a16:creationId xmlns:a16="http://schemas.microsoft.com/office/drawing/2014/main" id="{D71E32BC-2687-2629-3561-02B1FCAC832C}"/>
              </a:ext>
            </a:extLst>
          </p:cNvPr>
          <p:cNvSpPr/>
          <p:nvPr/>
        </p:nvSpPr>
        <p:spPr>
          <a:xfrm>
            <a:off x="10732873" y="5369024"/>
            <a:ext cx="1080000" cy="50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 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위험</a:t>
            </a: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모니터링</a:t>
            </a:r>
            <a:endParaRPr kumimoji="0" lang="en-US" altLang="ko-KR" sz="1000" i="0" u="non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결과 점검</a:t>
            </a:r>
          </a:p>
        </p:txBody>
      </p:sp>
      <p:cxnSp>
        <p:nvCxnSpPr>
          <p:cNvPr id="25" name="직선 화살표 연결선 38">
            <a:extLst>
              <a:ext uri="{FF2B5EF4-FFF2-40B4-BE49-F238E27FC236}">
                <a16:creationId xmlns:a16="http://schemas.microsoft.com/office/drawing/2014/main" id="{BFA6BCF6-C5B0-AAF7-5308-5B63FA3FCCC8}"/>
              </a:ext>
            </a:extLst>
          </p:cNvPr>
          <p:cNvCxnSpPr>
            <a:cxnSpLocks/>
            <a:stCxn id="24" idx="0"/>
            <a:endCxn id="13" idx="2"/>
          </p:cNvCxnSpPr>
          <p:nvPr/>
        </p:nvCxnSpPr>
        <p:spPr>
          <a:xfrm flipV="1">
            <a:off x="11272873" y="4345402"/>
            <a:ext cx="1036" cy="1023622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46" name="연결선: 꺾임 39">
            <a:extLst>
              <a:ext uri="{FF2B5EF4-FFF2-40B4-BE49-F238E27FC236}">
                <a16:creationId xmlns:a16="http://schemas.microsoft.com/office/drawing/2014/main" id="{E17F41F6-F9EF-1571-5CA8-F9E34CB45E26}"/>
              </a:ext>
            </a:extLst>
          </p:cNvPr>
          <p:cNvCxnSpPr>
            <a:cxnSpLocks/>
            <a:stCxn id="69" idx="3"/>
            <a:endCxn id="24" idx="1"/>
          </p:cNvCxnSpPr>
          <p:nvPr/>
        </p:nvCxnSpPr>
        <p:spPr>
          <a:xfrm>
            <a:off x="10582452" y="4764020"/>
            <a:ext cx="150421" cy="857004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48" name="직선 화살표 연결선 53">
            <a:extLst>
              <a:ext uri="{FF2B5EF4-FFF2-40B4-BE49-F238E27FC236}">
                <a16:creationId xmlns:a16="http://schemas.microsoft.com/office/drawing/2014/main" id="{0EFF7DE3-61F5-7F8B-4BBE-4F4B6B5F85EF}"/>
              </a:ext>
            </a:extLst>
          </p:cNvPr>
          <p:cNvCxnSpPr>
            <a:cxnSpLocks/>
          </p:cNvCxnSpPr>
          <p:nvPr/>
        </p:nvCxnSpPr>
        <p:spPr>
          <a:xfrm flipV="1">
            <a:off x="9542780" y="3844964"/>
            <a:ext cx="0" cy="1388071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449" name="직사각형 50">
            <a:extLst>
              <a:ext uri="{FF2B5EF4-FFF2-40B4-BE49-F238E27FC236}">
                <a16:creationId xmlns:a16="http://schemas.microsoft.com/office/drawing/2014/main" id="{7041C33A-DC5C-4171-D16C-5853D2AE81F6}"/>
              </a:ext>
            </a:extLst>
          </p:cNvPr>
          <p:cNvSpPr/>
          <p:nvPr/>
        </p:nvSpPr>
        <p:spPr>
          <a:xfrm>
            <a:off x="9862452" y="3915896"/>
            <a:ext cx="720000" cy="554503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kern="0" cap="none" spc="-150" normalizeH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 </a:t>
            </a:r>
            <a:r>
              <a:rPr kumimoji="0" lang="ko-KR" altLang="en-US" sz="1000" i="0" u="none" kern="0" cap="none" spc="-150" normalizeH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서비스 운영</a:t>
            </a:r>
          </a:p>
        </p:txBody>
      </p:sp>
      <p:sp>
        <p:nvSpPr>
          <p:cNvPr id="450" name="직사각형 51">
            <a:extLst>
              <a:ext uri="{FF2B5EF4-FFF2-40B4-BE49-F238E27FC236}">
                <a16:creationId xmlns:a16="http://schemas.microsoft.com/office/drawing/2014/main" id="{01BEC362-3E08-A159-7035-2F626138DE21}"/>
              </a:ext>
            </a:extLst>
          </p:cNvPr>
          <p:cNvSpPr/>
          <p:nvPr/>
        </p:nvSpPr>
        <p:spPr>
          <a:xfrm>
            <a:off x="9479963" y="2826310"/>
            <a:ext cx="338948" cy="1018653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kern="0" cap="none" spc="-150" normalizeH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 </a:t>
            </a:r>
            <a:r>
              <a:rPr kumimoji="0" lang="ko-KR" altLang="en-US" sz="1000" i="0" u="none" kern="0" cap="none" spc="-150" normalizeH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서비스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배포</a:t>
            </a:r>
            <a:endParaRPr kumimoji="0" lang="ko-KR" altLang="en-US" sz="1000" i="0" u="none" kern="0" cap="none" spc="-150" normalizeH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cxnSp>
        <p:nvCxnSpPr>
          <p:cNvPr id="452" name="직선 화살표 연결선 36">
            <a:extLst>
              <a:ext uri="{FF2B5EF4-FFF2-40B4-BE49-F238E27FC236}">
                <a16:creationId xmlns:a16="http://schemas.microsoft.com/office/drawing/2014/main" id="{8177712B-2BAB-6519-2B97-4E72D58301B4}"/>
              </a:ext>
            </a:extLst>
          </p:cNvPr>
          <p:cNvCxnSpPr>
            <a:cxnSpLocks/>
          </p:cNvCxnSpPr>
          <p:nvPr/>
        </p:nvCxnSpPr>
        <p:spPr>
          <a:xfrm flipV="1">
            <a:off x="10102340" y="4466862"/>
            <a:ext cx="0" cy="135158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454" name="직사각형 50">
            <a:extLst>
              <a:ext uri="{FF2B5EF4-FFF2-40B4-BE49-F238E27FC236}">
                <a16:creationId xmlns:a16="http://schemas.microsoft.com/office/drawing/2014/main" id="{9E024020-A753-65B6-FE45-37F5578B0C0C}"/>
              </a:ext>
            </a:extLst>
          </p:cNvPr>
          <p:cNvSpPr/>
          <p:nvPr/>
        </p:nvSpPr>
        <p:spPr>
          <a:xfrm>
            <a:off x="9862452" y="2431592"/>
            <a:ext cx="720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서비스 </a:t>
            </a:r>
            <a:endParaRPr lang="en-US" altLang="ko-KR" sz="1000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인수인계</a:t>
            </a:r>
            <a:endParaRPr kumimoji="0" lang="ko-KR" altLang="en-US" sz="1000" i="0" u="none" kern="0" cap="none" spc="-150" normalizeH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cxnSp>
        <p:nvCxnSpPr>
          <p:cNvPr id="455" name="직선 화살표 연결선 38">
            <a:extLst>
              <a:ext uri="{FF2B5EF4-FFF2-40B4-BE49-F238E27FC236}">
                <a16:creationId xmlns:a16="http://schemas.microsoft.com/office/drawing/2014/main" id="{690CA130-C855-5D6B-A347-7F869942E61B}"/>
              </a:ext>
            </a:extLst>
          </p:cNvPr>
          <p:cNvCxnSpPr>
            <a:cxnSpLocks/>
            <a:stCxn id="454" idx="2"/>
            <a:endCxn id="449" idx="0"/>
          </p:cNvCxnSpPr>
          <p:nvPr/>
        </p:nvCxnSpPr>
        <p:spPr>
          <a:xfrm>
            <a:off x="10222452" y="2755592"/>
            <a:ext cx="0" cy="1160304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456" name="연결선: 꺾임 39">
            <a:extLst>
              <a:ext uri="{FF2B5EF4-FFF2-40B4-BE49-F238E27FC236}">
                <a16:creationId xmlns:a16="http://schemas.microsoft.com/office/drawing/2014/main" id="{E2E41A27-9C22-BAF0-DED1-BAACC31D3A06}"/>
              </a:ext>
            </a:extLst>
          </p:cNvPr>
          <p:cNvCxnSpPr>
            <a:cxnSpLocks/>
            <a:stCxn id="449" idx="3"/>
            <a:endCxn id="13" idx="1"/>
          </p:cNvCxnSpPr>
          <p:nvPr/>
        </p:nvCxnSpPr>
        <p:spPr>
          <a:xfrm flipV="1">
            <a:off x="10582452" y="3388497"/>
            <a:ext cx="151457" cy="804651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473" name="연결선: 꺾임 39">
            <a:extLst>
              <a:ext uri="{FF2B5EF4-FFF2-40B4-BE49-F238E27FC236}">
                <a16:creationId xmlns:a16="http://schemas.microsoft.com/office/drawing/2014/main" id="{4A63ED68-F8D3-2102-D1C9-8D59DD0940E1}"/>
              </a:ext>
            </a:extLst>
          </p:cNvPr>
          <p:cNvCxnSpPr>
            <a:cxnSpLocks/>
            <a:stCxn id="450" idx="2"/>
            <a:endCxn id="449" idx="1"/>
          </p:cNvCxnSpPr>
          <p:nvPr/>
        </p:nvCxnSpPr>
        <p:spPr>
          <a:xfrm rot="16200000" flipH="1">
            <a:off x="9581852" y="3912547"/>
            <a:ext cx="348185" cy="213015"/>
          </a:xfrm>
          <a:prstGeom prst="bentConnector2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497" name="직선 화살표 연결선 36">
            <a:extLst>
              <a:ext uri="{FF2B5EF4-FFF2-40B4-BE49-F238E27FC236}">
                <a16:creationId xmlns:a16="http://schemas.microsoft.com/office/drawing/2014/main" id="{DCBB580C-817A-C495-639D-3DDB700508E7}"/>
              </a:ext>
            </a:extLst>
          </p:cNvPr>
          <p:cNvCxnSpPr>
            <a:cxnSpLocks/>
          </p:cNvCxnSpPr>
          <p:nvPr/>
        </p:nvCxnSpPr>
        <p:spPr>
          <a:xfrm>
            <a:off x="10379200" y="4468670"/>
            <a:ext cx="0" cy="134169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69" name="직사각형 50">
            <a:extLst>
              <a:ext uri="{FF2B5EF4-FFF2-40B4-BE49-F238E27FC236}">
                <a16:creationId xmlns:a16="http://schemas.microsoft.com/office/drawing/2014/main" id="{A141D953-D28D-7579-0785-03B4C96E53E4}"/>
              </a:ext>
            </a:extLst>
          </p:cNvPr>
          <p:cNvSpPr/>
          <p:nvPr/>
        </p:nvSpPr>
        <p:spPr>
          <a:xfrm>
            <a:off x="9862452" y="4602020"/>
            <a:ext cx="720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lvl="0" algn="ctr" defTabSz="914400">
              <a:defRPr/>
            </a:pP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위험 모니터링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F43198C-68C1-8616-F902-A99619E81C4F}"/>
              </a:ext>
            </a:extLst>
          </p:cNvPr>
          <p:cNvGrpSpPr/>
          <p:nvPr/>
        </p:nvGrpSpPr>
        <p:grpSpPr>
          <a:xfrm>
            <a:off x="9502451" y="1090576"/>
            <a:ext cx="2389511" cy="229054"/>
            <a:chOff x="4610162" y="-902070"/>
            <a:chExt cx="2389511" cy="229054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7F2FAA9A-3339-D49B-E3FF-AB60E3CF5FB9}"/>
                </a:ext>
              </a:extLst>
            </p:cNvPr>
            <p:cNvSpPr/>
            <p:nvPr/>
          </p:nvSpPr>
          <p:spPr>
            <a:xfrm>
              <a:off x="4610162" y="-902070"/>
              <a:ext cx="2389511" cy="229054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DE2E89B-529D-EB03-89B3-6EEB8C7FF266}"/>
                </a:ext>
              </a:extLst>
            </p:cNvPr>
            <p:cNvGrpSpPr/>
            <p:nvPr/>
          </p:nvGrpSpPr>
          <p:grpSpPr>
            <a:xfrm>
              <a:off x="5247271" y="-864487"/>
              <a:ext cx="1016283" cy="153888"/>
              <a:chOff x="5548443" y="-549776"/>
              <a:chExt cx="1016283" cy="153888"/>
            </a:xfrm>
          </p:grpSpPr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C756F064-1127-38A2-76DA-BF51F6F254EA}"/>
                  </a:ext>
                </a:extLst>
              </p:cNvPr>
              <p:cNvSpPr/>
              <p:nvPr/>
            </p:nvSpPr>
            <p:spPr>
              <a:xfrm>
                <a:off x="5548443" y="-544813"/>
                <a:ext cx="143968" cy="143969"/>
              </a:xfrm>
              <a:prstGeom prst="ellipse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/>
              </a:p>
            </p:txBody>
          </p:sp>
          <p:sp>
            <p:nvSpPr>
              <p:cNvPr id="451" name="TextBox 450">
                <a:extLst>
                  <a:ext uri="{FF2B5EF4-FFF2-40B4-BE49-F238E27FC236}">
                    <a16:creationId xmlns:a16="http://schemas.microsoft.com/office/drawing/2014/main" id="{EB5AA943-92CC-72DD-2BCE-F9C8F2ADEFEF}"/>
                  </a:ext>
                </a:extLst>
              </p:cNvPr>
              <p:cNvSpPr txBox="1"/>
              <p:nvPr/>
            </p:nvSpPr>
            <p:spPr>
              <a:xfrm>
                <a:off x="5749467" y="-549776"/>
                <a:ext cx="815259" cy="15388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latinLnBrk="0"/>
                <a:r>
                  <a:rPr lang="ko-KR" altLang="en-US" sz="1000" kern="0" spc="-150">
                    <a:ln>
                      <a:solidFill>
                        <a:srgbClr val="0070C0">
                          <a:alpha val="0"/>
                        </a:srgbClr>
                      </a:solidFill>
                    </a:ln>
                    <a:solidFill>
                      <a:prstClr val="black"/>
                    </a:solidFill>
                    <a:latin typeface="+mn-ea"/>
                  </a:rPr>
                  <a:t>금융소비자보호</a:t>
                </a:r>
                <a:endParaRPr lang="en-US" altLang="ko-KR" sz="1000" kern="0" spc="-150">
                  <a:ln>
                    <a:solidFill>
                      <a:srgbClr val="0070C0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+mn-ea"/>
                </a:endParaRPr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5427AB95-E1D0-EE42-CECC-774B8D2D5257}"/>
                </a:ext>
              </a:extLst>
            </p:cNvPr>
            <p:cNvGrpSpPr/>
            <p:nvPr/>
          </p:nvGrpSpPr>
          <p:grpSpPr>
            <a:xfrm>
              <a:off x="6283880" y="-864487"/>
              <a:ext cx="712937" cy="153888"/>
              <a:chOff x="5555445" y="-313778"/>
              <a:chExt cx="712937" cy="153888"/>
            </a:xfrm>
          </p:grpSpPr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B91610B3-6772-B24D-2127-4ADDF79BC4E4}"/>
                  </a:ext>
                </a:extLst>
              </p:cNvPr>
              <p:cNvSpPr/>
              <p:nvPr/>
            </p:nvSpPr>
            <p:spPr>
              <a:xfrm>
                <a:off x="5555445" y="-308814"/>
                <a:ext cx="143968" cy="143969"/>
              </a:xfrm>
              <a:prstGeom prst="ellipse">
                <a:avLst/>
              </a:prstGeom>
              <a:solidFill>
                <a:srgbClr val="00A9C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/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FE3A2291-D6A6-CB61-6377-C2280181F5D1}"/>
                  </a:ext>
                </a:extLst>
              </p:cNvPr>
              <p:cNvSpPr txBox="1"/>
              <p:nvPr/>
            </p:nvSpPr>
            <p:spPr>
              <a:xfrm>
                <a:off x="5744332" y="-313778"/>
                <a:ext cx="524050" cy="15388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latinLnBrk="0"/>
                <a:r>
                  <a:rPr lang="ko-KR" altLang="en-US" sz="1000" kern="0" spc="-150">
                    <a:ln>
                      <a:solidFill>
                        <a:srgbClr val="0070C0">
                          <a:alpha val="0"/>
                        </a:srgbClr>
                      </a:solidFill>
                    </a:ln>
                    <a:solidFill>
                      <a:prstClr val="black"/>
                    </a:solidFill>
                    <a:latin typeface="+mn-ea"/>
                  </a:rPr>
                  <a:t>정보보호</a:t>
                </a:r>
                <a:endParaRPr lang="en-US" altLang="ko-KR" sz="1000" kern="0" spc="-150">
                  <a:ln>
                    <a:solidFill>
                      <a:srgbClr val="0070C0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+mn-ea"/>
                </a:endParaRPr>
              </a:p>
            </p:txBody>
          </p:sp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0A86124-B092-4C41-A50B-FA6F7646D119}"/>
                </a:ext>
              </a:extLst>
            </p:cNvPr>
            <p:cNvSpPr txBox="1"/>
            <p:nvPr/>
          </p:nvSpPr>
          <p:spPr>
            <a:xfrm>
              <a:off x="4697481" y="-864487"/>
              <a:ext cx="516830" cy="1538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latinLnBrk="0"/>
              <a:r>
                <a:rPr lang="ko-KR" altLang="en-US" sz="1000" b="1" spc="-150">
                  <a:ln>
                    <a:solidFill>
                      <a:srgbClr val="0070C0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+mn-ea"/>
                </a:rPr>
                <a:t>관련부서 </a:t>
              </a:r>
              <a:r>
                <a:rPr lang="en-US" altLang="ko-KR" sz="1000" b="1" spc="-150">
                  <a:ln>
                    <a:solidFill>
                      <a:srgbClr val="0070C0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+mn-ea"/>
                </a:rPr>
                <a:t>:</a:t>
              </a:r>
              <a:endParaRPr lang="en-US" altLang="ko-KR" sz="1000" b="1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endParaRPr>
            </a:p>
          </p:txBody>
        </p:sp>
      </p:grpSp>
      <p:sp>
        <p:nvSpPr>
          <p:cNvPr id="458" name="Oval 457">
            <a:extLst>
              <a:ext uri="{FF2B5EF4-FFF2-40B4-BE49-F238E27FC236}">
                <a16:creationId xmlns:a16="http://schemas.microsoft.com/office/drawing/2014/main" id="{80497368-D4F8-6277-D996-77535B6A5B5C}"/>
              </a:ext>
            </a:extLst>
          </p:cNvPr>
          <p:cNvSpPr/>
          <p:nvPr/>
        </p:nvSpPr>
        <p:spPr>
          <a:xfrm>
            <a:off x="9548986" y="5611908"/>
            <a:ext cx="143968" cy="143969"/>
          </a:xfrm>
          <a:prstGeom prst="ellipse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sp>
        <p:nvSpPr>
          <p:cNvPr id="460" name="TextBox 459">
            <a:extLst>
              <a:ext uri="{FF2B5EF4-FFF2-40B4-BE49-F238E27FC236}">
                <a16:creationId xmlns:a16="http://schemas.microsoft.com/office/drawing/2014/main" id="{76B797F6-0DF5-63E1-006D-CCF6D021B14B}"/>
              </a:ext>
            </a:extLst>
          </p:cNvPr>
          <p:cNvSpPr txBox="1"/>
          <p:nvPr/>
        </p:nvSpPr>
        <p:spPr>
          <a:xfrm>
            <a:off x="9718792" y="5617112"/>
            <a:ext cx="815259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atinLnBrk="0"/>
            <a:r>
              <a:rPr lang="ko-KR" altLang="en-US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이용자 및 금융소비자 보호 고지 검토</a:t>
            </a:r>
            <a:endParaRPr lang="en-US" altLang="ko-KR" sz="800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472" name="Oval 471">
            <a:extLst>
              <a:ext uri="{FF2B5EF4-FFF2-40B4-BE49-F238E27FC236}">
                <a16:creationId xmlns:a16="http://schemas.microsoft.com/office/drawing/2014/main" id="{ED19424C-704D-7634-6516-DBDFE33DEB30}"/>
              </a:ext>
            </a:extLst>
          </p:cNvPr>
          <p:cNvSpPr/>
          <p:nvPr/>
        </p:nvSpPr>
        <p:spPr>
          <a:xfrm>
            <a:off x="9872646" y="4093977"/>
            <a:ext cx="143968" cy="143969"/>
          </a:xfrm>
          <a:prstGeom prst="ellipse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sp>
        <p:nvSpPr>
          <p:cNvPr id="474" name="TextBox 473">
            <a:extLst>
              <a:ext uri="{FF2B5EF4-FFF2-40B4-BE49-F238E27FC236}">
                <a16:creationId xmlns:a16="http://schemas.microsoft.com/office/drawing/2014/main" id="{A3C59B25-EABA-5F22-8462-A8074C35FEA2}"/>
              </a:ext>
            </a:extLst>
          </p:cNvPr>
          <p:cNvSpPr txBox="1"/>
          <p:nvPr/>
        </p:nvSpPr>
        <p:spPr>
          <a:xfrm>
            <a:off x="10018934" y="4082086"/>
            <a:ext cx="540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atinLnBrk="0"/>
            <a:r>
              <a:rPr lang="ko-KR" altLang="en-US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이용자 및 </a:t>
            </a:r>
            <a:endParaRPr lang="en-US" altLang="ko-KR" sz="800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  <a:p>
            <a:pPr latinLnBrk="0"/>
            <a:r>
              <a:rPr lang="ko-KR" altLang="en-US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금융소비자 </a:t>
            </a:r>
            <a:endParaRPr lang="en-US" altLang="ko-KR" sz="800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  <a:p>
            <a:pPr latinLnBrk="0"/>
            <a:r>
              <a:rPr lang="ko-KR" altLang="en-US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보호 권리 대응</a:t>
            </a:r>
            <a:endParaRPr lang="en-US" altLang="ko-KR" sz="800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479" name="Rectangle 478">
            <a:extLst>
              <a:ext uri="{FF2B5EF4-FFF2-40B4-BE49-F238E27FC236}">
                <a16:creationId xmlns:a16="http://schemas.microsoft.com/office/drawing/2014/main" id="{120478D7-5251-409C-3FE1-A71A91303A01}"/>
              </a:ext>
            </a:extLst>
          </p:cNvPr>
          <p:cNvSpPr/>
          <p:nvPr/>
        </p:nvSpPr>
        <p:spPr>
          <a:xfrm>
            <a:off x="4519657" y="1705752"/>
            <a:ext cx="7337382" cy="52087"/>
          </a:xfrm>
          <a:prstGeom prst="rect">
            <a:avLst/>
          </a:prstGeom>
          <a:solidFill>
            <a:srgbClr val="00A9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0" name="TextBox 479">
            <a:extLst>
              <a:ext uri="{FF2B5EF4-FFF2-40B4-BE49-F238E27FC236}">
                <a16:creationId xmlns:a16="http://schemas.microsoft.com/office/drawing/2014/main" id="{998D410C-8B1E-20B1-C960-56EBD4742F03}"/>
              </a:ext>
            </a:extLst>
          </p:cNvPr>
          <p:cNvSpPr txBox="1"/>
          <p:nvPr/>
        </p:nvSpPr>
        <p:spPr>
          <a:xfrm>
            <a:off x="11090910" y="1771867"/>
            <a:ext cx="766129" cy="1231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atinLnBrk="0"/>
            <a:r>
              <a:rPr lang="en-US" altLang="ko-KR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AI </a:t>
            </a:r>
            <a:r>
              <a:rPr lang="ko-KR" altLang="en-US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보안 지침 등 준수</a:t>
            </a:r>
            <a:endParaRPr lang="en-US" altLang="ko-KR" sz="800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cxnSp>
        <p:nvCxnSpPr>
          <p:cNvPr id="486" name="Connector: Elbow 485">
            <a:extLst>
              <a:ext uri="{FF2B5EF4-FFF2-40B4-BE49-F238E27FC236}">
                <a16:creationId xmlns:a16="http://schemas.microsoft.com/office/drawing/2014/main" id="{63432D45-60C3-15F2-F240-EDBB1B9E150A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990810" y="1759358"/>
            <a:ext cx="78918" cy="69215"/>
          </a:xfrm>
          <a:prstGeom prst="bentConnector2">
            <a:avLst/>
          </a:prstGeom>
          <a:ln>
            <a:solidFill>
              <a:srgbClr val="00A9C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30437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220BB-781B-1A83-8928-67E871951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5" name="Group 424">
            <a:extLst>
              <a:ext uri="{FF2B5EF4-FFF2-40B4-BE49-F238E27FC236}">
                <a16:creationId xmlns:a16="http://schemas.microsoft.com/office/drawing/2014/main" id="{19A223E8-4B88-F27E-F967-B90A10E4FC40}"/>
              </a:ext>
            </a:extLst>
          </p:cNvPr>
          <p:cNvGrpSpPr/>
          <p:nvPr/>
        </p:nvGrpSpPr>
        <p:grpSpPr>
          <a:xfrm>
            <a:off x="334963" y="1702017"/>
            <a:ext cx="11557000" cy="4848542"/>
            <a:chOff x="334963" y="1163638"/>
            <a:chExt cx="11557000" cy="4848542"/>
          </a:xfrm>
        </p:grpSpPr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E0DE71D2-D2C1-E75B-2A5C-1F168769E0F9}"/>
                </a:ext>
              </a:extLst>
            </p:cNvPr>
            <p:cNvCxnSpPr/>
            <p:nvPr/>
          </p:nvCxnSpPr>
          <p:spPr>
            <a:xfrm>
              <a:off x="334963" y="2252466"/>
              <a:ext cx="11557000" cy="0"/>
            </a:xfrm>
            <a:prstGeom prst="line">
              <a:avLst/>
            </a:prstGeom>
            <a:ln w="9525">
              <a:solidFill>
                <a:schemeClr val="accent2">
                  <a:lumMod val="40000"/>
                  <a:lumOff val="60000"/>
                </a:schemeClr>
              </a:solidFill>
              <a:prstDash val="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BDB9BC10-C1F4-33F9-E1C4-D0DE20FED2F1}"/>
                </a:ext>
              </a:extLst>
            </p:cNvPr>
            <p:cNvCxnSpPr/>
            <p:nvPr/>
          </p:nvCxnSpPr>
          <p:spPr>
            <a:xfrm>
              <a:off x="334963" y="3342052"/>
              <a:ext cx="11557000" cy="0"/>
            </a:xfrm>
            <a:prstGeom prst="line">
              <a:avLst/>
            </a:prstGeom>
            <a:ln w="9525">
              <a:solidFill>
                <a:schemeClr val="accent2">
                  <a:lumMod val="40000"/>
                  <a:lumOff val="60000"/>
                </a:schemeClr>
              </a:solidFill>
              <a:prstDash val="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49E03723-4177-8629-BF8F-1FBC78E4ECCA}"/>
                </a:ext>
              </a:extLst>
            </p:cNvPr>
            <p:cNvCxnSpPr/>
            <p:nvPr/>
          </p:nvCxnSpPr>
          <p:spPr>
            <a:xfrm>
              <a:off x="334963" y="4431637"/>
              <a:ext cx="11557000" cy="0"/>
            </a:xfrm>
            <a:prstGeom prst="line">
              <a:avLst/>
            </a:prstGeom>
            <a:ln w="9525">
              <a:solidFill>
                <a:schemeClr val="accent2">
                  <a:lumMod val="40000"/>
                  <a:lumOff val="60000"/>
                </a:schemeClr>
              </a:solidFill>
              <a:prstDash val="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E40872BF-C39B-68C3-A8F5-E4866FCDA560}"/>
                </a:ext>
              </a:extLst>
            </p:cNvPr>
            <p:cNvCxnSpPr/>
            <p:nvPr/>
          </p:nvCxnSpPr>
          <p:spPr>
            <a:xfrm>
              <a:off x="334963" y="5521222"/>
              <a:ext cx="11557000" cy="0"/>
            </a:xfrm>
            <a:prstGeom prst="line">
              <a:avLst/>
            </a:prstGeom>
            <a:ln w="9525">
              <a:solidFill>
                <a:schemeClr val="accent2">
                  <a:lumMod val="40000"/>
                  <a:lumOff val="60000"/>
                </a:schemeClr>
              </a:solidFill>
              <a:prstDash val="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36" name="Straight Connector 335">
              <a:extLst>
                <a:ext uri="{FF2B5EF4-FFF2-40B4-BE49-F238E27FC236}">
                  <a16:creationId xmlns:a16="http://schemas.microsoft.com/office/drawing/2014/main" id="{FC466BE6-CC26-0793-E37E-A801184FAA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75359" y="1163638"/>
              <a:ext cx="0" cy="4848542"/>
            </a:xfrm>
            <a:prstGeom prst="line">
              <a:avLst/>
            </a:prstGeom>
            <a:ln w="9525">
              <a:solidFill>
                <a:schemeClr val="accent2">
                  <a:lumMod val="40000"/>
                  <a:lumOff val="60000"/>
                </a:schemeClr>
              </a:solidFill>
              <a:prstDash val="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39" name="Straight Connector 338">
              <a:extLst>
                <a:ext uri="{FF2B5EF4-FFF2-40B4-BE49-F238E27FC236}">
                  <a16:creationId xmlns:a16="http://schemas.microsoft.com/office/drawing/2014/main" id="{C6CFB4F5-1C3A-885F-6994-0CAF7F49F7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59601" y="1163638"/>
              <a:ext cx="0" cy="4848542"/>
            </a:xfrm>
            <a:prstGeom prst="line">
              <a:avLst/>
            </a:prstGeom>
            <a:ln w="9525">
              <a:solidFill>
                <a:schemeClr val="accent2">
                  <a:lumMod val="40000"/>
                  <a:lumOff val="60000"/>
                </a:schemeClr>
              </a:solidFill>
              <a:prstDash val="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40" name="Straight Connector 339">
              <a:extLst>
                <a:ext uri="{FF2B5EF4-FFF2-40B4-BE49-F238E27FC236}">
                  <a16:creationId xmlns:a16="http://schemas.microsoft.com/office/drawing/2014/main" id="{1EB3F22F-1B01-4E18-F883-A75ADD342C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43843" y="1163638"/>
              <a:ext cx="0" cy="4848542"/>
            </a:xfrm>
            <a:prstGeom prst="line">
              <a:avLst/>
            </a:prstGeom>
            <a:ln w="9525">
              <a:solidFill>
                <a:schemeClr val="accent2">
                  <a:lumMod val="40000"/>
                  <a:lumOff val="60000"/>
                </a:schemeClr>
              </a:solidFill>
              <a:prstDash val="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0" name="Google Shape;134;p5">
            <a:extLst>
              <a:ext uri="{FF2B5EF4-FFF2-40B4-BE49-F238E27FC236}">
                <a16:creationId xmlns:a16="http://schemas.microsoft.com/office/drawing/2014/main" id="{79FBD939-7068-3B66-B27B-FA1F52A57785}"/>
              </a:ext>
            </a:extLst>
          </p:cNvPr>
          <p:cNvSpPr/>
          <p:nvPr/>
        </p:nvSpPr>
        <p:spPr>
          <a:xfrm>
            <a:off x="334961" y="6095070"/>
            <a:ext cx="900000" cy="434975"/>
          </a:xfrm>
          <a:prstGeom prst="roundRect">
            <a:avLst>
              <a:gd name="adj" fmla="val 34918"/>
            </a:avLst>
          </a:prstGeom>
          <a:solidFill>
            <a:srgbClr val="F5822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  <a:sym typeface="Arial"/>
              </a:rPr>
              <a:t>AI</a:t>
            </a:r>
            <a:r>
              <a:rPr lang="ko-KR" altLang="en-US" sz="14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  <a:sym typeface="Arial"/>
              </a:rPr>
              <a:t>거버넌스</a:t>
            </a:r>
            <a:r>
              <a:rPr lang="en-US" altLang="ko-KR" sz="14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  <a:sym typeface="Arial"/>
              </a:rPr>
              <a:t> </a:t>
            </a:r>
            <a:r>
              <a:rPr lang="ko-KR" altLang="en-US" sz="14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  <a:sym typeface="Arial"/>
              </a:rPr>
              <a:t>협의체</a:t>
            </a:r>
          </a:p>
        </p:txBody>
      </p:sp>
      <p:sp>
        <p:nvSpPr>
          <p:cNvPr id="53" name="Google Shape;134;p5">
            <a:extLst>
              <a:ext uri="{FF2B5EF4-FFF2-40B4-BE49-F238E27FC236}">
                <a16:creationId xmlns:a16="http://schemas.microsoft.com/office/drawing/2014/main" id="{C04C4DC6-0339-3257-63D0-CFD7E030236A}"/>
              </a:ext>
            </a:extLst>
          </p:cNvPr>
          <p:cNvSpPr/>
          <p:nvPr/>
        </p:nvSpPr>
        <p:spPr>
          <a:xfrm>
            <a:off x="334961" y="1736726"/>
            <a:ext cx="900000" cy="1018653"/>
          </a:xfrm>
          <a:prstGeom prst="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서비스</a:t>
            </a:r>
            <a:endParaRPr lang="en-US" altLang="ko-KR" sz="1400" b="1" spc="-15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  <a:p>
            <a:pPr algn="ctr"/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기획</a:t>
            </a:r>
          </a:p>
        </p:txBody>
      </p:sp>
      <p:sp>
        <p:nvSpPr>
          <p:cNvPr id="54" name="Google Shape;134;p5">
            <a:extLst>
              <a:ext uri="{FF2B5EF4-FFF2-40B4-BE49-F238E27FC236}">
                <a16:creationId xmlns:a16="http://schemas.microsoft.com/office/drawing/2014/main" id="{FB3E8568-6972-5351-FCE3-6A184729F70C}"/>
              </a:ext>
            </a:extLst>
          </p:cNvPr>
          <p:cNvSpPr/>
          <p:nvPr/>
        </p:nvSpPr>
        <p:spPr>
          <a:xfrm>
            <a:off x="334961" y="5005482"/>
            <a:ext cx="900000" cy="1018653"/>
          </a:xfrm>
          <a:prstGeom prst="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거버넌스</a:t>
            </a:r>
          </a:p>
        </p:txBody>
      </p:sp>
      <p:sp>
        <p:nvSpPr>
          <p:cNvPr id="55" name="Google Shape;134;p5">
            <a:extLst>
              <a:ext uri="{FF2B5EF4-FFF2-40B4-BE49-F238E27FC236}">
                <a16:creationId xmlns:a16="http://schemas.microsoft.com/office/drawing/2014/main" id="{EE5064B7-C9CC-B2F4-1159-B7F20B23E094}"/>
              </a:ext>
            </a:extLst>
          </p:cNvPr>
          <p:cNvSpPr/>
          <p:nvPr/>
        </p:nvSpPr>
        <p:spPr>
          <a:xfrm>
            <a:off x="334961" y="3915897"/>
            <a:ext cx="900000" cy="1018653"/>
          </a:xfrm>
          <a:prstGeom prst="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운영</a:t>
            </a:r>
          </a:p>
        </p:txBody>
      </p:sp>
      <p:sp>
        <p:nvSpPr>
          <p:cNvPr id="56" name="Google Shape;134;p5">
            <a:extLst>
              <a:ext uri="{FF2B5EF4-FFF2-40B4-BE49-F238E27FC236}">
                <a16:creationId xmlns:a16="http://schemas.microsoft.com/office/drawing/2014/main" id="{8F8255BF-D72C-98AF-AFAE-C5A2545D44A4}"/>
              </a:ext>
            </a:extLst>
          </p:cNvPr>
          <p:cNvSpPr/>
          <p:nvPr/>
        </p:nvSpPr>
        <p:spPr>
          <a:xfrm>
            <a:off x="334961" y="2826311"/>
            <a:ext cx="900000" cy="1018653"/>
          </a:xfrm>
          <a:prstGeom prst="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개발</a:t>
            </a:r>
          </a:p>
        </p:txBody>
      </p:sp>
      <p:sp>
        <p:nvSpPr>
          <p:cNvPr id="6" name="사각형: 둥근 모서리 20">
            <a:extLst>
              <a:ext uri="{FF2B5EF4-FFF2-40B4-BE49-F238E27FC236}">
                <a16:creationId xmlns:a16="http://schemas.microsoft.com/office/drawing/2014/main" id="{E82A4093-0E7E-B599-459B-0016F87E8B0B}"/>
              </a:ext>
            </a:extLst>
          </p:cNvPr>
          <p:cNvSpPr/>
          <p:nvPr/>
        </p:nvSpPr>
        <p:spPr>
          <a:xfrm>
            <a:off x="1333500" y="1341438"/>
            <a:ext cx="3105738" cy="319758"/>
          </a:xfrm>
          <a:prstGeom prst="homePlate">
            <a:avLst>
              <a:gd name="adj" fmla="val 37573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기획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·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설계</a:t>
            </a:r>
          </a:p>
        </p:txBody>
      </p:sp>
      <p:sp>
        <p:nvSpPr>
          <p:cNvPr id="7" name="사각형: 둥근 모서리 20">
            <a:extLst>
              <a:ext uri="{FF2B5EF4-FFF2-40B4-BE49-F238E27FC236}">
                <a16:creationId xmlns:a16="http://schemas.microsoft.com/office/drawing/2014/main" id="{E364DD28-C1E4-1327-5229-1FE44A3A942E}"/>
              </a:ext>
            </a:extLst>
          </p:cNvPr>
          <p:cNvSpPr/>
          <p:nvPr/>
        </p:nvSpPr>
        <p:spPr>
          <a:xfrm>
            <a:off x="4511480" y="1341438"/>
            <a:ext cx="2412000" cy="319758"/>
          </a:xfrm>
          <a:prstGeom prst="homePlate">
            <a:avLst>
              <a:gd name="adj" fmla="val 37573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개발</a:t>
            </a:r>
          </a:p>
        </p:txBody>
      </p:sp>
      <p:sp>
        <p:nvSpPr>
          <p:cNvPr id="8" name="사각형: 둥근 모서리 20">
            <a:extLst>
              <a:ext uri="{FF2B5EF4-FFF2-40B4-BE49-F238E27FC236}">
                <a16:creationId xmlns:a16="http://schemas.microsoft.com/office/drawing/2014/main" id="{62F31AEA-E27A-3456-D939-F1B313FDD711}"/>
              </a:ext>
            </a:extLst>
          </p:cNvPr>
          <p:cNvSpPr/>
          <p:nvPr/>
        </p:nvSpPr>
        <p:spPr>
          <a:xfrm>
            <a:off x="6995722" y="1341438"/>
            <a:ext cx="2412000" cy="319758"/>
          </a:xfrm>
          <a:prstGeom prst="homePlate">
            <a:avLst>
              <a:gd name="adj" fmla="val 37573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평가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·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검증</a:t>
            </a:r>
            <a:endParaRPr lang="ko-KR" altLang="en-US" sz="14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lt1"/>
              </a:solidFill>
              <a:latin typeface="+mn-ea"/>
            </a:endParaRPr>
          </a:p>
        </p:txBody>
      </p:sp>
      <p:sp>
        <p:nvSpPr>
          <p:cNvPr id="9" name="사각형: 둥근 모서리 20">
            <a:extLst>
              <a:ext uri="{FF2B5EF4-FFF2-40B4-BE49-F238E27FC236}">
                <a16:creationId xmlns:a16="http://schemas.microsoft.com/office/drawing/2014/main" id="{B3AB4342-9B6B-078B-B246-DA080FCEAA2E}"/>
              </a:ext>
            </a:extLst>
          </p:cNvPr>
          <p:cNvSpPr/>
          <p:nvPr/>
        </p:nvSpPr>
        <p:spPr>
          <a:xfrm>
            <a:off x="9479963" y="1341438"/>
            <a:ext cx="2412000" cy="319758"/>
          </a:xfrm>
          <a:prstGeom prst="homePlate">
            <a:avLst>
              <a:gd name="adj" fmla="val 37573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도입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·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운영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·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모니터링</a:t>
            </a:r>
          </a:p>
        </p:txBody>
      </p:sp>
      <p:sp>
        <p:nvSpPr>
          <p:cNvPr id="5" name="사각형: 둥근 모서리 20">
            <a:extLst>
              <a:ext uri="{FF2B5EF4-FFF2-40B4-BE49-F238E27FC236}">
                <a16:creationId xmlns:a16="http://schemas.microsoft.com/office/drawing/2014/main" id="{9FCA96CA-AB7F-691E-EB6F-93A198C22451}"/>
              </a:ext>
            </a:extLst>
          </p:cNvPr>
          <p:cNvSpPr/>
          <p:nvPr/>
        </p:nvSpPr>
        <p:spPr>
          <a:xfrm>
            <a:off x="334961" y="1341438"/>
            <a:ext cx="900000" cy="319758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구분</a:t>
            </a:r>
            <a:endParaRPr lang="en" altLang="ko-KR" sz="14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lt1"/>
              </a:solidFill>
              <a:latin typeface="+mn-ea"/>
            </a:endParaRPr>
          </a:p>
        </p:txBody>
      </p:sp>
      <p:sp>
        <p:nvSpPr>
          <p:cNvPr id="189" name="직사각형 12">
            <a:extLst>
              <a:ext uri="{FF2B5EF4-FFF2-40B4-BE49-F238E27FC236}">
                <a16:creationId xmlns:a16="http://schemas.microsoft.com/office/drawing/2014/main" id="{A65B5839-FAF5-88BD-B9B9-39AAB63CFA28}"/>
              </a:ext>
            </a:extLst>
          </p:cNvPr>
          <p:cNvSpPr/>
          <p:nvPr/>
        </p:nvSpPr>
        <p:spPr>
          <a:xfrm>
            <a:off x="1329090" y="2275104"/>
            <a:ext cx="1687953" cy="6945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ap="flat" cmpd="sng" algn="ctr">
            <a:noFill/>
            <a:prstDash val="sysDot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0" tIns="0" rIns="0" bIns="0" rtlCol="0" anchor="ctr"/>
          <a:lstStyle/>
          <a:p>
            <a:pPr lvl="0" algn="ctr" defTabSz="914400">
              <a:defRPr/>
            </a:pPr>
            <a:endParaRPr lang="ko-KR" altLang="en-US" sz="1000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8FE8D21-0940-163E-0A06-C65BF9CFCAA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III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．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AI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거버넌스 프레임워크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ED0D2C-6495-0516-A029-1313DB5CC2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[Back-up] AI</a:t>
            </a:r>
            <a:r>
              <a:rPr lang="ko-KR" altLang="en-US"/>
              <a:t>거버넌스 유관 부서 담당자별 </a:t>
            </a:r>
            <a:r>
              <a:rPr lang="en-US" altLang="ko-KR"/>
              <a:t>R&amp;R </a:t>
            </a:r>
            <a:r>
              <a:rPr lang="ko-KR" altLang="en-US"/>
              <a:t>및 업무 프로세스 </a:t>
            </a:r>
            <a:r>
              <a:rPr lang="en-US" altLang="ko-KR"/>
              <a:t>(</a:t>
            </a:r>
            <a:r>
              <a:rPr lang="ko-KR" altLang="en-US" err="1"/>
              <a:t>저위험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53C594F-EF77-4FDE-A1DD-15AB11E0E1D8}"/>
              </a:ext>
            </a:extLst>
          </p:cNvPr>
          <p:cNvSpPr/>
          <p:nvPr/>
        </p:nvSpPr>
        <p:spPr>
          <a:xfrm>
            <a:off x="7650028" y="1771867"/>
            <a:ext cx="1080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운영 승인 요청</a:t>
            </a: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A5A8A964-A960-AB2C-3B96-91F2A81E4F3E}"/>
              </a:ext>
            </a:extLst>
          </p:cNvPr>
          <p:cNvCxnSpPr>
            <a:cxnSpLocks/>
            <a:stCxn id="57" idx="2"/>
            <a:endCxn id="60" idx="0"/>
          </p:cNvCxnSpPr>
          <p:nvPr/>
        </p:nvCxnSpPr>
        <p:spPr>
          <a:xfrm>
            <a:off x="2173066" y="3402837"/>
            <a:ext cx="0" cy="82351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77162010-FDCF-836D-D269-BA7E62E1F7C6}"/>
              </a:ext>
            </a:extLst>
          </p:cNvPr>
          <p:cNvCxnSpPr>
            <a:cxnSpLocks/>
            <a:stCxn id="191" idx="3"/>
            <a:endCxn id="41" idx="1"/>
          </p:cNvCxnSpPr>
          <p:nvPr/>
        </p:nvCxnSpPr>
        <p:spPr>
          <a:xfrm flipV="1">
            <a:off x="2749066" y="1933867"/>
            <a:ext cx="429108" cy="3569186"/>
          </a:xfrm>
          <a:prstGeom prst="bentConnector3">
            <a:avLst>
              <a:gd name="adj1" fmla="val 77968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9C5CE917-8054-E99A-A2AD-9DE5F41FEEE2}"/>
              </a:ext>
            </a:extLst>
          </p:cNvPr>
          <p:cNvCxnSpPr>
            <a:cxnSpLocks/>
            <a:stCxn id="41" idx="2"/>
            <a:endCxn id="58" idx="0"/>
          </p:cNvCxnSpPr>
          <p:nvPr/>
        </p:nvCxnSpPr>
        <p:spPr>
          <a:xfrm>
            <a:off x="3754174" y="2095867"/>
            <a:ext cx="0" cy="179237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DD001ED8-762A-C1C7-8056-91DE73E23EA7}"/>
              </a:ext>
            </a:extLst>
          </p:cNvPr>
          <p:cNvCxnSpPr>
            <a:cxnSpLocks/>
            <a:stCxn id="58" idx="2"/>
            <a:endCxn id="266" idx="0"/>
          </p:cNvCxnSpPr>
          <p:nvPr/>
        </p:nvCxnSpPr>
        <p:spPr>
          <a:xfrm>
            <a:off x="3754174" y="2992019"/>
            <a:ext cx="0" cy="2349545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5D7F9EA7-F022-33BA-ABCB-D112A94E8ADF}"/>
              </a:ext>
            </a:extLst>
          </p:cNvPr>
          <p:cNvCxnSpPr>
            <a:cxnSpLocks/>
            <a:stCxn id="266" idx="3"/>
            <a:endCxn id="15" idx="1"/>
          </p:cNvCxnSpPr>
          <p:nvPr/>
        </p:nvCxnSpPr>
        <p:spPr>
          <a:xfrm flipV="1">
            <a:off x="4330174" y="1933867"/>
            <a:ext cx="189814" cy="3569697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1F2FE187-5269-957B-C9FE-A39D2CD3B416}"/>
              </a:ext>
            </a:extLst>
          </p:cNvPr>
          <p:cNvCxnSpPr>
            <a:cxnSpLocks/>
            <a:stCxn id="15" idx="2"/>
            <a:endCxn id="59" idx="0"/>
          </p:cNvCxnSpPr>
          <p:nvPr/>
        </p:nvCxnSpPr>
        <p:spPr>
          <a:xfrm flipH="1">
            <a:off x="5059983" y="2095867"/>
            <a:ext cx="5" cy="957634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7984E6DD-9DDA-9F20-9A99-0C4C5BDA1F12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8730028" y="1933867"/>
            <a:ext cx="772424" cy="3687157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rgbClr val="92D050"/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41" name="직사각형 11">
            <a:extLst>
              <a:ext uri="{FF2B5EF4-FFF2-40B4-BE49-F238E27FC236}">
                <a16:creationId xmlns:a16="http://schemas.microsoft.com/office/drawing/2014/main" id="{4DE68827-FDA2-93A0-04EC-24343AAF9090}"/>
              </a:ext>
            </a:extLst>
          </p:cNvPr>
          <p:cNvSpPr/>
          <p:nvPr/>
        </p:nvSpPr>
        <p:spPr>
          <a:xfrm>
            <a:off x="3178174" y="1771867"/>
            <a:ext cx="1152000" cy="324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AI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위험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관리 계획 수립</a:t>
            </a:r>
          </a:p>
        </p:txBody>
      </p:sp>
      <p:cxnSp>
        <p:nvCxnSpPr>
          <p:cNvPr id="43" name="직선 화살표 연결선 41">
            <a:extLst>
              <a:ext uri="{FF2B5EF4-FFF2-40B4-BE49-F238E27FC236}">
                <a16:creationId xmlns:a16="http://schemas.microsoft.com/office/drawing/2014/main" id="{7CDBA271-8DCE-019D-E5CC-933A112081F2}"/>
              </a:ext>
            </a:extLst>
          </p:cNvPr>
          <p:cNvCxnSpPr>
            <a:cxnSpLocks/>
            <a:stCxn id="59" idx="2"/>
            <a:endCxn id="61" idx="0"/>
          </p:cNvCxnSpPr>
          <p:nvPr/>
        </p:nvCxnSpPr>
        <p:spPr>
          <a:xfrm flipH="1">
            <a:off x="5059657" y="3377501"/>
            <a:ext cx="326" cy="107687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44" name="연결선: 꺾임 46">
            <a:extLst>
              <a:ext uri="{FF2B5EF4-FFF2-40B4-BE49-F238E27FC236}">
                <a16:creationId xmlns:a16="http://schemas.microsoft.com/office/drawing/2014/main" id="{F72E959F-3B52-3426-00E2-AA0B6EF8523E}"/>
              </a:ext>
            </a:extLst>
          </p:cNvPr>
          <p:cNvCxnSpPr>
            <a:cxnSpLocks/>
            <a:stCxn id="62" idx="3"/>
            <a:endCxn id="18" idx="1"/>
          </p:cNvCxnSpPr>
          <p:nvPr/>
        </p:nvCxnSpPr>
        <p:spPr>
          <a:xfrm flipV="1">
            <a:off x="6870148" y="1933867"/>
            <a:ext cx="779880" cy="1713321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rgbClr val="92D050"/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47" name="직선 화살표 연결선 41">
            <a:extLst>
              <a:ext uri="{FF2B5EF4-FFF2-40B4-BE49-F238E27FC236}">
                <a16:creationId xmlns:a16="http://schemas.microsoft.com/office/drawing/2014/main" id="{515AF420-6B83-6DDE-A3D3-46D4F4B080A2}"/>
              </a:ext>
            </a:extLst>
          </p:cNvPr>
          <p:cNvCxnSpPr>
            <a:cxnSpLocks/>
            <a:stCxn id="61" idx="3"/>
            <a:endCxn id="62" idx="1"/>
          </p:cNvCxnSpPr>
          <p:nvPr/>
        </p:nvCxnSpPr>
        <p:spPr>
          <a:xfrm>
            <a:off x="5599657" y="3647188"/>
            <a:ext cx="190491" cy="0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11761139-653A-31CF-BE30-A07569EA3D81}"/>
              </a:ext>
            </a:extLst>
          </p:cNvPr>
          <p:cNvSpPr/>
          <p:nvPr/>
        </p:nvSpPr>
        <p:spPr>
          <a:xfrm>
            <a:off x="3178174" y="2275104"/>
            <a:ext cx="1152000" cy="716915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 defTabSz="914400">
              <a:defRPr/>
            </a:pP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AI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위험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관리 계획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 협의 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03579012-64C3-D9B7-FCFB-8A7E5F311E61}"/>
              </a:ext>
            </a:extLst>
          </p:cNvPr>
          <p:cNvSpPr/>
          <p:nvPr/>
        </p:nvSpPr>
        <p:spPr>
          <a:xfrm>
            <a:off x="1597066" y="3078837"/>
            <a:ext cx="1152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서비스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기획</a:t>
            </a: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사전검토</a:t>
            </a:r>
          </a:p>
        </p:txBody>
      </p:sp>
      <p:sp>
        <p:nvSpPr>
          <p:cNvPr id="60" name="직사각형 12">
            <a:extLst>
              <a:ext uri="{FF2B5EF4-FFF2-40B4-BE49-F238E27FC236}">
                <a16:creationId xmlns:a16="http://schemas.microsoft.com/office/drawing/2014/main" id="{B5636A00-FE1A-8C15-0671-F89937F42074}"/>
              </a:ext>
            </a:extLst>
          </p:cNvPr>
          <p:cNvSpPr/>
          <p:nvPr/>
        </p:nvSpPr>
        <p:spPr>
          <a:xfrm>
            <a:off x="1597066" y="3485188"/>
            <a:ext cx="1152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 latinLnBrk="0"/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서비스 개발계획 수립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CC75242-D777-53C6-2FED-9ADDB15949F0}"/>
              </a:ext>
            </a:extLst>
          </p:cNvPr>
          <p:cNvSpPr/>
          <p:nvPr/>
        </p:nvSpPr>
        <p:spPr>
          <a:xfrm>
            <a:off x="4519988" y="1771867"/>
            <a:ext cx="1080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서비스</a:t>
            </a:r>
            <a:endParaRPr kumimoji="0" lang="en-US" altLang="ko-KR" sz="1000" i="0" u="non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개발 의뢰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404907E-F1C4-B2D2-1BFF-A05FD5FD22F9}"/>
              </a:ext>
            </a:extLst>
          </p:cNvPr>
          <p:cNvSpPr/>
          <p:nvPr/>
        </p:nvSpPr>
        <p:spPr>
          <a:xfrm>
            <a:off x="5790148" y="1771867"/>
            <a:ext cx="1080000" cy="504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lvl="0" algn="ctr" defTabSz="914400">
              <a:defRPr/>
            </a:pP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AI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위험 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관리 계획 </a:t>
            </a:r>
            <a:endParaRPr kumimoji="0" lang="en-US" altLang="ko-KR" sz="1000" i="0" u="non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  <a:p>
            <a:pPr lvl="0" algn="ctr" defTabSz="914400">
              <a:defRPr/>
            </a:pP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준수사항 점검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E41FAFEE-7C45-1301-33A2-5BE4EE8ABEB3}"/>
              </a:ext>
            </a:extLst>
          </p:cNvPr>
          <p:cNvSpPr/>
          <p:nvPr/>
        </p:nvSpPr>
        <p:spPr>
          <a:xfrm>
            <a:off x="4519983" y="3053501"/>
            <a:ext cx="1080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개발환경 구축 및 학습데이터 관리</a:t>
            </a:r>
          </a:p>
        </p:txBody>
      </p:sp>
      <p:sp>
        <p:nvSpPr>
          <p:cNvPr id="61" name="직사각형 22">
            <a:extLst>
              <a:ext uri="{FF2B5EF4-FFF2-40B4-BE49-F238E27FC236}">
                <a16:creationId xmlns:a16="http://schemas.microsoft.com/office/drawing/2014/main" id="{CA89F2B8-1DC9-1D62-903B-BB1BF362A453}"/>
              </a:ext>
            </a:extLst>
          </p:cNvPr>
          <p:cNvSpPr/>
          <p:nvPr/>
        </p:nvSpPr>
        <p:spPr>
          <a:xfrm>
            <a:off x="4519657" y="3485188"/>
            <a:ext cx="1080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lvl="0" algn="ctr" latinLnBrk="0">
              <a:defRPr/>
            </a:pPr>
            <a:r>
              <a:rPr kumimoji="0" lang="en-US" altLang="ko-KR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 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서비스 개발 </a:t>
            </a:r>
          </a:p>
        </p:txBody>
      </p:sp>
      <p:sp>
        <p:nvSpPr>
          <p:cNvPr id="62" name="직사각형 22">
            <a:extLst>
              <a:ext uri="{FF2B5EF4-FFF2-40B4-BE49-F238E27FC236}">
                <a16:creationId xmlns:a16="http://schemas.microsoft.com/office/drawing/2014/main" id="{8AE11837-A87C-0187-6C27-F89CE8CDCB01}"/>
              </a:ext>
            </a:extLst>
          </p:cNvPr>
          <p:cNvSpPr/>
          <p:nvPr/>
        </p:nvSpPr>
        <p:spPr>
          <a:xfrm>
            <a:off x="5790148" y="3485188"/>
            <a:ext cx="1080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lvl="0" algn="ctr" latinLnBrk="0">
              <a:defRPr/>
            </a:pP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서비스 개발 요건 이행 점검</a:t>
            </a:r>
            <a:endParaRPr kumimoji="0" lang="ko-KR" altLang="en-US" sz="1000" i="0" u="non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cxnSp>
        <p:nvCxnSpPr>
          <p:cNvPr id="85" name="연결선: 꺾임 84">
            <a:extLst>
              <a:ext uri="{FF2B5EF4-FFF2-40B4-BE49-F238E27FC236}">
                <a16:creationId xmlns:a16="http://schemas.microsoft.com/office/drawing/2014/main" id="{DCAE8E83-D9DE-40A4-790E-68F945EBCEF5}"/>
              </a:ext>
            </a:extLst>
          </p:cNvPr>
          <p:cNvCxnSpPr>
            <a:cxnSpLocks/>
            <a:stCxn id="88" idx="2"/>
            <a:endCxn id="57" idx="0"/>
          </p:cNvCxnSpPr>
          <p:nvPr/>
        </p:nvCxnSpPr>
        <p:spPr>
          <a:xfrm rot="16200000" flipH="1">
            <a:off x="1820318" y="2726089"/>
            <a:ext cx="140240" cy="565255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D1777980-A66A-F98F-56A5-4F141AB6EE60}"/>
              </a:ext>
            </a:extLst>
          </p:cNvPr>
          <p:cNvCxnSpPr>
            <a:cxnSpLocks/>
            <a:stCxn id="60" idx="2"/>
          </p:cNvCxnSpPr>
          <p:nvPr/>
        </p:nvCxnSpPr>
        <p:spPr>
          <a:xfrm>
            <a:off x="2173066" y="3809188"/>
            <a:ext cx="10109" cy="1617590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88" name="사각형: 둥근 모서리 65">
            <a:extLst>
              <a:ext uri="{FF2B5EF4-FFF2-40B4-BE49-F238E27FC236}">
                <a16:creationId xmlns:a16="http://schemas.microsoft.com/office/drawing/2014/main" id="{C3DCC749-8449-9845-6862-C2E7305B1BB5}"/>
              </a:ext>
            </a:extLst>
          </p:cNvPr>
          <p:cNvSpPr/>
          <p:nvPr/>
        </p:nvSpPr>
        <p:spPr>
          <a:xfrm>
            <a:off x="1383904" y="2775826"/>
            <a:ext cx="447813" cy="162771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b="1" spc="-150">
                <a:solidFill>
                  <a:prstClr val="white"/>
                </a:solidFill>
                <a:latin typeface="+mn-ea"/>
              </a:rPr>
              <a:t>고</a:t>
            </a:r>
            <a:r>
              <a:rPr kumimoji="0" lang="ko-KR" altLang="en-US" sz="900" b="1" i="0" u="none" strike="noStrike" kern="1200" cap="none" spc="-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rPr>
              <a:t>위험</a:t>
            </a:r>
          </a:p>
        </p:txBody>
      </p:sp>
      <p:sp>
        <p:nvSpPr>
          <p:cNvPr id="90" name="사각형: 둥근 모서리 65">
            <a:extLst>
              <a:ext uri="{FF2B5EF4-FFF2-40B4-BE49-F238E27FC236}">
                <a16:creationId xmlns:a16="http://schemas.microsoft.com/office/drawing/2014/main" id="{C6A222B6-E3A0-7645-D1F1-22AC5AA5C112}"/>
              </a:ext>
            </a:extLst>
          </p:cNvPr>
          <p:cNvSpPr/>
          <p:nvPr/>
        </p:nvSpPr>
        <p:spPr>
          <a:xfrm>
            <a:off x="1953838" y="2775826"/>
            <a:ext cx="447813" cy="162771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14400" latinLnBrk="1"/>
            <a:r>
              <a:rPr lang="ko-KR" altLang="en-US" sz="900" b="1" spc="-150" err="1">
                <a:solidFill>
                  <a:schemeClr val="tx1"/>
                </a:solidFill>
                <a:latin typeface="+mn-ea"/>
              </a:rPr>
              <a:t>중위험</a:t>
            </a:r>
            <a:endParaRPr lang="ko-KR" altLang="en-US" sz="900" b="1" spc="-15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1" name="사각형: 둥근 모서리 65">
            <a:extLst>
              <a:ext uri="{FF2B5EF4-FFF2-40B4-BE49-F238E27FC236}">
                <a16:creationId xmlns:a16="http://schemas.microsoft.com/office/drawing/2014/main" id="{74ED8715-13AF-1E9C-4908-D9F03D267BD5}"/>
              </a:ext>
            </a:extLst>
          </p:cNvPr>
          <p:cNvSpPr/>
          <p:nvPr/>
        </p:nvSpPr>
        <p:spPr>
          <a:xfrm>
            <a:off x="2523772" y="2775826"/>
            <a:ext cx="447813" cy="162771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14400" latinLnBrk="1"/>
            <a:r>
              <a:rPr lang="ko-KR" altLang="en-US" sz="900" b="1" spc="-150" err="1">
                <a:solidFill>
                  <a:schemeClr val="tx1"/>
                </a:solidFill>
                <a:latin typeface="+mn-ea"/>
              </a:rPr>
              <a:t>저위험</a:t>
            </a:r>
            <a:endParaRPr lang="ko-KR" altLang="en-US" sz="900" b="1" spc="-15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BFEDA27-62CA-EF34-7A66-895CA0CB428D}"/>
              </a:ext>
            </a:extLst>
          </p:cNvPr>
          <p:cNvSpPr/>
          <p:nvPr/>
        </p:nvSpPr>
        <p:spPr>
          <a:xfrm>
            <a:off x="1356527" y="2321904"/>
            <a:ext cx="1620000" cy="358801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+mn-cs"/>
              </a:rPr>
              <a:t>AI </a:t>
            </a:r>
            <a:r>
              <a:rPr kumimoji="0" lang="ko-KR" altLang="en-US" sz="1000" b="1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+mn-cs"/>
              </a:rPr>
              <a:t>위험</a:t>
            </a:r>
            <a:r>
              <a:rPr kumimoji="0" lang="en-US" altLang="ko-KR" sz="1000" b="1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+mn-cs"/>
              </a:rPr>
              <a:t>/</a:t>
            </a:r>
            <a:r>
              <a:rPr kumimoji="0" lang="ko-KR" altLang="en-US" sz="1000" b="1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+mn-cs"/>
              </a:rPr>
              <a:t>영향</a:t>
            </a:r>
            <a:r>
              <a:rPr kumimoji="0" lang="en-US" altLang="ko-KR" sz="1000" b="1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+mn-cs"/>
              </a:rPr>
              <a:t>/</a:t>
            </a:r>
            <a:r>
              <a:rPr kumimoji="0" lang="ko-KR" altLang="en-US" sz="1000" b="1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+mn-cs"/>
              </a:rPr>
              <a:t>안전성 식별</a:t>
            </a:r>
            <a:r>
              <a:rPr lang="en-US" altLang="ko-KR" sz="1000" b="1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 </a:t>
            </a:r>
            <a:r>
              <a:rPr kumimoji="0" lang="ko-KR" altLang="en-US" sz="1000" b="1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+mn-cs"/>
              </a:rPr>
              <a:t>및 평가</a:t>
            </a:r>
            <a:r>
              <a:rPr kumimoji="0" lang="en-US" altLang="ko-KR" sz="1000" b="1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+mn-cs"/>
              </a:rPr>
              <a:t>*</a:t>
            </a:r>
            <a:endParaRPr kumimoji="0" lang="ko-KR" altLang="en-US" sz="1000" b="1" i="0" u="none" strike="noStrik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96" name="직사각형 10">
            <a:extLst>
              <a:ext uri="{FF2B5EF4-FFF2-40B4-BE49-F238E27FC236}">
                <a16:creationId xmlns:a16="http://schemas.microsoft.com/office/drawing/2014/main" id="{DCCD30C4-EE8C-B433-45C2-A6E00210990D}"/>
              </a:ext>
            </a:extLst>
          </p:cNvPr>
          <p:cNvSpPr/>
          <p:nvPr/>
        </p:nvSpPr>
        <p:spPr>
          <a:xfrm>
            <a:off x="1419225" y="2505863"/>
            <a:ext cx="561975" cy="163513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 latinLnBrk="0"/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위험등급</a:t>
            </a:r>
          </a:p>
        </p:txBody>
      </p:sp>
      <p:sp>
        <p:nvSpPr>
          <p:cNvPr id="99" name="직사각형 10">
            <a:extLst>
              <a:ext uri="{FF2B5EF4-FFF2-40B4-BE49-F238E27FC236}">
                <a16:creationId xmlns:a16="http://schemas.microsoft.com/office/drawing/2014/main" id="{1A43AEA3-1BF2-39DC-06AE-6C1DF0B1DA27}"/>
              </a:ext>
            </a:extLst>
          </p:cNvPr>
          <p:cNvSpPr/>
          <p:nvPr/>
        </p:nvSpPr>
        <p:spPr>
          <a:xfrm>
            <a:off x="2085975" y="2505863"/>
            <a:ext cx="842962" cy="163513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latinLnBrk="0"/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 </a:t>
            </a:r>
            <a:r>
              <a:rPr lang="ko-KR" altLang="en-US" sz="1000" b="1" kern="0" spc="-150" err="1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고영향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 </a:t>
            </a: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·</a:t>
            </a:r>
            <a:endParaRPr lang="ko-KR" altLang="en-US" sz="1000" kern="0" spc="-150">
              <a:ln>
                <a:solidFill>
                  <a:srgbClr val="0070C0">
                    <a:alpha val="0"/>
                  </a:srgbClr>
                </a:solidFill>
              </a:ln>
              <a:latin typeface="+mn-ea"/>
            </a:endParaRPr>
          </a:p>
        </p:txBody>
      </p:sp>
      <p:cxnSp>
        <p:nvCxnSpPr>
          <p:cNvPr id="105" name="연결선: 꺾임 84">
            <a:extLst>
              <a:ext uri="{FF2B5EF4-FFF2-40B4-BE49-F238E27FC236}">
                <a16:creationId xmlns:a16="http://schemas.microsoft.com/office/drawing/2014/main" id="{F4DE14F1-91A4-1016-51A8-D1E4682F213F}"/>
              </a:ext>
            </a:extLst>
          </p:cNvPr>
          <p:cNvCxnSpPr>
            <a:cxnSpLocks/>
            <a:stCxn id="91" idx="2"/>
            <a:endCxn id="57" idx="0"/>
          </p:cNvCxnSpPr>
          <p:nvPr/>
        </p:nvCxnSpPr>
        <p:spPr>
          <a:xfrm rot="5400000">
            <a:off x="2390253" y="2721411"/>
            <a:ext cx="140240" cy="574613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108" name="연결선: 꺾임 84">
            <a:extLst>
              <a:ext uri="{FF2B5EF4-FFF2-40B4-BE49-F238E27FC236}">
                <a16:creationId xmlns:a16="http://schemas.microsoft.com/office/drawing/2014/main" id="{17CE7B07-AF0B-5034-AD0E-01DC6BA9B4C9}"/>
              </a:ext>
            </a:extLst>
          </p:cNvPr>
          <p:cNvCxnSpPr>
            <a:cxnSpLocks/>
            <a:stCxn id="90" idx="2"/>
            <a:endCxn id="57" idx="0"/>
          </p:cNvCxnSpPr>
          <p:nvPr/>
        </p:nvCxnSpPr>
        <p:spPr>
          <a:xfrm rot="5400000">
            <a:off x="2105286" y="3006378"/>
            <a:ext cx="140240" cy="4679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191" name="직사각형 12">
            <a:extLst>
              <a:ext uri="{FF2B5EF4-FFF2-40B4-BE49-F238E27FC236}">
                <a16:creationId xmlns:a16="http://schemas.microsoft.com/office/drawing/2014/main" id="{372A3C3E-9CDB-7D4D-F061-E9AE43B6D421}"/>
              </a:ext>
            </a:extLst>
          </p:cNvPr>
          <p:cNvSpPr/>
          <p:nvPr/>
        </p:nvSpPr>
        <p:spPr>
          <a:xfrm>
            <a:off x="1597066" y="5341053"/>
            <a:ext cx="1152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lvl="0" algn="ctr" defTabSz="914400">
              <a:defRPr/>
            </a:pP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AI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위험</a:t>
            </a:r>
            <a:b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</a:b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식별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평가 결과 검토</a:t>
            </a:r>
          </a:p>
        </p:txBody>
      </p:sp>
      <p:sp>
        <p:nvSpPr>
          <p:cNvPr id="266" name="직사각형 11">
            <a:extLst>
              <a:ext uri="{FF2B5EF4-FFF2-40B4-BE49-F238E27FC236}">
                <a16:creationId xmlns:a16="http://schemas.microsoft.com/office/drawing/2014/main" id="{CFF83761-BA64-0A4C-B9F5-FD950B6EF477}"/>
              </a:ext>
            </a:extLst>
          </p:cNvPr>
          <p:cNvSpPr/>
          <p:nvPr/>
        </p:nvSpPr>
        <p:spPr>
          <a:xfrm>
            <a:off x="3178174" y="5341564"/>
            <a:ext cx="1152000" cy="324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AI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위험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관리 계획 승인</a:t>
            </a:r>
          </a:p>
        </p:txBody>
      </p:sp>
      <p:cxnSp>
        <p:nvCxnSpPr>
          <p:cNvPr id="411" name="연결선: 꺾임 46">
            <a:extLst>
              <a:ext uri="{FF2B5EF4-FFF2-40B4-BE49-F238E27FC236}">
                <a16:creationId xmlns:a16="http://schemas.microsoft.com/office/drawing/2014/main" id="{D384DAC0-5568-E6A8-2BD0-EA594C3B2850}"/>
              </a:ext>
            </a:extLst>
          </p:cNvPr>
          <p:cNvCxnSpPr>
            <a:cxnSpLocks/>
            <a:stCxn id="16" idx="3"/>
            <a:endCxn id="18" idx="1"/>
          </p:cNvCxnSpPr>
          <p:nvPr/>
        </p:nvCxnSpPr>
        <p:spPr>
          <a:xfrm flipV="1">
            <a:off x="6870148" y="1933867"/>
            <a:ext cx="779880" cy="90000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rgbClr val="92D050"/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448" name="연결선: 꺾임 46">
            <a:extLst>
              <a:ext uri="{FF2B5EF4-FFF2-40B4-BE49-F238E27FC236}">
                <a16:creationId xmlns:a16="http://schemas.microsoft.com/office/drawing/2014/main" id="{704D78C3-D1A1-A24A-2280-ECD727E7100F}"/>
              </a:ext>
            </a:extLst>
          </p:cNvPr>
          <p:cNvCxnSpPr>
            <a:cxnSpLocks/>
            <a:stCxn id="61" idx="3"/>
            <a:endCxn id="16" idx="1"/>
          </p:cNvCxnSpPr>
          <p:nvPr/>
        </p:nvCxnSpPr>
        <p:spPr>
          <a:xfrm flipV="1">
            <a:off x="5599657" y="2023867"/>
            <a:ext cx="190491" cy="1623321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504" name="직사각형 56">
            <a:extLst>
              <a:ext uri="{FF2B5EF4-FFF2-40B4-BE49-F238E27FC236}">
                <a16:creationId xmlns:a16="http://schemas.microsoft.com/office/drawing/2014/main" id="{DD9BB446-A0B6-4747-60F4-6812C6F5E255}"/>
              </a:ext>
            </a:extLst>
          </p:cNvPr>
          <p:cNvSpPr/>
          <p:nvPr/>
        </p:nvSpPr>
        <p:spPr>
          <a:xfrm>
            <a:off x="1597066" y="1771867"/>
            <a:ext cx="1152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서비스</a:t>
            </a: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기획 수립</a:t>
            </a:r>
          </a:p>
        </p:txBody>
      </p:sp>
      <p:cxnSp>
        <p:nvCxnSpPr>
          <p:cNvPr id="68" name="직선 화살표 연결선 27">
            <a:extLst>
              <a:ext uri="{FF2B5EF4-FFF2-40B4-BE49-F238E27FC236}">
                <a16:creationId xmlns:a16="http://schemas.microsoft.com/office/drawing/2014/main" id="{04887F27-CC7E-54D5-2A71-2E2AEADDB13B}"/>
              </a:ext>
            </a:extLst>
          </p:cNvPr>
          <p:cNvCxnSpPr>
            <a:cxnSpLocks/>
            <a:stCxn id="504" idx="2"/>
            <a:endCxn id="189" idx="0"/>
          </p:cNvCxnSpPr>
          <p:nvPr/>
        </p:nvCxnSpPr>
        <p:spPr>
          <a:xfrm>
            <a:off x="2173066" y="2095867"/>
            <a:ext cx="1" cy="179237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116" name="사각형: 둥근 모서리 65">
            <a:extLst>
              <a:ext uri="{FF2B5EF4-FFF2-40B4-BE49-F238E27FC236}">
                <a16:creationId xmlns:a16="http://schemas.microsoft.com/office/drawing/2014/main" id="{E5E39022-18C3-4661-7789-FE1B1A22EABE}"/>
              </a:ext>
            </a:extLst>
          </p:cNvPr>
          <p:cNvSpPr/>
          <p:nvPr/>
        </p:nvSpPr>
        <p:spPr>
          <a:xfrm>
            <a:off x="2516628" y="2524229"/>
            <a:ext cx="371828" cy="134280"/>
          </a:xfrm>
          <a:prstGeom prst="roundRect">
            <a:avLst>
              <a:gd name="adj" fmla="val 5000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14400" latinLnBrk="1"/>
            <a:r>
              <a:rPr lang="ko-KR" altLang="en-US" sz="900" b="1" spc="-150">
                <a:solidFill>
                  <a:schemeClr val="bg1"/>
                </a:solidFill>
                <a:latin typeface="+mn-ea"/>
              </a:rPr>
              <a:t>안전성</a:t>
            </a:r>
          </a:p>
        </p:txBody>
      </p:sp>
      <p:cxnSp>
        <p:nvCxnSpPr>
          <p:cNvPr id="4" name="연결선: 꺾임 84">
            <a:extLst>
              <a:ext uri="{FF2B5EF4-FFF2-40B4-BE49-F238E27FC236}">
                <a16:creationId xmlns:a16="http://schemas.microsoft.com/office/drawing/2014/main" id="{F54F2687-79D9-E7D1-87B4-8E03EDD1AA20}"/>
              </a:ext>
            </a:extLst>
          </p:cNvPr>
          <p:cNvCxnSpPr>
            <a:cxnSpLocks/>
            <a:stCxn id="99" idx="2"/>
            <a:endCxn id="88" idx="0"/>
          </p:cNvCxnSpPr>
          <p:nvPr/>
        </p:nvCxnSpPr>
        <p:spPr>
          <a:xfrm rot="5400000">
            <a:off x="2004409" y="2272779"/>
            <a:ext cx="106450" cy="899645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11" name="텍스트 개체 틀 3">
            <a:extLst>
              <a:ext uri="{FF2B5EF4-FFF2-40B4-BE49-F238E27FC236}">
                <a16:creationId xmlns:a16="http://schemas.microsoft.com/office/drawing/2014/main" id="{ABDE0E20-F64A-E316-9ACA-0CAC084CCBB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1963" y="813435"/>
            <a:ext cx="11520000" cy="325410"/>
          </a:xfrm>
        </p:spPr>
        <p:txBody>
          <a:bodyPr/>
          <a:lstStyle/>
          <a:p>
            <a:r>
              <a:rPr lang="en-US" altLang="ko-KR"/>
              <a:t>AI</a:t>
            </a:r>
            <a:r>
              <a:rPr lang="ko-KR" altLang="en-US"/>
              <a:t>서비스 개발 단계별로 준수해야 할 </a:t>
            </a:r>
            <a:r>
              <a:rPr lang="en-US" altLang="ko-KR"/>
              <a:t>AI</a:t>
            </a:r>
            <a:r>
              <a:rPr lang="ko-KR" altLang="en-US"/>
              <a:t>거버넌스 표준 프로세스</a:t>
            </a:r>
            <a:r>
              <a:rPr lang="en-US" altLang="ko-KR"/>
              <a:t>, </a:t>
            </a:r>
            <a:r>
              <a:rPr lang="ko-KR" altLang="en-US"/>
              <a:t>부서별 역할과 책임</a:t>
            </a:r>
            <a:r>
              <a:rPr lang="en-US" altLang="ko-KR"/>
              <a:t>(R&amp;R) </a:t>
            </a:r>
            <a:r>
              <a:rPr lang="ko-KR" altLang="en-US"/>
              <a:t>및 개발 라이프사이클 단계별 업무 정의는 다음과 같음</a:t>
            </a:r>
          </a:p>
        </p:txBody>
      </p:sp>
      <p:sp>
        <p:nvSpPr>
          <p:cNvPr id="13" name="직사각형 20">
            <a:extLst>
              <a:ext uri="{FF2B5EF4-FFF2-40B4-BE49-F238E27FC236}">
                <a16:creationId xmlns:a16="http://schemas.microsoft.com/office/drawing/2014/main" id="{A3E7582E-4F89-2A10-2692-0E320223A541}"/>
              </a:ext>
            </a:extLst>
          </p:cNvPr>
          <p:cNvSpPr/>
          <p:nvPr/>
        </p:nvSpPr>
        <p:spPr>
          <a:xfrm>
            <a:off x="10733909" y="2431592"/>
            <a:ext cx="1080000" cy="191381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 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서비스</a:t>
            </a:r>
            <a:br>
              <a:rPr kumimoji="0" lang="en-US" altLang="ko-KR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</a:b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개선 </a:t>
            </a:r>
            <a:endParaRPr kumimoji="0" lang="ko-KR" altLang="en-US" sz="1000" i="0" u="none" kern="0" cap="none" spc="-150" normalizeH="0" baseline="3000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4" name="직사각형 21">
            <a:extLst>
              <a:ext uri="{FF2B5EF4-FFF2-40B4-BE49-F238E27FC236}">
                <a16:creationId xmlns:a16="http://schemas.microsoft.com/office/drawing/2014/main" id="{895AC25A-041A-5B10-22A1-72F5B095F69D}"/>
              </a:ext>
            </a:extLst>
          </p:cNvPr>
          <p:cNvSpPr/>
          <p:nvPr/>
        </p:nvSpPr>
        <p:spPr>
          <a:xfrm>
            <a:off x="9502452" y="5229520"/>
            <a:ext cx="1080000" cy="643504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 defTabSz="914400">
              <a:defRPr/>
            </a:pP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AI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위험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관리 계획 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이행 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확인 후 승인</a:t>
            </a:r>
            <a:endParaRPr lang="en-US" altLang="ko-KR" sz="1000" kern="0" spc="-150">
              <a:ln>
                <a:solidFill>
                  <a:srgbClr val="0070C0">
                    <a:alpha val="0"/>
                  </a:srgbClr>
                </a:solidFill>
              </a:ln>
              <a:latin typeface="+mn-ea"/>
            </a:endParaRPr>
          </a:p>
          <a:p>
            <a:pPr algn="ctr" defTabSz="914400">
              <a:defRPr/>
            </a:pPr>
            <a:endParaRPr lang="en-US" altLang="ko-KR" sz="1000" kern="0" spc="-150">
              <a:ln>
                <a:solidFill>
                  <a:srgbClr val="0070C0">
                    <a:alpha val="0"/>
                  </a:srgbClr>
                </a:solidFill>
              </a:ln>
              <a:latin typeface="+mn-ea"/>
            </a:endParaRPr>
          </a:p>
          <a:p>
            <a:pPr algn="ctr" defTabSz="914400">
              <a:defRPr/>
            </a:pPr>
            <a:endParaRPr kumimoji="0" lang="ko-KR" altLang="en-US" sz="1000" i="0" u="non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7" name="직사각형 22">
            <a:extLst>
              <a:ext uri="{FF2B5EF4-FFF2-40B4-BE49-F238E27FC236}">
                <a16:creationId xmlns:a16="http://schemas.microsoft.com/office/drawing/2014/main" id="{7DBA67FC-4598-870A-E5FC-998836E5D398}"/>
              </a:ext>
            </a:extLst>
          </p:cNvPr>
          <p:cNvSpPr/>
          <p:nvPr/>
        </p:nvSpPr>
        <p:spPr>
          <a:xfrm>
            <a:off x="10732873" y="5369024"/>
            <a:ext cx="1080000" cy="50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 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위험</a:t>
            </a: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모니터링</a:t>
            </a:r>
            <a:endParaRPr kumimoji="0" lang="en-US" altLang="ko-KR" sz="1000" i="0" u="non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결과 점검</a:t>
            </a:r>
          </a:p>
        </p:txBody>
      </p:sp>
      <p:cxnSp>
        <p:nvCxnSpPr>
          <p:cNvPr id="19" name="직선 화살표 연결선 38">
            <a:extLst>
              <a:ext uri="{FF2B5EF4-FFF2-40B4-BE49-F238E27FC236}">
                <a16:creationId xmlns:a16="http://schemas.microsoft.com/office/drawing/2014/main" id="{81AC9B2D-50A4-ADEF-07EC-DAB98082DAC8}"/>
              </a:ext>
            </a:extLst>
          </p:cNvPr>
          <p:cNvCxnSpPr>
            <a:cxnSpLocks/>
            <a:stCxn id="17" idx="0"/>
            <a:endCxn id="13" idx="2"/>
          </p:cNvCxnSpPr>
          <p:nvPr/>
        </p:nvCxnSpPr>
        <p:spPr>
          <a:xfrm flipV="1">
            <a:off x="11272873" y="4345402"/>
            <a:ext cx="1036" cy="1023622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24" name="연결선: 꺾임 39">
            <a:extLst>
              <a:ext uri="{FF2B5EF4-FFF2-40B4-BE49-F238E27FC236}">
                <a16:creationId xmlns:a16="http://schemas.microsoft.com/office/drawing/2014/main" id="{B3F81B76-5799-E57B-DE32-E0DDD18983D1}"/>
              </a:ext>
            </a:extLst>
          </p:cNvPr>
          <p:cNvCxnSpPr>
            <a:cxnSpLocks/>
            <a:stCxn id="451" idx="3"/>
            <a:endCxn id="17" idx="1"/>
          </p:cNvCxnSpPr>
          <p:nvPr/>
        </p:nvCxnSpPr>
        <p:spPr>
          <a:xfrm>
            <a:off x="10582452" y="4764020"/>
            <a:ext cx="150421" cy="857004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25" name="직선 화살표 연결선 53">
            <a:extLst>
              <a:ext uri="{FF2B5EF4-FFF2-40B4-BE49-F238E27FC236}">
                <a16:creationId xmlns:a16="http://schemas.microsoft.com/office/drawing/2014/main" id="{87561968-E6FF-40A8-A974-05FF125DB2C8}"/>
              </a:ext>
            </a:extLst>
          </p:cNvPr>
          <p:cNvCxnSpPr>
            <a:cxnSpLocks/>
          </p:cNvCxnSpPr>
          <p:nvPr/>
        </p:nvCxnSpPr>
        <p:spPr>
          <a:xfrm flipV="1">
            <a:off x="9542780" y="3844964"/>
            <a:ext cx="0" cy="1388071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32" name="직사각형 50">
            <a:extLst>
              <a:ext uri="{FF2B5EF4-FFF2-40B4-BE49-F238E27FC236}">
                <a16:creationId xmlns:a16="http://schemas.microsoft.com/office/drawing/2014/main" id="{D3E8540F-2A63-7B2C-FC70-14045ED9FA4E}"/>
              </a:ext>
            </a:extLst>
          </p:cNvPr>
          <p:cNvSpPr/>
          <p:nvPr/>
        </p:nvSpPr>
        <p:spPr>
          <a:xfrm>
            <a:off x="9862452" y="3915896"/>
            <a:ext cx="720000" cy="554503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kern="0" cap="none" spc="-150" normalizeH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 </a:t>
            </a:r>
            <a:r>
              <a:rPr kumimoji="0" lang="ko-KR" altLang="en-US" sz="1000" i="0" u="none" kern="0" cap="none" spc="-150" normalizeH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서비스 운영</a:t>
            </a:r>
          </a:p>
        </p:txBody>
      </p:sp>
      <p:sp>
        <p:nvSpPr>
          <p:cNvPr id="33" name="직사각형 51">
            <a:extLst>
              <a:ext uri="{FF2B5EF4-FFF2-40B4-BE49-F238E27FC236}">
                <a16:creationId xmlns:a16="http://schemas.microsoft.com/office/drawing/2014/main" id="{1B56F31A-0E0A-506C-41D1-8367F1505A12}"/>
              </a:ext>
            </a:extLst>
          </p:cNvPr>
          <p:cNvSpPr/>
          <p:nvPr/>
        </p:nvSpPr>
        <p:spPr>
          <a:xfrm>
            <a:off x="9479963" y="2826310"/>
            <a:ext cx="338948" cy="1018653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kern="0" cap="none" spc="-150" normalizeH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 </a:t>
            </a:r>
            <a:r>
              <a:rPr kumimoji="0" lang="ko-KR" altLang="en-US" sz="1000" i="0" u="none" kern="0" cap="none" spc="-150" normalizeH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서비스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배포</a:t>
            </a:r>
            <a:endParaRPr kumimoji="0" lang="ko-KR" altLang="en-US" sz="1000" i="0" u="none" kern="0" cap="none" spc="-150" normalizeH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cxnSp>
        <p:nvCxnSpPr>
          <p:cNvPr id="34" name="직선 화살표 연결선 36">
            <a:extLst>
              <a:ext uri="{FF2B5EF4-FFF2-40B4-BE49-F238E27FC236}">
                <a16:creationId xmlns:a16="http://schemas.microsoft.com/office/drawing/2014/main" id="{57A76A39-C6EC-6FCD-8F21-C6E8138D5914}"/>
              </a:ext>
            </a:extLst>
          </p:cNvPr>
          <p:cNvCxnSpPr>
            <a:cxnSpLocks/>
          </p:cNvCxnSpPr>
          <p:nvPr/>
        </p:nvCxnSpPr>
        <p:spPr>
          <a:xfrm flipV="1">
            <a:off x="10102340" y="4466862"/>
            <a:ext cx="0" cy="135158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35" name="직사각형 50">
            <a:extLst>
              <a:ext uri="{FF2B5EF4-FFF2-40B4-BE49-F238E27FC236}">
                <a16:creationId xmlns:a16="http://schemas.microsoft.com/office/drawing/2014/main" id="{D24ED958-0373-C2EA-4BB9-B6B2FC1039F6}"/>
              </a:ext>
            </a:extLst>
          </p:cNvPr>
          <p:cNvSpPr/>
          <p:nvPr/>
        </p:nvSpPr>
        <p:spPr>
          <a:xfrm>
            <a:off x="9862452" y="2431592"/>
            <a:ext cx="720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서비스 </a:t>
            </a:r>
            <a:endParaRPr lang="en-US" altLang="ko-KR" sz="1000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인수인계</a:t>
            </a:r>
            <a:endParaRPr kumimoji="0" lang="ko-KR" altLang="en-US" sz="1000" i="0" u="none" kern="0" cap="none" spc="-150" normalizeH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cxnSp>
        <p:nvCxnSpPr>
          <p:cNvPr id="42" name="직선 화살표 연결선 38">
            <a:extLst>
              <a:ext uri="{FF2B5EF4-FFF2-40B4-BE49-F238E27FC236}">
                <a16:creationId xmlns:a16="http://schemas.microsoft.com/office/drawing/2014/main" id="{DE75AE34-C963-274B-ABC2-5020993DB25A}"/>
              </a:ext>
            </a:extLst>
          </p:cNvPr>
          <p:cNvCxnSpPr>
            <a:cxnSpLocks/>
            <a:stCxn id="35" idx="2"/>
            <a:endCxn id="32" idx="0"/>
          </p:cNvCxnSpPr>
          <p:nvPr/>
        </p:nvCxnSpPr>
        <p:spPr>
          <a:xfrm>
            <a:off x="10222452" y="2755592"/>
            <a:ext cx="0" cy="1160304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45" name="연결선: 꺾임 39">
            <a:extLst>
              <a:ext uri="{FF2B5EF4-FFF2-40B4-BE49-F238E27FC236}">
                <a16:creationId xmlns:a16="http://schemas.microsoft.com/office/drawing/2014/main" id="{4E2A3290-0BE8-D5CC-73B9-33A5A928860C}"/>
              </a:ext>
            </a:extLst>
          </p:cNvPr>
          <p:cNvCxnSpPr>
            <a:cxnSpLocks/>
            <a:stCxn id="32" idx="3"/>
            <a:endCxn id="13" idx="1"/>
          </p:cNvCxnSpPr>
          <p:nvPr/>
        </p:nvCxnSpPr>
        <p:spPr>
          <a:xfrm flipV="1">
            <a:off x="10582452" y="3388497"/>
            <a:ext cx="151457" cy="804651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46" name="연결선: 꺾임 39">
            <a:extLst>
              <a:ext uri="{FF2B5EF4-FFF2-40B4-BE49-F238E27FC236}">
                <a16:creationId xmlns:a16="http://schemas.microsoft.com/office/drawing/2014/main" id="{932D6FB1-8BC3-8C93-013A-5DD0EFE5C6CA}"/>
              </a:ext>
            </a:extLst>
          </p:cNvPr>
          <p:cNvCxnSpPr>
            <a:cxnSpLocks/>
            <a:stCxn id="33" idx="2"/>
            <a:endCxn id="32" idx="1"/>
          </p:cNvCxnSpPr>
          <p:nvPr/>
        </p:nvCxnSpPr>
        <p:spPr>
          <a:xfrm rot="16200000" flipH="1">
            <a:off x="9581852" y="3912547"/>
            <a:ext cx="348185" cy="213015"/>
          </a:xfrm>
          <a:prstGeom prst="bentConnector2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48" name="직선 화살표 연결선 36">
            <a:extLst>
              <a:ext uri="{FF2B5EF4-FFF2-40B4-BE49-F238E27FC236}">
                <a16:creationId xmlns:a16="http://schemas.microsoft.com/office/drawing/2014/main" id="{2C2D6276-1A72-61A6-2BF5-2D373407CF34}"/>
              </a:ext>
            </a:extLst>
          </p:cNvPr>
          <p:cNvCxnSpPr>
            <a:cxnSpLocks/>
          </p:cNvCxnSpPr>
          <p:nvPr/>
        </p:nvCxnSpPr>
        <p:spPr>
          <a:xfrm>
            <a:off x="10379200" y="4468670"/>
            <a:ext cx="0" cy="134169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451" name="직사각형 50">
            <a:extLst>
              <a:ext uri="{FF2B5EF4-FFF2-40B4-BE49-F238E27FC236}">
                <a16:creationId xmlns:a16="http://schemas.microsoft.com/office/drawing/2014/main" id="{377B861B-6E41-CF23-B7EF-0866E200ACF1}"/>
              </a:ext>
            </a:extLst>
          </p:cNvPr>
          <p:cNvSpPr/>
          <p:nvPr/>
        </p:nvSpPr>
        <p:spPr>
          <a:xfrm>
            <a:off x="9862452" y="4602020"/>
            <a:ext cx="720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lvl="0" algn="ctr" defTabSz="914400">
              <a:defRPr/>
            </a:pP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위험 모니터링</a:t>
            </a:r>
          </a:p>
        </p:txBody>
      </p:sp>
      <p:sp>
        <p:nvSpPr>
          <p:cNvPr id="452" name="Oval 451">
            <a:extLst>
              <a:ext uri="{FF2B5EF4-FFF2-40B4-BE49-F238E27FC236}">
                <a16:creationId xmlns:a16="http://schemas.microsoft.com/office/drawing/2014/main" id="{58780958-75F2-D84E-D16A-5F6E540D7450}"/>
              </a:ext>
            </a:extLst>
          </p:cNvPr>
          <p:cNvSpPr/>
          <p:nvPr/>
        </p:nvSpPr>
        <p:spPr>
          <a:xfrm>
            <a:off x="9548986" y="5611908"/>
            <a:ext cx="143968" cy="143969"/>
          </a:xfrm>
          <a:prstGeom prst="ellipse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sp>
        <p:nvSpPr>
          <p:cNvPr id="453" name="TextBox 452">
            <a:extLst>
              <a:ext uri="{FF2B5EF4-FFF2-40B4-BE49-F238E27FC236}">
                <a16:creationId xmlns:a16="http://schemas.microsoft.com/office/drawing/2014/main" id="{037FE072-1DB4-6E6D-A856-345AFFD64602}"/>
              </a:ext>
            </a:extLst>
          </p:cNvPr>
          <p:cNvSpPr txBox="1"/>
          <p:nvPr/>
        </p:nvSpPr>
        <p:spPr>
          <a:xfrm>
            <a:off x="9718792" y="5617112"/>
            <a:ext cx="815259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atinLnBrk="0"/>
            <a:r>
              <a:rPr lang="ko-KR" altLang="en-US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이용자 및 금융소비자 보호 고지 검토</a:t>
            </a:r>
            <a:endParaRPr lang="en-US" altLang="ko-KR" sz="800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454" name="Oval 453">
            <a:extLst>
              <a:ext uri="{FF2B5EF4-FFF2-40B4-BE49-F238E27FC236}">
                <a16:creationId xmlns:a16="http://schemas.microsoft.com/office/drawing/2014/main" id="{CBFADDF6-6DC3-B0FA-B4DA-270A0A093B52}"/>
              </a:ext>
            </a:extLst>
          </p:cNvPr>
          <p:cNvSpPr/>
          <p:nvPr/>
        </p:nvSpPr>
        <p:spPr>
          <a:xfrm>
            <a:off x="9872646" y="4093977"/>
            <a:ext cx="143968" cy="143969"/>
          </a:xfrm>
          <a:prstGeom prst="ellipse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sp>
        <p:nvSpPr>
          <p:cNvPr id="455" name="TextBox 454">
            <a:extLst>
              <a:ext uri="{FF2B5EF4-FFF2-40B4-BE49-F238E27FC236}">
                <a16:creationId xmlns:a16="http://schemas.microsoft.com/office/drawing/2014/main" id="{39C6E8DB-DB57-B113-D42E-3A24589CB876}"/>
              </a:ext>
            </a:extLst>
          </p:cNvPr>
          <p:cNvSpPr txBox="1"/>
          <p:nvPr/>
        </p:nvSpPr>
        <p:spPr>
          <a:xfrm>
            <a:off x="10018934" y="4082086"/>
            <a:ext cx="540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atinLnBrk="0"/>
            <a:r>
              <a:rPr lang="ko-KR" altLang="en-US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이용자 및 </a:t>
            </a:r>
            <a:endParaRPr lang="en-US" altLang="ko-KR" sz="800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  <a:p>
            <a:pPr latinLnBrk="0"/>
            <a:r>
              <a:rPr lang="ko-KR" altLang="en-US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금융소비자 </a:t>
            </a:r>
            <a:endParaRPr lang="en-US" altLang="ko-KR" sz="800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  <a:p>
            <a:pPr latinLnBrk="0"/>
            <a:r>
              <a:rPr lang="ko-KR" altLang="en-US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보호 권리 대응</a:t>
            </a:r>
            <a:endParaRPr lang="en-US" altLang="ko-KR" sz="800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456" name="Rectangle 455">
            <a:extLst>
              <a:ext uri="{FF2B5EF4-FFF2-40B4-BE49-F238E27FC236}">
                <a16:creationId xmlns:a16="http://schemas.microsoft.com/office/drawing/2014/main" id="{08651302-5FC2-A1AF-6E1B-3BE2B9CBACA3}"/>
              </a:ext>
            </a:extLst>
          </p:cNvPr>
          <p:cNvSpPr/>
          <p:nvPr/>
        </p:nvSpPr>
        <p:spPr>
          <a:xfrm>
            <a:off x="4519657" y="1705752"/>
            <a:ext cx="7337382" cy="52087"/>
          </a:xfrm>
          <a:prstGeom prst="rect">
            <a:avLst/>
          </a:prstGeom>
          <a:solidFill>
            <a:srgbClr val="00A9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59" name="Group 458">
            <a:extLst>
              <a:ext uri="{FF2B5EF4-FFF2-40B4-BE49-F238E27FC236}">
                <a16:creationId xmlns:a16="http://schemas.microsoft.com/office/drawing/2014/main" id="{91E418DB-4348-5965-42CA-F9992E344294}"/>
              </a:ext>
            </a:extLst>
          </p:cNvPr>
          <p:cNvGrpSpPr/>
          <p:nvPr/>
        </p:nvGrpSpPr>
        <p:grpSpPr>
          <a:xfrm>
            <a:off x="9502451" y="1090576"/>
            <a:ext cx="2389511" cy="229054"/>
            <a:chOff x="4610162" y="-902070"/>
            <a:chExt cx="2389511" cy="229054"/>
          </a:xfrm>
        </p:grpSpPr>
        <p:sp>
          <p:nvSpPr>
            <p:cNvPr id="460" name="Rectangle: Rounded Corners 459">
              <a:extLst>
                <a:ext uri="{FF2B5EF4-FFF2-40B4-BE49-F238E27FC236}">
                  <a16:creationId xmlns:a16="http://schemas.microsoft.com/office/drawing/2014/main" id="{42F234A2-8F08-7431-955A-F7F8A15ACF10}"/>
                </a:ext>
              </a:extLst>
            </p:cNvPr>
            <p:cNvSpPr/>
            <p:nvPr/>
          </p:nvSpPr>
          <p:spPr>
            <a:xfrm>
              <a:off x="4610162" y="-902070"/>
              <a:ext cx="2389511" cy="229054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61" name="Group 460">
              <a:extLst>
                <a:ext uri="{FF2B5EF4-FFF2-40B4-BE49-F238E27FC236}">
                  <a16:creationId xmlns:a16="http://schemas.microsoft.com/office/drawing/2014/main" id="{BA6FE02B-BEC9-4913-11C9-B7958E16BE8B}"/>
                </a:ext>
              </a:extLst>
            </p:cNvPr>
            <p:cNvGrpSpPr/>
            <p:nvPr/>
          </p:nvGrpSpPr>
          <p:grpSpPr>
            <a:xfrm>
              <a:off x="5247271" y="-864487"/>
              <a:ext cx="1016283" cy="153888"/>
              <a:chOff x="5548443" y="-549776"/>
              <a:chExt cx="1016283" cy="153888"/>
            </a:xfrm>
          </p:grpSpPr>
          <p:sp>
            <p:nvSpPr>
              <p:cNvPr id="466" name="Oval 465">
                <a:extLst>
                  <a:ext uri="{FF2B5EF4-FFF2-40B4-BE49-F238E27FC236}">
                    <a16:creationId xmlns:a16="http://schemas.microsoft.com/office/drawing/2014/main" id="{767B0785-F0AC-EB53-5DEB-23BF594EE17F}"/>
                  </a:ext>
                </a:extLst>
              </p:cNvPr>
              <p:cNvSpPr/>
              <p:nvPr/>
            </p:nvSpPr>
            <p:spPr>
              <a:xfrm>
                <a:off x="5548443" y="-544813"/>
                <a:ext cx="143968" cy="143969"/>
              </a:xfrm>
              <a:prstGeom prst="ellipse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/>
              </a:p>
            </p:txBody>
          </p:sp>
          <p:sp>
            <p:nvSpPr>
              <p:cNvPr id="467" name="TextBox 466">
                <a:extLst>
                  <a:ext uri="{FF2B5EF4-FFF2-40B4-BE49-F238E27FC236}">
                    <a16:creationId xmlns:a16="http://schemas.microsoft.com/office/drawing/2014/main" id="{836C2B3E-692B-AD66-984F-092B2D866428}"/>
                  </a:ext>
                </a:extLst>
              </p:cNvPr>
              <p:cNvSpPr txBox="1"/>
              <p:nvPr/>
            </p:nvSpPr>
            <p:spPr>
              <a:xfrm>
                <a:off x="5749467" y="-549776"/>
                <a:ext cx="815259" cy="15388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latinLnBrk="0"/>
                <a:r>
                  <a:rPr lang="ko-KR" altLang="en-US" sz="1000" kern="0" spc="-150">
                    <a:ln>
                      <a:solidFill>
                        <a:srgbClr val="0070C0">
                          <a:alpha val="0"/>
                        </a:srgbClr>
                      </a:solidFill>
                    </a:ln>
                    <a:solidFill>
                      <a:prstClr val="black"/>
                    </a:solidFill>
                    <a:latin typeface="+mn-ea"/>
                  </a:rPr>
                  <a:t>금융소비자보호</a:t>
                </a:r>
                <a:endParaRPr lang="en-US" altLang="ko-KR" sz="1000" kern="0" spc="-150">
                  <a:ln>
                    <a:solidFill>
                      <a:srgbClr val="0070C0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+mn-ea"/>
                </a:endParaRPr>
              </a:p>
            </p:txBody>
          </p:sp>
        </p:grpSp>
        <p:grpSp>
          <p:nvGrpSpPr>
            <p:cNvPr id="462" name="Group 461">
              <a:extLst>
                <a:ext uri="{FF2B5EF4-FFF2-40B4-BE49-F238E27FC236}">
                  <a16:creationId xmlns:a16="http://schemas.microsoft.com/office/drawing/2014/main" id="{2F15B19E-0931-1108-B612-1E6E82D7F37B}"/>
                </a:ext>
              </a:extLst>
            </p:cNvPr>
            <p:cNvGrpSpPr/>
            <p:nvPr/>
          </p:nvGrpSpPr>
          <p:grpSpPr>
            <a:xfrm>
              <a:off x="6283880" y="-864487"/>
              <a:ext cx="712937" cy="153888"/>
              <a:chOff x="5555445" y="-313778"/>
              <a:chExt cx="712937" cy="153888"/>
            </a:xfrm>
          </p:grpSpPr>
          <p:sp>
            <p:nvSpPr>
              <p:cNvPr id="464" name="Oval 463">
                <a:extLst>
                  <a:ext uri="{FF2B5EF4-FFF2-40B4-BE49-F238E27FC236}">
                    <a16:creationId xmlns:a16="http://schemas.microsoft.com/office/drawing/2014/main" id="{A298FA2D-1324-A166-7C03-8159691A8D8E}"/>
                  </a:ext>
                </a:extLst>
              </p:cNvPr>
              <p:cNvSpPr/>
              <p:nvPr/>
            </p:nvSpPr>
            <p:spPr>
              <a:xfrm>
                <a:off x="5555445" y="-308814"/>
                <a:ext cx="143968" cy="143969"/>
              </a:xfrm>
              <a:prstGeom prst="ellipse">
                <a:avLst/>
              </a:prstGeom>
              <a:solidFill>
                <a:srgbClr val="00A9C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/>
              </a:p>
            </p:txBody>
          </p:sp>
          <p:sp>
            <p:nvSpPr>
              <p:cNvPr id="465" name="TextBox 464">
                <a:extLst>
                  <a:ext uri="{FF2B5EF4-FFF2-40B4-BE49-F238E27FC236}">
                    <a16:creationId xmlns:a16="http://schemas.microsoft.com/office/drawing/2014/main" id="{B1FE2328-D3CF-0431-1860-97C8D204FB74}"/>
                  </a:ext>
                </a:extLst>
              </p:cNvPr>
              <p:cNvSpPr txBox="1"/>
              <p:nvPr/>
            </p:nvSpPr>
            <p:spPr>
              <a:xfrm>
                <a:off x="5744332" y="-313778"/>
                <a:ext cx="524050" cy="15388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latinLnBrk="0"/>
                <a:r>
                  <a:rPr lang="ko-KR" altLang="en-US" sz="1000" kern="0" spc="-150">
                    <a:ln>
                      <a:solidFill>
                        <a:srgbClr val="0070C0">
                          <a:alpha val="0"/>
                        </a:srgbClr>
                      </a:solidFill>
                    </a:ln>
                    <a:solidFill>
                      <a:prstClr val="black"/>
                    </a:solidFill>
                    <a:latin typeface="+mn-ea"/>
                  </a:rPr>
                  <a:t>정보보호</a:t>
                </a:r>
                <a:endParaRPr lang="en-US" altLang="ko-KR" sz="1000" kern="0" spc="-150">
                  <a:ln>
                    <a:solidFill>
                      <a:srgbClr val="0070C0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+mn-ea"/>
                </a:endParaRPr>
              </a:p>
            </p:txBody>
          </p:sp>
        </p:grpSp>
        <p:sp>
          <p:nvSpPr>
            <p:cNvPr id="463" name="TextBox 462">
              <a:extLst>
                <a:ext uri="{FF2B5EF4-FFF2-40B4-BE49-F238E27FC236}">
                  <a16:creationId xmlns:a16="http://schemas.microsoft.com/office/drawing/2014/main" id="{2181A882-5442-03B5-07DC-D71B9E0F8DBF}"/>
                </a:ext>
              </a:extLst>
            </p:cNvPr>
            <p:cNvSpPr txBox="1"/>
            <p:nvPr/>
          </p:nvSpPr>
          <p:spPr>
            <a:xfrm>
              <a:off x="4697481" y="-864487"/>
              <a:ext cx="516830" cy="1538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latinLnBrk="0"/>
              <a:r>
                <a:rPr lang="ko-KR" altLang="en-US" sz="1000" b="1" spc="-150">
                  <a:ln>
                    <a:solidFill>
                      <a:srgbClr val="0070C0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+mn-ea"/>
                </a:rPr>
                <a:t>관련부서 </a:t>
              </a:r>
              <a:r>
                <a:rPr lang="en-US" altLang="ko-KR" sz="1000" b="1" spc="-150">
                  <a:ln>
                    <a:solidFill>
                      <a:srgbClr val="0070C0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+mn-ea"/>
                </a:rPr>
                <a:t>:</a:t>
              </a:r>
              <a:endParaRPr lang="en-US" altLang="ko-KR" sz="1000" b="1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310DB898-C7E5-9872-ABA9-9C0CAA9C7F81}"/>
              </a:ext>
            </a:extLst>
          </p:cNvPr>
          <p:cNvSpPr txBox="1"/>
          <p:nvPr/>
        </p:nvSpPr>
        <p:spPr>
          <a:xfrm>
            <a:off x="11090910" y="1771867"/>
            <a:ext cx="766129" cy="1231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atinLnBrk="0"/>
            <a:r>
              <a:rPr lang="en-US" altLang="ko-KR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AI </a:t>
            </a:r>
            <a:r>
              <a:rPr lang="ko-KR" altLang="en-US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보안 지침 등 준수</a:t>
            </a:r>
            <a:endParaRPr lang="en-US" altLang="ko-KR" sz="800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3CCF0314-9F5D-0BEE-B362-4D62062F8857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990810" y="1759358"/>
            <a:ext cx="78918" cy="69215"/>
          </a:xfrm>
          <a:prstGeom prst="bentConnector2">
            <a:avLst/>
          </a:prstGeom>
          <a:ln>
            <a:solidFill>
              <a:srgbClr val="00A9C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20304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C7630-3E67-49EC-C264-2C9E8F94D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5" name="Group 424">
            <a:extLst>
              <a:ext uri="{FF2B5EF4-FFF2-40B4-BE49-F238E27FC236}">
                <a16:creationId xmlns:a16="http://schemas.microsoft.com/office/drawing/2014/main" id="{E277C1AB-6F72-13D8-4433-BD8681515099}"/>
              </a:ext>
            </a:extLst>
          </p:cNvPr>
          <p:cNvGrpSpPr/>
          <p:nvPr/>
        </p:nvGrpSpPr>
        <p:grpSpPr>
          <a:xfrm>
            <a:off x="334963" y="1702017"/>
            <a:ext cx="11557000" cy="4848542"/>
            <a:chOff x="334963" y="1163638"/>
            <a:chExt cx="11557000" cy="4848542"/>
          </a:xfrm>
        </p:grpSpPr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A9EA68F0-561A-A6CF-5590-7F272D5DB56C}"/>
                </a:ext>
              </a:extLst>
            </p:cNvPr>
            <p:cNvCxnSpPr/>
            <p:nvPr/>
          </p:nvCxnSpPr>
          <p:spPr>
            <a:xfrm>
              <a:off x="334963" y="2252466"/>
              <a:ext cx="11557000" cy="0"/>
            </a:xfrm>
            <a:prstGeom prst="line">
              <a:avLst/>
            </a:prstGeom>
            <a:ln w="9525">
              <a:solidFill>
                <a:schemeClr val="accent2">
                  <a:lumMod val="40000"/>
                  <a:lumOff val="60000"/>
                </a:schemeClr>
              </a:solidFill>
              <a:prstDash val="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B96D4FC0-3814-1E18-A764-618FFE09AB8E}"/>
                </a:ext>
              </a:extLst>
            </p:cNvPr>
            <p:cNvCxnSpPr/>
            <p:nvPr/>
          </p:nvCxnSpPr>
          <p:spPr>
            <a:xfrm>
              <a:off x="334963" y="3342052"/>
              <a:ext cx="11557000" cy="0"/>
            </a:xfrm>
            <a:prstGeom prst="line">
              <a:avLst/>
            </a:prstGeom>
            <a:ln w="9525">
              <a:solidFill>
                <a:schemeClr val="accent2">
                  <a:lumMod val="40000"/>
                  <a:lumOff val="60000"/>
                </a:schemeClr>
              </a:solidFill>
              <a:prstDash val="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E336C5BD-25D1-4A96-9633-31C6EC8AA46F}"/>
                </a:ext>
              </a:extLst>
            </p:cNvPr>
            <p:cNvCxnSpPr/>
            <p:nvPr/>
          </p:nvCxnSpPr>
          <p:spPr>
            <a:xfrm>
              <a:off x="334963" y="4431637"/>
              <a:ext cx="11557000" cy="0"/>
            </a:xfrm>
            <a:prstGeom prst="line">
              <a:avLst/>
            </a:prstGeom>
            <a:ln w="9525">
              <a:solidFill>
                <a:schemeClr val="accent2">
                  <a:lumMod val="40000"/>
                  <a:lumOff val="60000"/>
                </a:schemeClr>
              </a:solidFill>
              <a:prstDash val="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FE44EAF8-2DE5-6B06-887D-C39AC6542B77}"/>
                </a:ext>
              </a:extLst>
            </p:cNvPr>
            <p:cNvCxnSpPr/>
            <p:nvPr/>
          </p:nvCxnSpPr>
          <p:spPr>
            <a:xfrm>
              <a:off x="334963" y="5521222"/>
              <a:ext cx="11557000" cy="0"/>
            </a:xfrm>
            <a:prstGeom prst="line">
              <a:avLst/>
            </a:prstGeom>
            <a:ln w="9525">
              <a:solidFill>
                <a:schemeClr val="accent2">
                  <a:lumMod val="40000"/>
                  <a:lumOff val="60000"/>
                </a:schemeClr>
              </a:solidFill>
              <a:prstDash val="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36" name="Straight Connector 335">
              <a:extLst>
                <a:ext uri="{FF2B5EF4-FFF2-40B4-BE49-F238E27FC236}">
                  <a16:creationId xmlns:a16="http://schemas.microsoft.com/office/drawing/2014/main" id="{A8D4D4A3-C07C-E393-6B72-C28040C7C9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75359" y="1163638"/>
              <a:ext cx="0" cy="4848542"/>
            </a:xfrm>
            <a:prstGeom prst="line">
              <a:avLst/>
            </a:prstGeom>
            <a:ln w="9525">
              <a:solidFill>
                <a:schemeClr val="accent2">
                  <a:lumMod val="40000"/>
                  <a:lumOff val="60000"/>
                </a:schemeClr>
              </a:solidFill>
              <a:prstDash val="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39" name="Straight Connector 338">
              <a:extLst>
                <a:ext uri="{FF2B5EF4-FFF2-40B4-BE49-F238E27FC236}">
                  <a16:creationId xmlns:a16="http://schemas.microsoft.com/office/drawing/2014/main" id="{B9F25161-9ACD-A4F5-50F2-7332ECE1DC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59601" y="1163638"/>
              <a:ext cx="0" cy="4848542"/>
            </a:xfrm>
            <a:prstGeom prst="line">
              <a:avLst/>
            </a:prstGeom>
            <a:ln w="9525">
              <a:solidFill>
                <a:schemeClr val="accent2">
                  <a:lumMod val="40000"/>
                  <a:lumOff val="60000"/>
                </a:schemeClr>
              </a:solidFill>
              <a:prstDash val="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40" name="Straight Connector 339">
              <a:extLst>
                <a:ext uri="{FF2B5EF4-FFF2-40B4-BE49-F238E27FC236}">
                  <a16:creationId xmlns:a16="http://schemas.microsoft.com/office/drawing/2014/main" id="{53BE863B-73EE-40CE-C70E-1240B6E902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43843" y="1163638"/>
              <a:ext cx="0" cy="4848542"/>
            </a:xfrm>
            <a:prstGeom prst="line">
              <a:avLst/>
            </a:prstGeom>
            <a:ln w="9525">
              <a:solidFill>
                <a:schemeClr val="accent2">
                  <a:lumMod val="40000"/>
                  <a:lumOff val="60000"/>
                </a:schemeClr>
              </a:solidFill>
              <a:prstDash val="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0" name="Google Shape;134;p5">
            <a:extLst>
              <a:ext uri="{FF2B5EF4-FFF2-40B4-BE49-F238E27FC236}">
                <a16:creationId xmlns:a16="http://schemas.microsoft.com/office/drawing/2014/main" id="{C880B897-5BEF-4CE5-2950-C36DD943D74C}"/>
              </a:ext>
            </a:extLst>
          </p:cNvPr>
          <p:cNvSpPr/>
          <p:nvPr/>
        </p:nvSpPr>
        <p:spPr>
          <a:xfrm>
            <a:off x="334961" y="6095070"/>
            <a:ext cx="900000" cy="434975"/>
          </a:xfrm>
          <a:prstGeom prst="roundRect">
            <a:avLst>
              <a:gd name="adj" fmla="val 34918"/>
            </a:avLst>
          </a:prstGeom>
          <a:solidFill>
            <a:srgbClr val="F5822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  <a:sym typeface="Arial"/>
              </a:rPr>
              <a:t>AI</a:t>
            </a:r>
            <a:r>
              <a:rPr lang="ko-KR" altLang="en-US" sz="14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  <a:sym typeface="Arial"/>
              </a:rPr>
              <a:t>거버넌스</a:t>
            </a:r>
            <a:r>
              <a:rPr lang="en-US" altLang="ko-KR" sz="14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  <a:sym typeface="Arial"/>
              </a:rPr>
              <a:t> </a:t>
            </a:r>
            <a:r>
              <a:rPr lang="ko-KR" altLang="en-US" sz="14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  <a:sym typeface="Arial"/>
              </a:rPr>
              <a:t>협의체</a:t>
            </a:r>
          </a:p>
        </p:txBody>
      </p:sp>
      <p:sp>
        <p:nvSpPr>
          <p:cNvPr id="53" name="Google Shape;134;p5">
            <a:extLst>
              <a:ext uri="{FF2B5EF4-FFF2-40B4-BE49-F238E27FC236}">
                <a16:creationId xmlns:a16="http://schemas.microsoft.com/office/drawing/2014/main" id="{093EED32-7BB7-804C-52A2-3F32637A51C3}"/>
              </a:ext>
            </a:extLst>
          </p:cNvPr>
          <p:cNvSpPr/>
          <p:nvPr/>
        </p:nvSpPr>
        <p:spPr>
          <a:xfrm>
            <a:off x="334961" y="1736726"/>
            <a:ext cx="900000" cy="1018653"/>
          </a:xfrm>
          <a:prstGeom prst="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서비스</a:t>
            </a:r>
            <a:endParaRPr lang="en-US" altLang="ko-KR" sz="1400" b="1" spc="-15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  <a:p>
            <a:pPr algn="ctr"/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기획</a:t>
            </a:r>
          </a:p>
        </p:txBody>
      </p:sp>
      <p:sp>
        <p:nvSpPr>
          <p:cNvPr id="54" name="Google Shape;134;p5">
            <a:extLst>
              <a:ext uri="{FF2B5EF4-FFF2-40B4-BE49-F238E27FC236}">
                <a16:creationId xmlns:a16="http://schemas.microsoft.com/office/drawing/2014/main" id="{18685B80-EEBC-D35A-BD33-7C4C00EA1A0E}"/>
              </a:ext>
            </a:extLst>
          </p:cNvPr>
          <p:cNvSpPr/>
          <p:nvPr/>
        </p:nvSpPr>
        <p:spPr>
          <a:xfrm>
            <a:off x="334961" y="5005482"/>
            <a:ext cx="900000" cy="1018653"/>
          </a:xfrm>
          <a:prstGeom prst="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거버넌스</a:t>
            </a:r>
          </a:p>
        </p:txBody>
      </p:sp>
      <p:sp>
        <p:nvSpPr>
          <p:cNvPr id="55" name="Google Shape;134;p5">
            <a:extLst>
              <a:ext uri="{FF2B5EF4-FFF2-40B4-BE49-F238E27FC236}">
                <a16:creationId xmlns:a16="http://schemas.microsoft.com/office/drawing/2014/main" id="{FB521690-F25A-8107-F935-9D421095EED8}"/>
              </a:ext>
            </a:extLst>
          </p:cNvPr>
          <p:cNvSpPr/>
          <p:nvPr/>
        </p:nvSpPr>
        <p:spPr>
          <a:xfrm>
            <a:off x="334961" y="3915897"/>
            <a:ext cx="900000" cy="1018653"/>
          </a:xfrm>
          <a:prstGeom prst="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운영</a:t>
            </a:r>
          </a:p>
        </p:txBody>
      </p:sp>
      <p:sp>
        <p:nvSpPr>
          <p:cNvPr id="56" name="Google Shape;134;p5">
            <a:extLst>
              <a:ext uri="{FF2B5EF4-FFF2-40B4-BE49-F238E27FC236}">
                <a16:creationId xmlns:a16="http://schemas.microsoft.com/office/drawing/2014/main" id="{17576CA0-7951-BC28-E4BB-50E282AAF92A}"/>
              </a:ext>
            </a:extLst>
          </p:cNvPr>
          <p:cNvSpPr/>
          <p:nvPr/>
        </p:nvSpPr>
        <p:spPr>
          <a:xfrm>
            <a:off x="334961" y="2826311"/>
            <a:ext cx="900000" cy="1018653"/>
          </a:xfrm>
          <a:prstGeom prst="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개발</a:t>
            </a:r>
          </a:p>
        </p:txBody>
      </p:sp>
      <p:sp>
        <p:nvSpPr>
          <p:cNvPr id="6" name="사각형: 둥근 모서리 20">
            <a:extLst>
              <a:ext uri="{FF2B5EF4-FFF2-40B4-BE49-F238E27FC236}">
                <a16:creationId xmlns:a16="http://schemas.microsoft.com/office/drawing/2014/main" id="{B67647B3-562F-5B73-C26F-EF3D68AEEA51}"/>
              </a:ext>
            </a:extLst>
          </p:cNvPr>
          <p:cNvSpPr/>
          <p:nvPr/>
        </p:nvSpPr>
        <p:spPr>
          <a:xfrm>
            <a:off x="1333500" y="1341438"/>
            <a:ext cx="3105738" cy="319758"/>
          </a:xfrm>
          <a:prstGeom prst="homePlate">
            <a:avLst>
              <a:gd name="adj" fmla="val 37573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기획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·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설계</a:t>
            </a:r>
          </a:p>
        </p:txBody>
      </p:sp>
      <p:sp>
        <p:nvSpPr>
          <p:cNvPr id="7" name="사각형: 둥근 모서리 20">
            <a:extLst>
              <a:ext uri="{FF2B5EF4-FFF2-40B4-BE49-F238E27FC236}">
                <a16:creationId xmlns:a16="http://schemas.microsoft.com/office/drawing/2014/main" id="{1BB9583D-1AA0-AAB3-C274-2828DD026483}"/>
              </a:ext>
            </a:extLst>
          </p:cNvPr>
          <p:cNvSpPr/>
          <p:nvPr/>
        </p:nvSpPr>
        <p:spPr>
          <a:xfrm>
            <a:off x="4511480" y="1341438"/>
            <a:ext cx="2412000" cy="319758"/>
          </a:xfrm>
          <a:prstGeom prst="homePlate">
            <a:avLst>
              <a:gd name="adj" fmla="val 37573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개발</a:t>
            </a:r>
          </a:p>
        </p:txBody>
      </p:sp>
      <p:sp>
        <p:nvSpPr>
          <p:cNvPr id="8" name="사각형: 둥근 모서리 20">
            <a:extLst>
              <a:ext uri="{FF2B5EF4-FFF2-40B4-BE49-F238E27FC236}">
                <a16:creationId xmlns:a16="http://schemas.microsoft.com/office/drawing/2014/main" id="{C83156AA-0691-F81D-83D5-F87C7C5B30E0}"/>
              </a:ext>
            </a:extLst>
          </p:cNvPr>
          <p:cNvSpPr/>
          <p:nvPr/>
        </p:nvSpPr>
        <p:spPr>
          <a:xfrm>
            <a:off x="6995722" y="1341438"/>
            <a:ext cx="2412000" cy="319758"/>
          </a:xfrm>
          <a:prstGeom prst="homePlate">
            <a:avLst>
              <a:gd name="adj" fmla="val 37573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평가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·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검증</a:t>
            </a:r>
            <a:endParaRPr lang="ko-KR" altLang="en-US" sz="14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lt1"/>
              </a:solidFill>
              <a:latin typeface="+mn-ea"/>
            </a:endParaRPr>
          </a:p>
        </p:txBody>
      </p:sp>
      <p:sp>
        <p:nvSpPr>
          <p:cNvPr id="9" name="사각형: 둥근 모서리 20">
            <a:extLst>
              <a:ext uri="{FF2B5EF4-FFF2-40B4-BE49-F238E27FC236}">
                <a16:creationId xmlns:a16="http://schemas.microsoft.com/office/drawing/2014/main" id="{17681E58-E461-2ABF-9D78-4E8C9316C2D0}"/>
              </a:ext>
            </a:extLst>
          </p:cNvPr>
          <p:cNvSpPr/>
          <p:nvPr/>
        </p:nvSpPr>
        <p:spPr>
          <a:xfrm>
            <a:off x="9479963" y="1341438"/>
            <a:ext cx="2412000" cy="319758"/>
          </a:xfrm>
          <a:prstGeom prst="homePlate">
            <a:avLst>
              <a:gd name="adj" fmla="val 37573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도입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·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운영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·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모니터링</a:t>
            </a:r>
          </a:p>
        </p:txBody>
      </p:sp>
      <p:sp>
        <p:nvSpPr>
          <p:cNvPr id="5" name="사각형: 둥근 모서리 20">
            <a:extLst>
              <a:ext uri="{FF2B5EF4-FFF2-40B4-BE49-F238E27FC236}">
                <a16:creationId xmlns:a16="http://schemas.microsoft.com/office/drawing/2014/main" id="{5BA825A2-BBEA-F76F-51BC-06750532FC8C}"/>
              </a:ext>
            </a:extLst>
          </p:cNvPr>
          <p:cNvSpPr/>
          <p:nvPr/>
        </p:nvSpPr>
        <p:spPr>
          <a:xfrm>
            <a:off x="334961" y="1341438"/>
            <a:ext cx="900000" cy="319758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구분</a:t>
            </a:r>
            <a:endParaRPr lang="en" altLang="ko-KR" sz="14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lt1"/>
              </a:solidFill>
              <a:latin typeface="+mn-ea"/>
            </a:endParaRPr>
          </a:p>
        </p:txBody>
      </p:sp>
      <p:sp>
        <p:nvSpPr>
          <p:cNvPr id="189" name="직사각형 12">
            <a:extLst>
              <a:ext uri="{FF2B5EF4-FFF2-40B4-BE49-F238E27FC236}">
                <a16:creationId xmlns:a16="http://schemas.microsoft.com/office/drawing/2014/main" id="{8D00DE71-26F2-DA70-A9F6-E4C2D6624D41}"/>
              </a:ext>
            </a:extLst>
          </p:cNvPr>
          <p:cNvSpPr/>
          <p:nvPr/>
        </p:nvSpPr>
        <p:spPr>
          <a:xfrm>
            <a:off x="1329090" y="2275104"/>
            <a:ext cx="1687953" cy="6945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ap="flat" cmpd="sng" algn="ctr">
            <a:noFill/>
            <a:prstDash val="sysDot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0" tIns="0" rIns="0" bIns="0" rtlCol="0" anchor="ctr"/>
          <a:lstStyle/>
          <a:p>
            <a:pPr lvl="0" algn="ctr" defTabSz="914400">
              <a:defRPr/>
            </a:pPr>
            <a:endParaRPr lang="ko-KR" altLang="en-US" sz="1000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0F80467-6C10-AA25-E98B-070CE627CEB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III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．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AI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거버넌스 프레임워크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73D8CF1-E651-ADDC-D49E-337CE4A3075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[Back-up] AI</a:t>
            </a:r>
            <a:r>
              <a:rPr lang="ko-KR" altLang="en-US"/>
              <a:t>거버넌스 유관 부서 담당자별 </a:t>
            </a:r>
            <a:r>
              <a:rPr lang="en-US" altLang="ko-KR"/>
              <a:t>R&amp;R </a:t>
            </a:r>
            <a:r>
              <a:rPr lang="ko-KR" altLang="en-US"/>
              <a:t>및 업무 프로세스 </a:t>
            </a:r>
            <a:r>
              <a:rPr lang="en-US" altLang="ko-KR"/>
              <a:t>(</a:t>
            </a:r>
            <a:r>
              <a:rPr lang="ko-KR" altLang="en-US" err="1"/>
              <a:t>중위험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726A8B5-F641-8EFA-BC38-7BEEA3B57D95}"/>
              </a:ext>
            </a:extLst>
          </p:cNvPr>
          <p:cNvSpPr/>
          <p:nvPr/>
        </p:nvSpPr>
        <p:spPr>
          <a:xfrm>
            <a:off x="7025680" y="1771867"/>
            <a:ext cx="1080000" cy="324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 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서비스</a:t>
            </a: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b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</a:b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운영 전 검증</a:t>
            </a:r>
            <a:endParaRPr kumimoji="0" lang="en-US" altLang="ko-KR" sz="1000" i="0" u="non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47011A5-79F1-D6EB-63EB-5DFC16F64BDA}"/>
              </a:ext>
            </a:extLst>
          </p:cNvPr>
          <p:cNvSpPr/>
          <p:nvPr/>
        </p:nvSpPr>
        <p:spPr>
          <a:xfrm>
            <a:off x="8272328" y="1771867"/>
            <a:ext cx="1080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운영 승인 요청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1942508-92E2-22E3-30C8-E9B8713F8C53}"/>
              </a:ext>
            </a:extLst>
          </p:cNvPr>
          <p:cNvSpPr/>
          <p:nvPr/>
        </p:nvSpPr>
        <p:spPr>
          <a:xfrm>
            <a:off x="7675178" y="5136594"/>
            <a:ext cx="1080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 검증 결과 </a:t>
            </a:r>
            <a:endParaRPr kumimoji="0" lang="en-US" altLang="ko-KR" sz="1000" i="0" u="non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적절성 확인</a:t>
            </a: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2B5F282D-BE24-86B9-0B4A-06C187166E0C}"/>
              </a:ext>
            </a:extLst>
          </p:cNvPr>
          <p:cNvCxnSpPr>
            <a:cxnSpLocks/>
            <a:stCxn id="57" idx="2"/>
            <a:endCxn id="60" idx="0"/>
          </p:cNvCxnSpPr>
          <p:nvPr/>
        </p:nvCxnSpPr>
        <p:spPr>
          <a:xfrm>
            <a:off x="2173066" y="3402837"/>
            <a:ext cx="0" cy="82351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F64AD5C7-1BE0-3D55-1CB3-2EF9F9C34256}"/>
              </a:ext>
            </a:extLst>
          </p:cNvPr>
          <p:cNvCxnSpPr>
            <a:cxnSpLocks/>
            <a:stCxn id="191" idx="3"/>
            <a:endCxn id="41" idx="1"/>
          </p:cNvCxnSpPr>
          <p:nvPr/>
        </p:nvCxnSpPr>
        <p:spPr>
          <a:xfrm flipV="1">
            <a:off x="2749066" y="1933867"/>
            <a:ext cx="429108" cy="3569186"/>
          </a:xfrm>
          <a:prstGeom prst="bentConnector3">
            <a:avLst>
              <a:gd name="adj1" fmla="val 77968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BC358515-41D3-8AAB-11F9-04A993CA67B8}"/>
              </a:ext>
            </a:extLst>
          </p:cNvPr>
          <p:cNvCxnSpPr>
            <a:cxnSpLocks/>
            <a:stCxn id="41" idx="2"/>
            <a:endCxn id="58" idx="0"/>
          </p:cNvCxnSpPr>
          <p:nvPr/>
        </p:nvCxnSpPr>
        <p:spPr>
          <a:xfrm>
            <a:off x="3754174" y="2095867"/>
            <a:ext cx="0" cy="179237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06D6FDD0-0BAF-BDBB-68E8-0D7D9F3D7063}"/>
              </a:ext>
            </a:extLst>
          </p:cNvPr>
          <p:cNvCxnSpPr>
            <a:cxnSpLocks/>
            <a:stCxn id="58" idx="2"/>
            <a:endCxn id="266" idx="0"/>
          </p:cNvCxnSpPr>
          <p:nvPr/>
        </p:nvCxnSpPr>
        <p:spPr>
          <a:xfrm>
            <a:off x="3754174" y="2992019"/>
            <a:ext cx="0" cy="2349545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6A2BB3AA-D516-3438-74A7-7E2C511D3982}"/>
              </a:ext>
            </a:extLst>
          </p:cNvPr>
          <p:cNvCxnSpPr>
            <a:cxnSpLocks/>
            <a:stCxn id="266" idx="3"/>
            <a:endCxn id="15" idx="1"/>
          </p:cNvCxnSpPr>
          <p:nvPr/>
        </p:nvCxnSpPr>
        <p:spPr>
          <a:xfrm flipV="1">
            <a:off x="4330174" y="1933867"/>
            <a:ext cx="189814" cy="3569697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D6B7269F-45A4-1FC3-2B41-43B521D1BBC2}"/>
              </a:ext>
            </a:extLst>
          </p:cNvPr>
          <p:cNvCxnSpPr>
            <a:cxnSpLocks/>
            <a:stCxn id="15" idx="2"/>
            <a:endCxn id="59" idx="0"/>
          </p:cNvCxnSpPr>
          <p:nvPr/>
        </p:nvCxnSpPr>
        <p:spPr>
          <a:xfrm flipH="1">
            <a:off x="5059983" y="2095867"/>
            <a:ext cx="5" cy="957634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33" name="연결선: 꺾임 32">
            <a:extLst>
              <a:ext uri="{FF2B5EF4-FFF2-40B4-BE49-F238E27FC236}">
                <a16:creationId xmlns:a16="http://schemas.microsoft.com/office/drawing/2014/main" id="{011E26C8-15F2-3851-FB1C-F5EE89626939}"/>
              </a:ext>
            </a:extLst>
          </p:cNvPr>
          <p:cNvCxnSpPr>
            <a:cxnSpLocks/>
            <a:stCxn id="63" idx="2"/>
            <a:endCxn id="19" idx="1"/>
          </p:cNvCxnSpPr>
          <p:nvPr/>
        </p:nvCxnSpPr>
        <p:spPr>
          <a:xfrm rot="16200000" flipH="1">
            <a:off x="6669635" y="4293050"/>
            <a:ext cx="1905741" cy="105346"/>
          </a:xfrm>
          <a:prstGeom prst="bentConnector2">
            <a:avLst/>
          </a:prstGeom>
          <a:noFill/>
          <a:ln w="28575" cap="flat" cmpd="sng" algn="ctr">
            <a:solidFill>
              <a:srgbClr val="FFC000"/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34" name="연결선: 꺾임 33">
            <a:extLst>
              <a:ext uri="{FF2B5EF4-FFF2-40B4-BE49-F238E27FC236}">
                <a16:creationId xmlns:a16="http://schemas.microsoft.com/office/drawing/2014/main" id="{729432CD-1E79-4910-240E-C8DAADB5B855}"/>
              </a:ext>
            </a:extLst>
          </p:cNvPr>
          <p:cNvCxnSpPr>
            <a:cxnSpLocks/>
            <a:stCxn id="19" idx="3"/>
            <a:endCxn id="18" idx="2"/>
          </p:cNvCxnSpPr>
          <p:nvPr/>
        </p:nvCxnSpPr>
        <p:spPr>
          <a:xfrm flipV="1">
            <a:off x="8755178" y="2095867"/>
            <a:ext cx="57150" cy="3202727"/>
          </a:xfrm>
          <a:prstGeom prst="bentConnector2">
            <a:avLst/>
          </a:prstGeom>
          <a:noFill/>
          <a:ln w="28575" cap="flat" cmpd="sng" algn="ctr">
            <a:solidFill>
              <a:srgbClr val="FFC000"/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7E6BEC23-E800-FEE4-7F8E-34DD7E40864D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9352328" y="1933867"/>
            <a:ext cx="150124" cy="3687157"/>
          </a:xfrm>
          <a:prstGeom prst="bentConnector3">
            <a:avLst>
              <a:gd name="adj1" fmla="val 41540"/>
            </a:avLst>
          </a:prstGeom>
          <a:noFill/>
          <a:ln w="28575" cap="flat" cmpd="sng" algn="ctr">
            <a:solidFill>
              <a:srgbClr val="FFC000"/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41" name="직사각형 11">
            <a:extLst>
              <a:ext uri="{FF2B5EF4-FFF2-40B4-BE49-F238E27FC236}">
                <a16:creationId xmlns:a16="http://schemas.microsoft.com/office/drawing/2014/main" id="{115DD93D-03CE-BFA2-3CB2-631190353D00}"/>
              </a:ext>
            </a:extLst>
          </p:cNvPr>
          <p:cNvSpPr/>
          <p:nvPr/>
        </p:nvSpPr>
        <p:spPr>
          <a:xfrm>
            <a:off x="3178174" y="1771867"/>
            <a:ext cx="1152000" cy="324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AI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위험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관리 계획 수립</a:t>
            </a:r>
          </a:p>
        </p:txBody>
      </p:sp>
      <p:cxnSp>
        <p:nvCxnSpPr>
          <p:cNvPr id="43" name="직선 화살표 연결선 41">
            <a:extLst>
              <a:ext uri="{FF2B5EF4-FFF2-40B4-BE49-F238E27FC236}">
                <a16:creationId xmlns:a16="http://schemas.microsoft.com/office/drawing/2014/main" id="{4AD1AB14-54CA-EA5F-10B9-FF8C90B85C61}"/>
              </a:ext>
            </a:extLst>
          </p:cNvPr>
          <p:cNvCxnSpPr>
            <a:cxnSpLocks/>
            <a:stCxn id="59" idx="2"/>
            <a:endCxn id="61" idx="0"/>
          </p:cNvCxnSpPr>
          <p:nvPr/>
        </p:nvCxnSpPr>
        <p:spPr>
          <a:xfrm flipH="1">
            <a:off x="5059657" y="3377501"/>
            <a:ext cx="326" cy="107687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44" name="연결선: 꺾임 46">
            <a:extLst>
              <a:ext uri="{FF2B5EF4-FFF2-40B4-BE49-F238E27FC236}">
                <a16:creationId xmlns:a16="http://schemas.microsoft.com/office/drawing/2014/main" id="{C3CC42FC-9F12-8FD3-BF04-C30627DA2051}"/>
              </a:ext>
            </a:extLst>
          </p:cNvPr>
          <p:cNvCxnSpPr>
            <a:cxnSpLocks/>
            <a:stCxn id="62" idx="3"/>
            <a:endCxn id="17" idx="1"/>
          </p:cNvCxnSpPr>
          <p:nvPr/>
        </p:nvCxnSpPr>
        <p:spPr>
          <a:xfrm flipV="1">
            <a:off x="6870148" y="1933867"/>
            <a:ext cx="155532" cy="1713321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47" name="직선 화살표 연결선 41">
            <a:extLst>
              <a:ext uri="{FF2B5EF4-FFF2-40B4-BE49-F238E27FC236}">
                <a16:creationId xmlns:a16="http://schemas.microsoft.com/office/drawing/2014/main" id="{2349225F-A2DC-C67B-A2E4-940B2DB3E72D}"/>
              </a:ext>
            </a:extLst>
          </p:cNvPr>
          <p:cNvCxnSpPr>
            <a:cxnSpLocks/>
            <a:stCxn id="61" idx="3"/>
            <a:endCxn id="62" idx="1"/>
          </p:cNvCxnSpPr>
          <p:nvPr/>
        </p:nvCxnSpPr>
        <p:spPr>
          <a:xfrm>
            <a:off x="5599657" y="3647188"/>
            <a:ext cx="190491" cy="0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903F8FED-A5D0-3FEC-2740-6DD187F874E6}"/>
              </a:ext>
            </a:extLst>
          </p:cNvPr>
          <p:cNvSpPr/>
          <p:nvPr/>
        </p:nvSpPr>
        <p:spPr>
          <a:xfrm>
            <a:off x="3178174" y="2275104"/>
            <a:ext cx="1152000" cy="716915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 defTabSz="914400">
              <a:defRPr/>
            </a:pP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AI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위험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관리 계획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 협의 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D3A2CCBF-C3E2-F241-86CB-BB4107F6D634}"/>
              </a:ext>
            </a:extLst>
          </p:cNvPr>
          <p:cNvSpPr/>
          <p:nvPr/>
        </p:nvSpPr>
        <p:spPr>
          <a:xfrm>
            <a:off x="1597066" y="3078837"/>
            <a:ext cx="1152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서비스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기획</a:t>
            </a: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사전검토</a:t>
            </a:r>
          </a:p>
        </p:txBody>
      </p:sp>
      <p:sp>
        <p:nvSpPr>
          <p:cNvPr id="60" name="직사각형 12">
            <a:extLst>
              <a:ext uri="{FF2B5EF4-FFF2-40B4-BE49-F238E27FC236}">
                <a16:creationId xmlns:a16="http://schemas.microsoft.com/office/drawing/2014/main" id="{B1D00A2E-48DC-F84E-4403-C8D0D29D029A}"/>
              </a:ext>
            </a:extLst>
          </p:cNvPr>
          <p:cNvSpPr/>
          <p:nvPr/>
        </p:nvSpPr>
        <p:spPr>
          <a:xfrm>
            <a:off x="1597066" y="3485188"/>
            <a:ext cx="1152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 latinLnBrk="0"/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서비스 개발계획 수립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D40FF76-FE5E-CCEC-A12F-939EC239CBDA}"/>
              </a:ext>
            </a:extLst>
          </p:cNvPr>
          <p:cNvSpPr/>
          <p:nvPr/>
        </p:nvSpPr>
        <p:spPr>
          <a:xfrm>
            <a:off x="4519988" y="1771867"/>
            <a:ext cx="1080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서비스</a:t>
            </a:r>
            <a:endParaRPr kumimoji="0" lang="en-US" altLang="ko-KR" sz="1000" i="0" u="non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개발 의뢰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B56C1FC-C1B4-910C-7870-D52495ACA40C}"/>
              </a:ext>
            </a:extLst>
          </p:cNvPr>
          <p:cNvSpPr/>
          <p:nvPr/>
        </p:nvSpPr>
        <p:spPr>
          <a:xfrm>
            <a:off x="5790148" y="1771867"/>
            <a:ext cx="1080000" cy="504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lvl="0" algn="ctr" defTabSz="914400">
              <a:defRPr/>
            </a:pP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AI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위험 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관리 계획 </a:t>
            </a:r>
            <a:endParaRPr kumimoji="0" lang="en-US" altLang="ko-KR" sz="1000" i="0" u="non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  <a:p>
            <a:pPr lvl="0" algn="ctr" defTabSz="914400">
              <a:defRPr/>
            </a:pP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준수사항 점검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7E06BE4F-0D54-13F1-07D7-0311360F5AFB}"/>
              </a:ext>
            </a:extLst>
          </p:cNvPr>
          <p:cNvSpPr/>
          <p:nvPr/>
        </p:nvSpPr>
        <p:spPr>
          <a:xfrm>
            <a:off x="4519983" y="3053501"/>
            <a:ext cx="1080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개발환경 구축 및 학습데이터 관리</a:t>
            </a:r>
          </a:p>
        </p:txBody>
      </p:sp>
      <p:sp>
        <p:nvSpPr>
          <p:cNvPr id="61" name="직사각형 22">
            <a:extLst>
              <a:ext uri="{FF2B5EF4-FFF2-40B4-BE49-F238E27FC236}">
                <a16:creationId xmlns:a16="http://schemas.microsoft.com/office/drawing/2014/main" id="{9665332F-908A-28F6-21CB-892DABFE2DEF}"/>
              </a:ext>
            </a:extLst>
          </p:cNvPr>
          <p:cNvSpPr/>
          <p:nvPr/>
        </p:nvSpPr>
        <p:spPr>
          <a:xfrm>
            <a:off x="4519657" y="3485188"/>
            <a:ext cx="1080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lvl="0" algn="ctr" latinLnBrk="0">
              <a:defRPr/>
            </a:pPr>
            <a:r>
              <a:rPr kumimoji="0" lang="en-US" altLang="ko-KR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 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서비스 개발 </a:t>
            </a:r>
          </a:p>
        </p:txBody>
      </p:sp>
      <p:sp>
        <p:nvSpPr>
          <p:cNvPr id="62" name="직사각형 22">
            <a:extLst>
              <a:ext uri="{FF2B5EF4-FFF2-40B4-BE49-F238E27FC236}">
                <a16:creationId xmlns:a16="http://schemas.microsoft.com/office/drawing/2014/main" id="{B7FF0D9A-8938-4DCF-061E-A35A8A75CB4D}"/>
              </a:ext>
            </a:extLst>
          </p:cNvPr>
          <p:cNvSpPr/>
          <p:nvPr/>
        </p:nvSpPr>
        <p:spPr>
          <a:xfrm>
            <a:off x="5790148" y="3485188"/>
            <a:ext cx="1080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lvl="0" algn="ctr" latinLnBrk="0">
              <a:defRPr/>
            </a:pP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서비스 개발 요건 이행 점검</a:t>
            </a:r>
            <a:endParaRPr kumimoji="0" lang="ko-KR" altLang="en-US" sz="1000" i="0" u="non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63" name="직사각형 25">
            <a:extLst>
              <a:ext uri="{FF2B5EF4-FFF2-40B4-BE49-F238E27FC236}">
                <a16:creationId xmlns:a16="http://schemas.microsoft.com/office/drawing/2014/main" id="{1D452334-E11C-C8A4-5F0C-BDE1ABC2CF00}"/>
              </a:ext>
            </a:extLst>
          </p:cNvPr>
          <p:cNvSpPr/>
          <p:nvPr/>
        </p:nvSpPr>
        <p:spPr>
          <a:xfrm>
            <a:off x="7029832" y="3068853"/>
            <a:ext cx="1080000" cy="324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서비스</a:t>
            </a: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b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</a:b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운영 전 검증 지원</a:t>
            </a:r>
            <a:endParaRPr kumimoji="0" lang="ko-KR" altLang="en-US" sz="1000" i="0" u="non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8AD2696D-43E3-5646-6DCA-B540F94698EB}"/>
              </a:ext>
            </a:extLst>
          </p:cNvPr>
          <p:cNvSpPr/>
          <p:nvPr/>
        </p:nvSpPr>
        <p:spPr>
          <a:xfrm>
            <a:off x="7664123" y="5019945"/>
            <a:ext cx="447813" cy="162771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-15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cs"/>
              </a:rPr>
              <a:t>중위험</a:t>
            </a:r>
            <a:endParaRPr kumimoji="0" lang="ko-KR" altLang="en-US" sz="900" b="1" i="0" u="none" strike="noStrike" kern="1200" cap="none" spc="-15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cxnSp>
        <p:nvCxnSpPr>
          <p:cNvPr id="98" name="직선 화살표 연결선 41">
            <a:extLst>
              <a:ext uri="{FF2B5EF4-FFF2-40B4-BE49-F238E27FC236}">
                <a16:creationId xmlns:a16="http://schemas.microsoft.com/office/drawing/2014/main" id="{275058CA-D371-DD7B-64C3-DB20973AC916}"/>
              </a:ext>
            </a:extLst>
          </p:cNvPr>
          <p:cNvCxnSpPr>
            <a:cxnSpLocks/>
            <a:stCxn id="17" idx="2"/>
            <a:endCxn id="63" idx="0"/>
          </p:cNvCxnSpPr>
          <p:nvPr/>
        </p:nvCxnSpPr>
        <p:spPr>
          <a:xfrm>
            <a:off x="7565680" y="2095867"/>
            <a:ext cx="4152" cy="972986"/>
          </a:xfrm>
          <a:prstGeom prst="straightConnector1">
            <a:avLst/>
          </a:prstGeom>
          <a:noFill/>
          <a:ln w="28575" cap="flat" cmpd="sng" algn="ctr">
            <a:solidFill>
              <a:srgbClr val="FFC000"/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85" name="연결선: 꺾임 84">
            <a:extLst>
              <a:ext uri="{FF2B5EF4-FFF2-40B4-BE49-F238E27FC236}">
                <a16:creationId xmlns:a16="http://schemas.microsoft.com/office/drawing/2014/main" id="{A0FDA846-A27E-F146-F3B3-F2A1E7C65B12}"/>
              </a:ext>
            </a:extLst>
          </p:cNvPr>
          <p:cNvCxnSpPr>
            <a:cxnSpLocks/>
            <a:stCxn id="88" idx="2"/>
            <a:endCxn id="57" idx="0"/>
          </p:cNvCxnSpPr>
          <p:nvPr/>
        </p:nvCxnSpPr>
        <p:spPr>
          <a:xfrm rot="16200000" flipH="1">
            <a:off x="1820318" y="2726089"/>
            <a:ext cx="140240" cy="565255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71DF7572-5CE9-30B0-9BC7-297913F44816}"/>
              </a:ext>
            </a:extLst>
          </p:cNvPr>
          <p:cNvCxnSpPr>
            <a:cxnSpLocks/>
            <a:stCxn id="60" idx="2"/>
          </p:cNvCxnSpPr>
          <p:nvPr/>
        </p:nvCxnSpPr>
        <p:spPr>
          <a:xfrm>
            <a:off x="2173066" y="3809188"/>
            <a:ext cx="10109" cy="1617590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88" name="사각형: 둥근 모서리 65">
            <a:extLst>
              <a:ext uri="{FF2B5EF4-FFF2-40B4-BE49-F238E27FC236}">
                <a16:creationId xmlns:a16="http://schemas.microsoft.com/office/drawing/2014/main" id="{0D2BC1B9-F28F-74FA-5EB8-4416D8C663F4}"/>
              </a:ext>
            </a:extLst>
          </p:cNvPr>
          <p:cNvSpPr/>
          <p:nvPr/>
        </p:nvSpPr>
        <p:spPr>
          <a:xfrm>
            <a:off x="1383904" y="2775826"/>
            <a:ext cx="447813" cy="162771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b="1" spc="-150">
                <a:solidFill>
                  <a:prstClr val="white"/>
                </a:solidFill>
                <a:latin typeface="+mn-ea"/>
              </a:rPr>
              <a:t>고</a:t>
            </a:r>
            <a:r>
              <a:rPr kumimoji="0" lang="ko-KR" altLang="en-US" sz="900" b="1" i="0" u="none" strike="noStrike" kern="1200" cap="none" spc="-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rPr>
              <a:t>위험</a:t>
            </a:r>
          </a:p>
        </p:txBody>
      </p:sp>
      <p:sp>
        <p:nvSpPr>
          <p:cNvPr id="90" name="사각형: 둥근 모서리 65">
            <a:extLst>
              <a:ext uri="{FF2B5EF4-FFF2-40B4-BE49-F238E27FC236}">
                <a16:creationId xmlns:a16="http://schemas.microsoft.com/office/drawing/2014/main" id="{705D46B1-8065-7277-29A4-0E92074B9C0D}"/>
              </a:ext>
            </a:extLst>
          </p:cNvPr>
          <p:cNvSpPr/>
          <p:nvPr/>
        </p:nvSpPr>
        <p:spPr>
          <a:xfrm>
            <a:off x="1953838" y="2775826"/>
            <a:ext cx="447813" cy="162771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14400" latinLnBrk="1"/>
            <a:r>
              <a:rPr lang="ko-KR" altLang="en-US" sz="900" b="1" spc="-150" err="1">
                <a:solidFill>
                  <a:schemeClr val="tx1"/>
                </a:solidFill>
                <a:latin typeface="+mn-ea"/>
              </a:rPr>
              <a:t>중위험</a:t>
            </a:r>
            <a:endParaRPr lang="ko-KR" altLang="en-US" sz="900" b="1" spc="-15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1" name="사각형: 둥근 모서리 65">
            <a:extLst>
              <a:ext uri="{FF2B5EF4-FFF2-40B4-BE49-F238E27FC236}">
                <a16:creationId xmlns:a16="http://schemas.microsoft.com/office/drawing/2014/main" id="{4F345514-C92C-231C-FC76-9AF495BD31FD}"/>
              </a:ext>
            </a:extLst>
          </p:cNvPr>
          <p:cNvSpPr/>
          <p:nvPr/>
        </p:nvSpPr>
        <p:spPr>
          <a:xfrm>
            <a:off x="2523772" y="2775826"/>
            <a:ext cx="447813" cy="162771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14400" latinLnBrk="1"/>
            <a:r>
              <a:rPr lang="ko-KR" altLang="en-US" sz="900" b="1" spc="-150" err="1">
                <a:solidFill>
                  <a:schemeClr val="tx1"/>
                </a:solidFill>
                <a:latin typeface="+mn-ea"/>
              </a:rPr>
              <a:t>저위험</a:t>
            </a:r>
            <a:endParaRPr lang="ko-KR" altLang="en-US" sz="900" b="1" spc="-15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45646AF-A145-B1D7-6849-44DB1EF184F9}"/>
              </a:ext>
            </a:extLst>
          </p:cNvPr>
          <p:cNvSpPr/>
          <p:nvPr/>
        </p:nvSpPr>
        <p:spPr>
          <a:xfrm>
            <a:off x="1356527" y="2321904"/>
            <a:ext cx="1620000" cy="358801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+mn-cs"/>
              </a:rPr>
              <a:t>AI </a:t>
            </a:r>
            <a:r>
              <a:rPr kumimoji="0" lang="ko-KR" altLang="en-US" sz="1000" b="1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+mn-cs"/>
              </a:rPr>
              <a:t>위험</a:t>
            </a:r>
            <a:r>
              <a:rPr kumimoji="0" lang="en-US" altLang="ko-KR" sz="1000" b="1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+mn-cs"/>
              </a:rPr>
              <a:t>/</a:t>
            </a:r>
            <a:r>
              <a:rPr kumimoji="0" lang="ko-KR" altLang="en-US" sz="1000" b="1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+mn-cs"/>
              </a:rPr>
              <a:t>영향</a:t>
            </a:r>
            <a:r>
              <a:rPr kumimoji="0" lang="en-US" altLang="ko-KR" sz="1000" b="1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+mn-cs"/>
              </a:rPr>
              <a:t>/</a:t>
            </a:r>
            <a:r>
              <a:rPr kumimoji="0" lang="ko-KR" altLang="en-US" sz="1000" b="1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+mn-cs"/>
              </a:rPr>
              <a:t>안전성 식별</a:t>
            </a:r>
            <a:r>
              <a:rPr lang="en-US" altLang="ko-KR" sz="1000" b="1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 </a:t>
            </a:r>
            <a:r>
              <a:rPr kumimoji="0" lang="ko-KR" altLang="en-US" sz="1000" b="1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+mn-cs"/>
              </a:rPr>
              <a:t>및 평가</a:t>
            </a:r>
            <a:r>
              <a:rPr kumimoji="0" lang="en-US" altLang="ko-KR" sz="1000" b="1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+mn-cs"/>
              </a:rPr>
              <a:t>*</a:t>
            </a:r>
            <a:endParaRPr kumimoji="0" lang="ko-KR" altLang="en-US" sz="1000" b="1" i="0" u="none" strike="noStrik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96" name="직사각형 10">
            <a:extLst>
              <a:ext uri="{FF2B5EF4-FFF2-40B4-BE49-F238E27FC236}">
                <a16:creationId xmlns:a16="http://schemas.microsoft.com/office/drawing/2014/main" id="{4E35B3AF-7423-4A53-E26A-C4FAEA6F545A}"/>
              </a:ext>
            </a:extLst>
          </p:cNvPr>
          <p:cNvSpPr/>
          <p:nvPr/>
        </p:nvSpPr>
        <p:spPr>
          <a:xfrm>
            <a:off x="1419225" y="2505863"/>
            <a:ext cx="561975" cy="163513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 latinLnBrk="0"/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위험등급</a:t>
            </a:r>
          </a:p>
        </p:txBody>
      </p:sp>
      <p:sp>
        <p:nvSpPr>
          <p:cNvPr id="99" name="직사각형 10">
            <a:extLst>
              <a:ext uri="{FF2B5EF4-FFF2-40B4-BE49-F238E27FC236}">
                <a16:creationId xmlns:a16="http://schemas.microsoft.com/office/drawing/2014/main" id="{E01BA0E7-4014-2B99-121C-5AEFCE652390}"/>
              </a:ext>
            </a:extLst>
          </p:cNvPr>
          <p:cNvSpPr/>
          <p:nvPr/>
        </p:nvSpPr>
        <p:spPr>
          <a:xfrm>
            <a:off x="2085975" y="2505863"/>
            <a:ext cx="842962" cy="163513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latinLnBrk="0"/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 </a:t>
            </a:r>
            <a:r>
              <a:rPr lang="ko-KR" altLang="en-US" sz="1000" b="1" kern="0" spc="-150" err="1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고영향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 </a:t>
            </a: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·</a:t>
            </a:r>
            <a:endParaRPr lang="ko-KR" altLang="en-US" sz="1000" kern="0" spc="-150">
              <a:ln>
                <a:solidFill>
                  <a:srgbClr val="0070C0">
                    <a:alpha val="0"/>
                  </a:srgbClr>
                </a:solidFill>
              </a:ln>
              <a:latin typeface="+mn-ea"/>
            </a:endParaRPr>
          </a:p>
        </p:txBody>
      </p:sp>
      <p:cxnSp>
        <p:nvCxnSpPr>
          <p:cNvPr id="105" name="연결선: 꺾임 84">
            <a:extLst>
              <a:ext uri="{FF2B5EF4-FFF2-40B4-BE49-F238E27FC236}">
                <a16:creationId xmlns:a16="http://schemas.microsoft.com/office/drawing/2014/main" id="{12786559-7B5F-9E51-BA2D-1A8C5386E235}"/>
              </a:ext>
            </a:extLst>
          </p:cNvPr>
          <p:cNvCxnSpPr>
            <a:cxnSpLocks/>
            <a:stCxn id="91" idx="2"/>
            <a:endCxn id="57" idx="0"/>
          </p:cNvCxnSpPr>
          <p:nvPr/>
        </p:nvCxnSpPr>
        <p:spPr>
          <a:xfrm rot="5400000">
            <a:off x="2390253" y="2721411"/>
            <a:ext cx="140240" cy="574613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108" name="연결선: 꺾임 84">
            <a:extLst>
              <a:ext uri="{FF2B5EF4-FFF2-40B4-BE49-F238E27FC236}">
                <a16:creationId xmlns:a16="http://schemas.microsoft.com/office/drawing/2014/main" id="{6BF8697E-3ACD-7752-520C-8EB32F98191A}"/>
              </a:ext>
            </a:extLst>
          </p:cNvPr>
          <p:cNvCxnSpPr>
            <a:cxnSpLocks/>
            <a:stCxn id="90" idx="2"/>
            <a:endCxn id="57" idx="0"/>
          </p:cNvCxnSpPr>
          <p:nvPr/>
        </p:nvCxnSpPr>
        <p:spPr>
          <a:xfrm rot="5400000">
            <a:off x="2105286" y="3006378"/>
            <a:ext cx="140240" cy="4679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191" name="직사각형 12">
            <a:extLst>
              <a:ext uri="{FF2B5EF4-FFF2-40B4-BE49-F238E27FC236}">
                <a16:creationId xmlns:a16="http://schemas.microsoft.com/office/drawing/2014/main" id="{BD33737C-A215-BD15-C480-4F762635B932}"/>
              </a:ext>
            </a:extLst>
          </p:cNvPr>
          <p:cNvSpPr/>
          <p:nvPr/>
        </p:nvSpPr>
        <p:spPr>
          <a:xfrm>
            <a:off x="1597066" y="5341053"/>
            <a:ext cx="1152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lvl="0" algn="ctr" defTabSz="914400">
              <a:defRPr/>
            </a:pP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AI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위험</a:t>
            </a:r>
            <a:b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</a:b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식별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평가 결과 검토</a:t>
            </a:r>
          </a:p>
        </p:txBody>
      </p:sp>
      <p:sp>
        <p:nvSpPr>
          <p:cNvPr id="266" name="직사각형 11">
            <a:extLst>
              <a:ext uri="{FF2B5EF4-FFF2-40B4-BE49-F238E27FC236}">
                <a16:creationId xmlns:a16="http://schemas.microsoft.com/office/drawing/2014/main" id="{208449B2-CDBC-AEAB-8B53-D3F147E622C8}"/>
              </a:ext>
            </a:extLst>
          </p:cNvPr>
          <p:cNvSpPr/>
          <p:nvPr/>
        </p:nvSpPr>
        <p:spPr>
          <a:xfrm>
            <a:off x="3178174" y="5341564"/>
            <a:ext cx="1152000" cy="324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AI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위험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관리 계획 승인</a:t>
            </a:r>
          </a:p>
        </p:txBody>
      </p:sp>
      <p:cxnSp>
        <p:nvCxnSpPr>
          <p:cNvPr id="411" name="연결선: 꺾임 46">
            <a:extLst>
              <a:ext uri="{FF2B5EF4-FFF2-40B4-BE49-F238E27FC236}">
                <a16:creationId xmlns:a16="http://schemas.microsoft.com/office/drawing/2014/main" id="{2D55AFFC-FA5B-1637-78EC-6B1B5002AD1E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 flipV="1">
            <a:off x="6870148" y="1933867"/>
            <a:ext cx="155532" cy="90000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448" name="연결선: 꺾임 46">
            <a:extLst>
              <a:ext uri="{FF2B5EF4-FFF2-40B4-BE49-F238E27FC236}">
                <a16:creationId xmlns:a16="http://schemas.microsoft.com/office/drawing/2014/main" id="{3C95E9D1-AE6B-FEDE-7E6D-364D55E5F9F8}"/>
              </a:ext>
            </a:extLst>
          </p:cNvPr>
          <p:cNvCxnSpPr>
            <a:cxnSpLocks/>
            <a:stCxn id="61" idx="3"/>
            <a:endCxn id="16" idx="1"/>
          </p:cNvCxnSpPr>
          <p:nvPr/>
        </p:nvCxnSpPr>
        <p:spPr>
          <a:xfrm flipV="1">
            <a:off x="5599657" y="2023867"/>
            <a:ext cx="190491" cy="1623321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504" name="직사각형 56">
            <a:extLst>
              <a:ext uri="{FF2B5EF4-FFF2-40B4-BE49-F238E27FC236}">
                <a16:creationId xmlns:a16="http://schemas.microsoft.com/office/drawing/2014/main" id="{16B0C58C-88A2-0428-E53D-B52FB93E6043}"/>
              </a:ext>
            </a:extLst>
          </p:cNvPr>
          <p:cNvSpPr/>
          <p:nvPr/>
        </p:nvSpPr>
        <p:spPr>
          <a:xfrm>
            <a:off x="1597066" y="1771867"/>
            <a:ext cx="1152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서비스</a:t>
            </a: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기획 수립</a:t>
            </a:r>
          </a:p>
        </p:txBody>
      </p:sp>
      <p:cxnSp>
        <p:nvCxnSpPr>
          <p:cNvPr id="68" name="직선 화살표 연결선 27">
            <a:extLst>
              <a:ext uri="{FF2B5EF4-FFF2-40B4-BE49-F238E27FC236}">
                <a16:creationId xmlns:a16="http://schemas.microsoft.com/office/drawing/2014/main" id="{AF1B8817-DE99-94A3-AFEC-EFF786334E49}"/>
              </a:ext>
            </a:extLst>
          </p:cNvPr>
          <p:cNvCxnSpPr>
            <a:cxnSpLocks/>
            <a:stCxn id="504" idx="2"/>
            <a:endCxn id="189" idx="0"/>
          </p:cNvCxnSpPr>
          <p:nvPr/>
        </p:nvCxnSpPr>
        <p:spPr>
          <a:xfrm>
            <a:off x="2173066" y="2095867"/>
            <a:ext cx="1" cy="179237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116" name="사각형: 둥근 모서리 65">
            <a:extLst>
              <a:ext uri="{FF2B5EF4-FFF2-40B4-BE49-F238E27FC236}">
                <a16:creationId xmlns:a16="http://schemas.microsoft.com/office/drawing/2014/main" id="{28BE9DD5-F82E-BC2A-C004-1B594EE6A5D6}"/>
              </a:ext>
            </a:extLst>
          </p:cNvPr>
          <p:cNvSpPr/>
          <p:nvPr/>
        </p:nvSpPr>
        <p:spPr>
          <a:xfrm>
            <a:off x="2516628" y="2524229"/>
            <a:ext cx="371828" cy="134280"/>
          </a:xfrm>
          <a:prstGeom prst="roundRect">
            <a:avLst>
              <a:gd name="adj" fmla="val 5000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14400" latinLnBrk="1"/>
            <a:r>
              <a:rPr lang="ko-KR" altLang="en-US" sz="900" b="1" spc="-150">
                <a:solidFill>
                  <a:schemeClr val="bg1"/>
                </a:solidFill>
                <a:latin typeface="+mn-ea"/>
              </a:rPr>
              <a:t>안전성</a:t>
            </a:r>
          </a:p>
        </p:txBody>
      </p:sp>
      <p:cxnSp>
        <p:nvCxnSpPr>
          <p:cNvPr id="4" name="연결선: 꺾임 84">
            <a:extLst>
              <a:ext uri="{FF2B5EF4-FFF2-40B4-BE49-F238E27FC236}">
                <a16:creationId xmlns:a16="http://schemas.microsoft.com/office/drawing/2014/main" id="{0E17385B-070B-FF8C-F234-6EA45BF426E2}"/>
              </a:ext>
            </a:extLst>
          </p:cNvPr>
          <p:cNvCxnSpPr>
            <a:cxnSpLocks/>
            <a:stCxn id="99" idx="2"/>
            <a:endCxn id="88" idx="0"/>
          </p:cNvCxnSpPr>
          <p:nvPr/>
        </p:nvCxnSpPr>
        <p:spPr>
          <a:xfrm rot="5400000">
            <a:off x="2004409" y="2272779"/>
            <a:ext cx="106450" cy="899645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11" name="텍스트 개체 틀 3">
            <a:extLst>
              <a:ext uri="{FF2B5EF4-FFF2-40B4-BE49-F238E27FC236}">
                <a16:creationId xmlns:a16="http://schemas.microsoft.com/office/drawing/2014/main" id="{C630E094-D5E9-F005-39BB-D746FCECD44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1963" y="813435"/>
            <a:ext cx="11520000" cy="325410"/>
          </a:xfrm>
        </p:spPr>
        <p:txBody>
          <a:bodyPr/>
          <a:lstStyle/>
          <a:p>
            <a:r>
              <a:rPr lang="en-US" altLang="ko-KR"/>
              <a:t>AI</a:t>
            </a:r>
            <a:r>
              <a:rPr lang="ko-KR" altLang="en-US"/>
              <a:t>서비스 개발 단계별로 준수해야 할 </a:t>
            </a:r>
            <a:r>
              <a:rPr lang="en-US" altLang="ko-KR"/>
              <a:t>AI</a:t>
            </a:r>
            <a:r>
              <a:rPr lang="ko-KR" altLang="en-US"/>
              <a:t>거버넌스 표준 프로세스</a:t>
            </a:r>
            <a:r>
              <a:rPr lang="en-US" altLang="ko-KR"/>
              <a:t>, </a:t>
            </a:r>
            <a:r>
              <a:rPr lang="ko-KR" altLang="en-US"/>
              <a:t>부서별 역할과 책임</a:t>
            </a:r>
            <a:r>
              <a:rPr lang="en-US" altLang="ko-KR"/>
              <a:t>(R&amp;R) </a:t>
            </a:r>
            <a:r>
              <a:rPr lang="ko-KR" altLang="en-US"/>
              <a:t>및 개발 라이프사이클 단계별 업무 정의는 다음과 같음</a:t>
            </a:r>
          </a:p>
        </p:txBody>
      </p:sp>
      <p:sp>
        <p:nvSpPr>
          <p:cNvPr id="13" name="직사각형 20">
            <a:extLst>
              <a:ext uri="{FF2B5EF4-FFF2-40B4-BE49-F238E27FC236}">
                <a16:creationId xmlns:a16="http://schemas.microsoft.com/office/drawing/2014/main" id="{B79951C7-7907-8025-BB77-659A68BCA9C8}"/>
              </a:ext>
            </a:extLst>
          </p:cNvPr>
          <p:cNvSpPr/>
          <p:nvPr/>
        </p:nvSpPr>
        <p:spPr>
          <a:xfrm>
            <a:off x="10733909" y="2431592"/>
            <a:ext cx="1080000" cy="191381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 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서비스</a:t>
            </a:r>
            <a:br>
              <a:rPr kumimoji="0" lang="en-US" altLang="ko-KR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</a:b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개선 </a:t>
            </a:r>
            <a:endParaRPr kumimoji="0" lang="ko-KR" altLang="en-US" sz="1000" i="0" u="none" kern="0" cap="none" spc="-150" normalizeH="0" baseline="3000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4" name="직사각형 21">
            <a:extLst>
              <a:ext uri="{FF2B5EF4-FFF2-40B4-BE49-F238E27FC236}">
                <a16:creationId xmlns:a16="http://schemas.microsoft.com/office/drawing/2014/main" id="{AE11B053-2FA6-26E0-4FC9-BA49186261A7}"/>
              </a:ext>
            </a:extLst>
          </p:cNvPr>
          <p:cNvSpPr/>
          <p:nvPr/>
        </p:nvSpPr>
        <p:spPr>
          <a:xfrm>
            <a:off x="9502452" y="5229520"/>
            <a:ext cx="1080000" cy="643504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 defTabSz="914400">
              <a:defRPr/>
            </a:pP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AI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위험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관리 계획 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이행 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확인 후 승인</a:t>
            </a:r>
            <a:endParaRPr lang="en-US" altLang="ko-KR" sz="1000" kern="0" spc="-150">
              <a:ln>
                <a:solidFill>
                  <a:srgbClr val="0070C0">
                    <a:alpha val="0"/>
                  </a:srgbClr>
                </a:solidFill>
              </a:ln>
              <a:latin typeface="+mn-ea"/>
            </a:endParaRPr>
          </a:p>
          <a:p>
            <a:pPr algn="ctr" defTabSz="914400">
              <a:defRPr/>
            </a:pPr>
            <a:endParaRPr lang="en-US" altLang="ko-KR" sz="1000" kern="0" spc="-150">
              <a:ln>
                <a:solidFill>
                  <a:srgbClr val="0070C0">
                    <a:alpha val="0"/>
                  </a:srgbClr>
                </a:solidFill>
              </a:ln>
              <a:latin typeface="+mn-ea"/>
            </a:endParaRPr>
          </a:p>
          <a:p>
            <a:pPr algn="ctr" defTabSz="914400">
              <a:defRPr/>
            </a:pPr>
            <a:endParaRPr kumimoji="0" lang="ko-KR" altLang="en-US" sz="1000" i="0" u="non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4" name="직사각형 22">
            <a:extLst>
              <a:ext uri="{FF2B5EF4-FFF2-40B4-BE49-F238E27FC236}">
                <a16:creationId xmlns:a16="http://schemas.microsoft.com/office/drawing/2014/main" id="{CA456EAA-5153-FA3A-7878-4AB2CC753F30}"/>
              </a:ext>
            </a:extLst>
          </p:cNvPr>
          <p:cNvSpPr/>
          <p:nvPr/>
        </p:nvSpPr>
        <p:spPr>
          <a:xfrm>
            <a:off x="10732873" y="5369024"/>
            <a:ext cx="1080000" cy="50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 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위험</a:t>
            </a: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모니터링</a:t>
            </a:r>
            <a:endParaRPr kumimoji="0" lang="en-US" altLang="ko-KR" sz="1000" i="0" u="non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결과 점검</a:t>
            </a:r>
          </a:p>
        </p:txBody>
      </p:sp>
      <p:cxnSp>
        <p:nvCxnSpPr>
          <p:cNvPr id="25" name="직선 화살표 연결선 38">
            <a:extLst>
              <a:ext uri="{FF2B5EF4-FFF2-40B4-BE49-F238E27FC236}">
                <a16:creationId xmlns:a16="http://schemas.microsoft.com/office/drawing/2014/main" id="{401A8B07-40CC-87A9-36A4-293D69CBD85A}"/>
              </a:ext>
            </a:extLst>
          </p:cNvPr>
          <p:cNvCxnSpPr>
            <a:cxnSpLocks/>
            <a:stCxn id="24" idx="0"/>
            <a:endCxn id="13" idx="2"/>
          </p:cNvCxnSpPr>
          <p:nvPr/>
        </p:nvCxnSpPr>
        <p:spPr>
          <a:xfrm flipV="1">
            <a:off x="11272873" y="4345402"/>
            <a:ext cx="1036" cy="1023622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32" name="연결선: 꺾임 39">
            <a:extLst>
              <a:ext uri="{FF2B5EF4-FFF2-40B4-BE49-F238E27FC236}">
                <a16:creationId xmlns:a16="http://schemas.microsoft.com/office/drawing/2014/main" id="{078DACA1-3A6D-6E9E-DE3A-EBBD1F6FF70B}"/>
              </a:ext>
            </a:extLst>
          </p:cNvPr>
          <p:cNvCxnSpPr>
            <a:cxnSpLocks/>
            <a:stCxn id="456" idx="3"/>
            <a:endCxn id="24" idx="1"/>
          </p:cNvCxnSpPr>
          <p:nvPr/>
        </p:nvCxnSpPr>
        <p:spPr>
          <a:xfrm>
            <a:off x="10582452" y="4764020"/>
            <a:ext cx="150421" cy="857004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35" name="직선 화살표 연결선 53">
            <a:extLst>
              <a:ext uri="{FF2B5EF4-FFF2-40B4-BE49-F238E27FC236}">
                <a16:creationId xmlns:a16="http://schemas.microsoft.com/office/drawing/2014/main" id="{1BD4277E-1BFE-EEF3-4BB2-B2DEC3C52685}"/>
              </a:ext>
            </a:extLst>
          </p:cNvPr>
          <p:cNvCxnSpPr>
            <a:cxnSpLocks/>
          </p:cNvCxnSpPr>
          <p:nvPr/>
        </p:nvCxnSpPr>
        <p:spPr>
          <a:xfrm flipV="1">
            <a:off x="9542780" y="3844964"/>
            <a:ext cx="0" cy="1388071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42" name="직사각형 50">
            <a:extLst>
              <a:ext uri="{FF2B5EF4-FFF2-40B4-BE49-F238E27FC236}">
                <a16:creationId xmlns:a16="http://schemas.microsoft.com/office/drawing/2014/main" id="{93B7DFE2-4508-4D22-E981-EC1296EBA874}"/>
              </a:ext>
            </a:extLst>
          </p:cNvPr>
          <p:cNvSpPr/>
          <p:nvPr/>
        </p:nvSpPr>
        <p:spPr>
          <a:xfrm>
            <a:off x="9862452" y="3915896"/>
            <a:ext cx="720000" cy="554503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kern="0" cap="none" spc="-150" normalizeH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 </a:t>
            </a:r>
            <a:r>
              <a:rPr kumimoji="0" lang="ko-KR" altLang="en-US" sz="1000" i="0" u="none" kern="0" cap="none" spc="-150" normalizeH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서비스 운영</a:t>
            </a:r>
          </a:p>
        </p:txBody>
      </p:sp>
      <p:sp>
        <p:nvSpPr>
          <p:cNvPr id="45" name="직사각형 51">
            <a:extLst>
              <a:ext uri="{FF2B5EF4-FFF2-40B4-BE49-F238E27FC236}">
                <a16:creationId xmlns:a16="http://schemas.microsoft.com/office/drawing/2014/main" id="{F51F36C1-67C8-B7E2-B3D0-D319347C389F}"/>
              </a:ext>
            </a:extLst>
          </p:cNvPr>
          <p:cNvSpPr/>
          <p:nvPr/>
        </p:nvSpPr>
        <p:spPr>
          <a:xfrm>
            <a:off x="9479963" y="2826310"/>
            <a:ext cx="338948" cy="1018653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kern="0" cap="none" spc="-150" normalizeH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 </a:t>
            </a:r>
            <a:r>
              <a:rPr kumimoji="0" lang="ko-KR" altLang="en-US" sz="1000" i="0" u="none" kern="0" cap="none" spc="-150" normalizeH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서비스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배포</a:t>
            </a:r>
            <a:endParaRPr kumimoji="0" lang="ko-KR" altLang="en-US" sz="1000" i="0" u="none" kern="0" cap="none" spc="-150" normalizeH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cxnSp>
        <p:nvCxnSpPr>
          <p:cNvPr id="46" name="직선 화살표 연결선 36">
            <a:extLst>
              <a:ext uri="{FF2B5EF4-FFF2-40B4-BE49-F238E27FC236}">
                <a16:creationId xmlns:a16="http://schemas.microsoft.com/office/drawing/2014/main" id="{C12E65F2-9DF7-A135-71A9-18AAF34C1E3C}"/>
              </a:ext>
            </a:extLst>
          </p:cNvPr>
          <p:cNvCxnSpPr>
            <a:cxnSpLocks/>
          </p:cNvCxnSpPr>
          <p:nvPr/>
        </p:nvCxnSpPr>
        <p:spPr>
          <a:xfrm flipV="1">
            <a:off x="10102340" y="4466862"/>
            <a:ext cx="0" cy="135158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48" name="직사각형 50">
            <a:extLst>
              <a:ext uri="{FF2B5EF4-FFF2-40B4-BE49-F238E27FC236}">
                <a16:creationId xmlns:a16="http://schemas.microsoft.com/office/drawing/2014/main" id="{32ACAE49-9F8C-F19C-54A6-79967CAFC793}"/>
              </a:ext>
            </a:extLst>
          </p:cNvPr>
          <p:cNvSpPr/>
          <p:nvPr/>
        </p:nvSpPr>
        <p:spPr>
          <a:xfrm>
            <a:off x="9862452" y="2431592"/>
            <a:ext cx="720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서비스 </a:t>
            </a:r>
            <a:endParaRPr lang="en-US" altLang="ko-KR" sz="1000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인수인계</a:t>
            </a:r>
            <a:endParaRPr kumimoji="0" lang="ko-KR" altLang="en-US" sz="1000" i="0" u="none" kern="0" cap="none" spc="-150" normalizeH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cxnSp>
        <p:nvCxnSpPr>
          <p:cNvPr id="449" name="직선 화살표 연결선 38">
            <a:extLst>
              <a:ext uri="{FF2B5EF4-FFF2-40B4-BE49-F238E27FC236}">
                <a16:creationId xmlns:a16="http://schemas.microsoft.com/office/drawing/2014/main" id="{608243E6-5671-B192-F7A6-3BC58362F770}"/>
              </a:ext>
            </a:extLst>
          </p:cNvPr>
          <p:cNvCxnSpPr>
            <a:cxnSpLocks/>
            <a:stCxn id="48" idx="2"/>
            <a:endCxn id="42" idx="0"/>
          </p:cNvCxnSpPr>
          <p:nvPr/>
        </p:nvCxnSpPr>
        <p:spPr>
          <a:xfrm>
            <a:off x="10222452" y="2755592"/>
            <a:ext cx="0" cy="1160304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450" name="연결선: 꺾임 39">
            <a:extLst>
              <a:ext uri="{FF2B5EF4-FFF2-40B4-BE49-F238E27FC236}">
                <a16:creationId xmlns:a16="http://schemas.microsoft.com/office/drawing/2014/main" id="{FECD7CB3-9A4B-2154-47DA-0F22005B5FC7}"/>
              </a:ext>
            </a:extLst>
          </p:cNvPr>
          <p:cNvCxnSpPr>
            <a:cxnSpLocks/>
            <a:stCxn id="42" idx="3"/>
            <a:endCxn id="13" idx="1"/>
          </p:cNvCxnSpPr>
          <p:nvPr/>
        </p:nvCxnSpPr>
        <p:spPr>
          <a:xfrm flipV="1">
            <a:off x="10582452" y="3388497"/>
            <a:ext cx="151457" cy="804651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451" name="연결선: 꺾임 39">
            <a:extLst>
              <a:ext uri="{FF2B5EF4-FFF2-40B4-BE49-F238E27FC236}">
                <a16:creationId xmlns:a16="http://schemas.microsoft.com/office/drawing/2014/main" id="{27BEA57E-D03F-7E80-114E-22175D3CADC6}"/>
              </a:ext>
            </a:extLst>
          </p:cNvPr>
          <p:cNvCxnSpPr>
            <a:cxnSpLocks/>
            <a:stCxn id="45" idx="2"/>
            <a:endCxn id="42" idx="1"/>
          </p:cNvCxnSpPr>
          <p:nvPr/>
        </p:nvCxnSpPr>
        <p:spPr>
          <a:xfrm rot="16200000" flipH="1">
            <a:off x="9581852" y="3912547"/>
            <a:ext cx="348185" cy="213015"/>
          </a:xfrm>
          <a:prstGeom prst="bentConnector2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452" name="직선 화살표 연결선 36">
            <a:extLst>
              <a:ext uri="{FF2B5EF4-FFF2-40B4-BE49-F238E27FC236}">
                <a16:creationId xmlns:a16="http://schemas.microsoft.com/office/drawing/2014/main" id="{564735B7-2F6B-41D3-A8D6-2C92D58B08BC}"/>
              </a:ext>
            </a:extLst>
          </p:cNvPr>
          <p:cNvCxnSpPr>
            <a:cxnSpLocks/>
          </p:cNvCxnSpPr>
          <p:nvPr/>
        </p:nvCxnSpPr>
        <p:spPr>
          <a:xfrm>
            <a:off x="10379200" y="4468670"/>
            <a:ext cx="0" cy="134169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456" name="직사각형 50">
            <a:extLst>
              <a:ext uri="{FF2B5EF4-FFF2-40B4-BE49-F238E27FC236}">
                <a16:creationId xmlns:a16="http://schemas.microsoft.com/office/drawing/2014/main" id="{06514A20-8CF1-C7E1-B7A7-91DFA2506B8A}"/>
              </a:ext>
            </a:extLst>
          </p:cNvPr>
          <p:cNvSpPr/>
          <p:nvPr/>
        </p:nvSpPr>
        <p:spPr>
          <a:xfrm>
            <a:off x="9862452" y="4602020"/>
            <a:ext cx="720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lvl="0" algn="ctr" defTabSz="914400">
              <a:defRPr/>
            </a:pP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위험 모니터링</a:t>
            </a:r>
          </a:p>
        </p:txBody>
      </p:sp>
      <p:sp>
        <p:nvSpPr>
          <p:cNvPr id="457" name="Oval 456">
            <a:extLst>
              <a:ext uri="{FF2B5EF4-FFF2-40B4-BE49-F238E27FC236}">
                <a16:creationId xmlns:a16="http://schemas.microsoft.com/office/drawing/2014/main" id="{EC3C29E7-D920-2145-B46E-C105DDC572F0}"/>
              </a:ext>
            </a:extLst>
          </p:cNvPr>
          <p:cNvSpPr/>
          <p:nvPr/>
        </p:nvSpPr>
        <p:spPr>
          <a:xfrm>
            <a:off x="9548986" y="5611908"/>
            <a:ext cx="143968" cy="143969"/>
          </a:xfrm>
          <a:prstGeom prst="ellipse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sp>
        <p:nvSpPr>
          <p:cNvPr id="458" name="TextBox 457">
            <a:extLst>
              <a:ext uri="{FF2B5EF4-FFF2-40B4-BE49-F238E27FC236}">
                <a16:creationId xmlns:a16="http://schemas.microsoft.com/office/drawing/2014/main" id="{4967C536-7F3F-DC2F-81FC-DAA645C5190F}"/>
              </a:ext>
            </a:extLst>
          </p:cNvPr>
          <p:cNvSpPr txBox="1"/>
          <p:nvPr/>
        </p:nvSpPr>
        <p:spPr>
          <a:xfrm>
            <a:off x="9718792" y="5617112"/>
            <a:ext cx="815259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atinLnBrk="0"/>
            <a:r>
              <a:rPr lang="ko-KR" altLang="en-US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이용자 및 금융소비자 보호 고지 검토</a:t>
            </a:r>
            <a:endParaRPr lang="en-US" altLang="ko-KR" sz="800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459" name="Oval 458">
            <a:extLst>
              <a:ext uri="{FF2B5EF4-FFF2-40B4-BE49-F238E27FC236}">
                <a16:creationId xmlns:a16="http://schemas.microsoft.com/office/drawing/2014/main" id="{4A97CB2E-1308-62C7-354B-7D1FD9695050}"/>
              </a:ext>
            </a:extLst>
          </p:cNvPr>
          <p:cNvSpPr/>
          <p:nvPr/>
        </p:nvSpPr>
        <p:spPr>
          <a:xfrm>
            <a:off x="9872646" y="4093977"/>
            <a:ext cx="143968" cy="143969"/>
          </a:xfrm>
          <a:prstGeom prst="ellipse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sp>
        <p:nvSpPr>
          <p:cNvPr id="460" name="TextBox 459">
            <a:extLst>
              <a:ext uri="{FF2B5EF4-FFF2-40B4-BE49-F238E27FC236}">
                <a16:creationId xmlns:a16="http://schemas.microsoft.com/office/drawing/2014/main" id="{46199C89-78CB-B5D6-3CF3-EAED7C8DE681}"/>
              </a:ext>
            </a:extLst>
          </p:cNvPr>
          <p:cNvSpPr txBox="1"/>
          <p:nvPr/>
        </p:nvSpPr>
        <p:spPr>
          <a:xfrm>
            <a:off x="10018934" y="4082086"/>
            <a:ext cx="540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atinLnBrk="0"/>
            <a:r>
              <a:rPr lang="ko-KR" altLang="en-US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이용자 및 </a:t>
            </a:r>
            <a:endParaRPr lang="en-US" altLang="ko-KR" sz="800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  <a:p>
            <a:pPr latinLnBrk="0"/>
            <a:r>
              <a:rPr lang="ko-KR" altLang="en-US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금융소비자 </a:t>
            </a:r>
            <a:endParaRPr lang="en-US" altLang="ko-KR" sz="800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  <a:p>
            <a:pPr latinLnBrk="0"/>
            <a:r>
              <a:rPr lang="ko-KR" altLang="en-US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보호 권리 대응</a:t>
            </a:r>
            <a:endParaRPr lang="en-US" altLang="ko-KR" sz="800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461" name="Rectangle 460">
            <a:extLst>
              <a:ext uri="{FF2B5EF4-FFF2-40B4-BE49-F238E27FC236}">
                <a16:creationId xmlns:a16="http://schemas.microsoft.com/office/drawing/2014/main" id="{6BD2BDD4-A1A8-451A-97AB-E08900C2DD45}"/>
              </a:ext>
            </a:extLst>
          </p:cNvPr>
          <p:cNvSpPr/>
          <p:nvPr/>
        </p:nvSpPr>
        <p:spPr>
          <a:xfrm>
            <a:off x="4519657" y="1705752"/>
            <a:ext cx="7337382" cy="52087"/>
          </a:xfrm>
          <a:prstGeom prst="rect">
            <a:avLst/>
          </a:prstGeom>
          <a:solidFill>
            <a:srgbClr val="00A9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64" name="Group 463">
            <a:extLst>
              <a:ext uri="{FF2B5EF4-FFF2-40B4-BE49-F238E27FC236}">
                <a16:creationId xmlns:a16="http://schemas.microsoft.com/office/drawing/2014/main" id="{7770C1B8-ADBF-838C-4D16-35260FCFB5EF}"/>
              </a:ext>
            </a:extLst>
          </p:cNvPr>
          <p:cNvGrpSpPr/>
          <p:nvPr/>
        </p:nvGrpSpPr>
        <p:grpSpPr>
          <a:xfrm>
            <a:off x="9502451" y="1090576"/>
            <a:ext cx="2389511" cy="229054"/>
            <a:chOff x="4610162" y="-902070"/>
            <a:chExt cx="2389511" cy="229054"/>
          </a:xfrm>
        </p:grpSpPr>
        <p:sp>
          <p:nvSpPr>
            <p:cNvPr id="465" name="Rectangle: Rounded Corners 464">
              <a:extLst>
                <a:ext uri="{FF2B5EF4-FFF2-40B4-BE49-F238E27FC236}">
                  <a16:creationId xmlns:a16="http://schemas.microsoft.com/office/drawing/2014/main" id="{721179B7-895B-2972-573D-8D6976084FB8}"/>
                </a:ext>
              </a:extLst>
            </p:cNvPr>
            <p:cNvSpPr/>
            <p:nvPr/>
          </p:nvSpPr>
          <p:spPr>
            <a:xfrm>
              <a:off x="4610162" y="-902070"/>
              <a:ext cx="2389511" cy="229054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66" name="Group 465">
              <a:extLst>
                <a:ext uri="{FF2B5EF4-FFF2-40B4-BE49-F238E27FC236}">
                  <a16:creationId xmlns:a16="http://schemas.microsoft.com/office/drawing/2014/main" id="{38654FF3-5EED-3315-3911-4753AF9B69B2}"/>
                </a:ext>
              </a:extLst>
            </p:cNvPr>
            <p:cNvGrpSpPr/>
            <p:nvPr/>
          </p:nvGrpSpPr>
          <p:grpSpPr>
            <a:xfrm>
              <a:off x="5247271" y="-864487"/>
              <a:ext cx="1016283" cy="153888"/>
              <a:chOff x="5548443" y="-549776"/>
              <a:chExt cx="1016283" cy="153888"/>
            </a:xfrm>
          </p:grpSpPr>
          <p:sp>
            <p:nvSpPr>
              <p:cNvPr id="471" name="Oval 470">
                <a:extLst>
                  <a:ext uri="{FF2B5EF4-FFF2-40B4-BE49-F238E27FC236}">
                    <a16:creationId xmlns:a16="http://schemas.microsoft.com/office/drawing/2014/main" id="{2CC9F429-428D-5AE7-C6A4-A0678381A273}"/>
                  </a:ext>
                </a:extLst>
              </p:cNvPr>
              <p:cNvSpPr/>
              <p:nvPr/>
            </p:nvSpPr>
            <p:spPr>
              <a:xfrm>
                <a:off x="5548443" y="-544813"/>
                <a:ext cx="143968" cy="143969"/>
              </a:xfrm>
              <a:prstGeom prst="ellipse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/>
              </a:p>
            </p:txBody>
          </p:sp>
          <p:sp>
            <p:nvSpPr>
              <p:cNvPr id="472" name="TextBox 471">
                <a:extLst>
                  <a:ext uri="{FF2B5EF4-FFF2-40B4-BE49-F238E27FC236}">
                    <a16:creationId xmlns:a16="http://schemas.microsoft.com/office/drawing/2014/main" id="{0A8070AF-1FBE-DF4A-C7BE-657F275B5B6C}"/>
                  </a:ext>
                </a:extLst>
              </p:cNvPr>
              <p:cNvSpPr txBox="1"/>
              <p:nvPr/>
            </p:nvSpPr>
            <p:spPr>
              <a:xfrm>
                <a:off x="5749467" y="-549776"/>
                <a:ext cx="815259" cy="15388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latinLnBrk="0"/>
                <a:r>
                  <a:rPr lang="ko-KR" altLang="en-US" sz="1000" kern="0" spc="-150">
                    <a:ln>
                      <a:solidFill>
                        <a:srgbClr val="0070C0">
                          <a:alpha val="0"/>
                        </a:srgbClr>
                      </a:solidFill>
                    </a:ln>
                    <a:solidFill>
                      <a:prstClr val="black"/>
                    </a:solidFill>
                    <a:latin typeface="+mn-ea"/>
                  </a:rPr>
                  <a:t>금융소비자보호</a:t>
                </a:r>
                <a:endParaRPr lang="en-US" altLang="ko-KR" sz="1000" kern="0" spc="-150">
                  <a:ln>
                    <a:solidFill>
                      <a:srgbClr val="0070C0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+mn-ea"/>
                </a:endParaRPr>
              </a:p>
            </p:txBody>
          </p:sp>
        </p:grpSp>
        <p:grpSp>
          <p:nvGrpSpPr>
            <p:cNvPr id="467" name="Group 466">
              <a:extLst>
                <a:ext uri="{FF2B5EF4-FFF2-40B4-BE49-F238E27FC236}">
                  <a16:creationId xmlns:a16="http://schemas.microsoft.com/office/drawing/2014/main" id="{611A9A3A-2E87-77BF-A6B7-E43E5EFDDCD7}"/>
                </a:ext>
              </a:extLst>
            </p:cNvPr>
            <p:cNvGrpSpPr/>
            <p:nvPr/>
          </p:nvGrpSpPr>
          <p:grpSpPr>
            <a:xfrm>
              <a:off x="6283880" y="-864487"/>
              <a:ext cx="712937" cy="153888"/>
              <a:chOff x="5555445" y="-313778"/>
              <a:chExt cx="712937" cy="153888"/>
            </a:xfrm>
          </p:grpSpPr>
          <p:sp>
            <p:nvSpPr>
              <p:cNvPr id="469" name="Oval 468">
                <a:extLst>
                  <a:ext uri="{FF2B5EF4-FFF2-40B4-BE49-F238E27FC236}">
                    <a16:creationId xmlns:a16="http://schemas.microsoft.com/office/drawing/2014/main" id="{0909271C-62EB-B622-099E-36C8D3CECCD4}"/>
                  </a:ext>
                </a:extLst>
              </p:cNvPr>
              <p:cNvSpPr/>
              <p:nvPr/>
            </p:nvSpPr>
            <p:spPr>
              <a:xfrm>
                <a:off x="5555445" y="-308814"/>
                <a:ext cx="143968" cy="143969"/>
              </a:xfrm>
              <a:prstGeom prst="ellipse">
                <a:avLst/>
              </a:prstGeom>
              <a:solidFill>
                <a:srgbClr val="00A9C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/>
              </a:p>
            </p:txBody>
          </p:sp>
          <p:sp>
            <p:nvSpPr>
              <p:cNvPr id="470" name="TextBox 469">
                <a:extLst>
                  <a:ext uri="{FF2B5EF4-FFF2-40B4-BE49-F238E27FC236}">
                    <a16:creationId xmlns:a16="http://schemas.microsoft.com/office/drawing/2014/main" id="{77A0D778-3961-49C7-4ECC-C8301BCB1428}"/>
                  </a:ext>
                </a:extLst>
              </p:cNvPr>
              <p:cNvSpPr txBox="1"/>
              <p:nvPr/>
            </p:nvSpPr>
            <p:spPr>
              <a:xfrm>
                <a:off x="5744332" y="-313778"/>
                <a:ext cx="524050" cy="15388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latinLnBrk="0"/>
                <a:r>
                  <a:rPr lang="ko-KR" altLang="en-US" sz="1000" kern="0" spc="-150">
                    <a:ln>
                      <a:solidFill>
                        <a:srgbClr val="0070C0">
                          <a:alpha val="0"/>
                        </a:srgbClr>
                      </a:solidFill>
                    </a:ln>
                    <a:solidFill>
                      <a:prstClr val="black"/>
                    </a:solidFill>
                    <a:latin typeface="+mn-ea"/>
                  </a:rPr>
                  <a:t>정보보호</a:t>
                </a:r>
                <a:endParaRPr lang="en-US" altLang="ko-KR" sz="1000" kern="0" spc="-150">
                  <a:ln>
                    <a:solidFill>
                      <a:srgbClr val="0070C0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+mn-ea"/>
                </a:endParaRPr>
              </a:p>
            </p:txBody>
          </p:sp>
        </p:grpSp>
        <p:sp>
          <p:nvSpPr>
            <p:cNvPr id="468" name="TextBox 467">
              <a:extLst>
                <a:ext uri="{FF2B5EF4-FFF2-40B4-BE49-F238E27FC236}">
                  <a16:creationId xmlns:a16="http://schemas.microsoft.com/office/drawing/2014/main" id="{C12F7751-556D-1213-EF7E-5BE5AE2273E8}"/>
                </a:ext>
              </a:extLst>
            </p:cNvPr>
            <p:cNvSpPr txBox="1"/>
            <p:nvPr/>
          </p:nvSpPr>
          <p:spPr>
            <a:xfrm>
              <a:off x="4697481" y="-864487"/>
              <a:ext cx="516830" cy="1538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latinLnBrk="0"/>
              <a:r>
                <a:rPr lang="ko-KR" altLang="en-US" sz="1000" b="1" spc="-150">
                  <a:ln>
                    <a:solidFill>
                      <a:srgbClr val="0070C0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+mn-ea"/>
                </a:rPr>
                <a:t>관련부서 </a:t>
              </a:r>
              <a:r>
                <a:rPr lang="en-US" altLang="ko-KR" sz="1000" b="1" spc="-150">
                  <a:ln>
                    <a:solidFill>
                      <a:srgbClr val="0070C0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+mn-ea"/>
                </a:rPr>
                <a:t>:</a:t>
              </a:r>
              <a:endParaRPr lang="en-US" altLang="ko-KR" sz="1000" b="1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77F67838-E323-ED3A-8621-7825F98818B3}"/>
              </a:ext>
            </a:extLst>
          </p:cNvPr>
          <p:cNvSpPr txBox="1"/>
          <p:nvPr/>
        </p:nvSpPr>
        <p:spPr>
          <a:xfrm>
            <a:off x="11090910" y="1771867"/>
            <a:ext cx="766129" cy="1231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atinLnBrk="0"/>
            <a:r>
              <a:rPr lang="en-US" altLang="ko-KR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AI </a:t>
            </a:r>
            <a:r>
              <a:rPr lang="ko-KR" altLang="en-US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보안 지침 등 준수</a:t>
            </a:r>
            <a:endParaRPr lang="en-US" altLang="ko-KR" sz="800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F1FA4E1B-662F-CC4C-DD5C-61BD1AE1DA01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990810" y="1759358"/>
            <a:ext cx="78918" cy="69215"/>
          </a:xfrm>
          <a:prstGeom prst="bentConnector2">
            <a:avLst/>
          </a:prstGeom>
          <a:ln>
            <a:solidFill>
              <a:srgbClr val="00A9C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71869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0E39E-3552-5A22-F056-C936A4805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5" name="Group 424">
            <a:extLst>
              <a:ext uri="{FF2B5EF4-FFF2-40B4-BE49-F238E27FC236}">
                <a16:creationId xmlns:a16="http://schemas.microsoft.com/office/drawing/2014/main" id="{CBF733AD-A48E-70BA-CCDA-B4184C14CAE2}"/>
              </a:ext>
            </a:extLst>
          </p:cNvPr>
          <p:cNvGrpSpPr/>
          <p:nvPr/>
        </p:nvGrpSpPr>
        <p:grpSpPr>
          <a:xfrm>
            <a:off x="334963" y="1702017"/>
            <a:ext cx="11557000" cy="4848542"/>
            <a:chOff x="334963" y="1163638"/>
            <a:chExt cx="11557000" cy="4848542"/>
          </a:xfrm>
        </p:grpSpPr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78714AA4-F65E-333D-9A86-38E340EFA603}"/>
                </a:ext>
              </a:extLst>
            </p:cNvPr>
            <p:cNvCxnSpPr/>
            <p:nvPr/>
          </p:nvCxnSpPr>
          <p:spPr>
            <a:xfrm>
              <a:off x="334963" y="2252466"/>
              <a:ext cx="11557000" cy="0"/>
            </a:xfrm>
            <a:prstGeom prst="line">
              <a:avLst/>
            </a:prstGeom>
            <a:ln w="9525">
              <a:solidFill>
                <a:schemeClr val="accent2">
                  <a:lumMod val="40000"/>
                  <a:lumOff val="60000"/>
                </a:schemeClr>
              </a:solidFill>
              <a:prstDash val="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4CD16FBA-1E21-BE4C-87FB-B0005B40EC05}"/>
                </a:ext>
              </a:extLst>
            </p:cNvPr>
            <p:cNvCxnSpPr/>
            <p:nvPr/>
          </p:nvCxnSpPr>
          <p:spPr>
            <a:xfrm>
              <a:off x="334963" y="3342052"/>
              <a:ext cx="11557000" cy="0"/>
            </a:xfrm>
            <a:prstGeom prst="line">
              <a:avLst/>
            </a:prstGeom>
            <a:ln w="9525">
              <a:solidFill>
                <a:schemeClr val="accent2">
                  <a:lumMod val="40000"/>
                  <a:lumOff val="60000"/>
                </a:schemeClr>
              </a:solidFill>
              <a:prstDash val="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DD33D6D3-674F-B07F-26DB-0BD39993032F}"/>
                </a:ext>
              </a:extLst>
            </p:cNvPr>
            <p:cNvCxnSpPr/>
            <p:nvPr/>
          </p:nvCxnSpPr>
          <p:spPr>
            <a:xfrm>
              <a:off x="334963" y="4431637"/>
              <a:ext cx="11557000" cy="0"/>
            </a:xfrm>
            <a:prstGeom prst="line">
              <a:avLst/>
            </a:prstGeom>
            <a:ln w="9525">
              <a:solidFill>
                <a:schemeClr val="accent2">
                  <a:lumMod val="40000"/>
                  <a:lumOff val="60000"/>
                </a:schemeClr>
              </a:solidFill>
              <a:prstDash val="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7764189A-DD16-40EF-283A-923D6F56313D}"/>
                </a:ext>
              </a:extLst>
            </p:cNvPr>
            <p:cNvCxnSpPr/>
            <p:nvPr/>
          </p:nvCxnSpPr>
          <p:spPr>
            <a:xfrm>
              <a:off x="334963" y="5521222"/>
              <a:ext cx="11557000" cy="0"/>
            </a:xfrm>
            <a:prstGeom prst="line">
              <a:avLst/>
            </a:prstGeom>
            <a:ln w="9525">
              <a:solidFill>
                <a:schemeClr val="accent2">
                  <a:lumMod val="40000"/>
                  <a:lumOff val="60000"/>
                </a:schemeClr>
              </a:solidFill>
              <a:prstDash val="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36" name="Straight Connector 335">
              <a:extLst>
                <a:ext uri="{FF2B5EF4-FFF2-40B4-BE49-F238E27FC236}">
                  <a16:creationId xmlns:a16="http://schemas.microsoft.com/office/drawing/2014/main" id="{8343B11D-EA31-FE35-3F6E-A4CB4DB6AA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75359" y="1163638"/>
              <a:ext cx="0" cy="4848542"/>
            </a:xfrm>
            <a:prstGeom prst="line">
              <a:avLst/>
            </a:prstGeom>
            <a:ln w="9525">
              <a:solidFill>
                <a:schemeClr val="accent2">
                  <a:lumMod val="40000"/>
                  <a:lumOff val="60000"/>
                </a:schemeClr>
              </a:solidFill>
              <a:prstDash val="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39" name="Straight Connector 338">
              <a:extLst>
                <a:ext uri="{FF2B5EF4-FFF2-40B4-BE49-F238E27FC236}">
                  <a16:creationId xmlns:a16="http://schemas.microsoft.com/office/drawing/2014/main" id="{15A2A718-40DB-2758-064D-143FB0D2AB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59601" y="1163638"/>
              <a:ext cx="0" cy="4848542"/>
            </a:xfrm>
            <a:prstGeom prst="line">
              <a:avLst/>
            </a:prstGeom>
            <a:ln w="9525">
              <a:solidFill>
                <a:schemeClr val="accent2">
                  <a:lumMod val="40000"/>
                  <a:lumOff val="60000"/>
                </a:schemeClr>
              </a:solidFill>
              <a:prstDash val="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40" name="Straight Connector 339">
              <a:extLst>
                <a:ext uri="{FF2B5EF4-FFF2-40B4-BE49-F238E27FC236}">
                  <a16:creationId xmlns:a16="http://schemas.microsoft.com/office/drawing/2014/main" id="{7D7A8346-195B-861A-FB82-3D1A9BB41E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43843" y="1163638"/>
              <a:ext cx="0" cy="4848542"/>
            </a:xfrm>
            <a:prstGeom prst="line">
              <a:avLst/>
            </a:prstGeom>
            <a:ln w="9525">
              <a:solidFill>
                <a:schemeClr val="accent2">
                  <a:lumMod val="40000"/>
                  <a:lumOff val="60000"/>
                </a:schemeClr>
              </a:solidFill>
              <a:prstDash val="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0" name="Google Shape;134;p5">
            <a:extLst>
              <a:ext uri="{FF2B5EF4-FFF2-40B4-BE49-F238E27FC236}">
                <a16:creationId xmlns:a16="http://schemas.microsoft.com/office/drawing/2014/main" id="{83B43D1D-6AFD-A04F-20A5-5ED279C04204}"/>
              </a:ext>
            </a:extLst>
          </p:cNvPr>
          <p:cNvSpPr/>
          <p:nvPr/>
        </p:nvSpPr>
        <p:spPr>
          <a:xfrm>
            <a:off x="334961" y="6095070"/>
            <a:ext cx="900000" cy="434975"/>
          </a:xfrm>
          <a:prstGeom prst="roundRect">
            <a:avLst>
              <a:gd name="adj" fmla="val 34918"/>
            </a:avLst>
          </a:prstGeom>
          <a:solidFill>
            <a:srgbClr val="F5822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  <a:sym typeface="Arial"/>
              </a:rPr>
              <a:t>AI</a:t>
            </a:r>
            <a:r>
              <a:rPr lang="ko-KR" altLang="en-US" sz="14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  <a:sym typeface="Arial"/>
              </a:rPr>
              <a:t>거버넌스</a:t>
            </a:r>
            <a:r>
              <a:rPr lang="en-US" altLang="ko-KR" sz="14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  <a:sym typeface="Arial"/>
              </a:rPr>
              <a:t> </a:t>
            </a:r>
            <a:r>
              <a:rPr lang="ko-KR" altLang="en-US" sz="14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  <a:sym typeface="Arial"/>
              </a:rPr>
              <a:t>협의체</a:t>
            </a:r>
          </a:p>
        </p:txBody>
      </p:sp>
      <p:sp>
        <p:nvSpPr>
          <p:cNvPr id="53" name="Google Shape;134;p5">
            <a:extLst>
              <a:ext uri="{FF2B5EF4-FFF2-40B4-BE49-F238E27FC236}">
                <a16:creationId xmlns:a16="http://schemas.microsoft.com/office/drawing/2014/main" id="{195759FC-8CFA-34E6-892E-8B32ABA32B1A}"/>
              </a:ext>
            </a:extLst>
          </p:cNvPr>
          <p:cNvSpPr/>
          <p:nvPr/>
        </p:nvSpPr>
        <p:spPr>
          <a:xfrm>
            <a:off x="334961" y="1736726"/>
            <a:ext cx="900000" cy="1018653"/>
          </a:xfrm>
          <a:prstGeom prst="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서비스</a:t>
            </a:r>
            <a:endParaRPr lang="en-US" altLang="ko-KR" sz="1400" b="1" spc="-15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  <a:p>
            <a:pPr algn="ctr"/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기획</a:t>
            </a:r>
          </a:p>
        </p:txBody>
      </p:sp>
      <p:sp>
        <p:nvSpPr>
          <p:cNvPr id="54" name="Google Shape;134;p5">
            <a:extLst>
              <a:ext uri="{FF2B5EF4-FFF2-40B4-BE49-F238E27FC236}">
                <a16:creationId xmlns:a16="http://schemas.microsoft.com/office/drawing/2014/main" id="{DAF47838-05F6-9354-8F21-BE9A85DE3A9E}"/>
              </a:ext>
            </a:extLst>
          </p:cNvPr>
          <p:cNvSpPr/>
          <p:nvPr/>
        </p:nvSpPr>
        <p:spPr>
          <a:xfrm>
            <a:off x="334961" y="5005482"/>
            <a:ext cx="900000" cy="1018653"/>
          </a:xfrm>
          <a:prstGeom prst="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거버넌스</a:t>
            </a:r>
          </a:p>
        </p:txBody>
      </p:sp>
      <p:sp>
        <p:nvSpPr>
          <p:cNvPr id="55" name="Google Shape;134;p5">
            <a:extLst>
              <a:ext uri="{FF2B5EF4-FFF2-40B4-BE49-F238E27FC236}">
                <a16:creationId xmlns:a16="http://schemas.microsoft.com/office/drawing/2014/main" id="{0D09F6D3-AA88-4619-3B50-6A8F5448DE9C}"/>
              </a:ext>
            </a:extLst>
          </p:cNvPr>
          <p:cNvSpPr/>
          <p:nvPr/>
        </p:nvSpPr>
        <p:spPr>
          <a:xfrm>
            <a:off x="334961" y="3915897"/>
            <a:ext cx="900000" cy="1018653"/>
          </a:xfrm>
          <a:prstGeom prst="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운영</a:t>
            </a:r>
          </a:p>
        </p:txBody>
      </p:sp>
      <p:sp>
        <p:nvSpPr>
          <p:cNvPr id="56" name="Google Shape;134;p5">
            <a:extLst>
              <a:ext uri="{FF2B5EF4-FFF2-40B4-BE49-F238E27FC236}">
                <a16:creationId xmlns:a16="http://schemas.microsoft.com/office/drawing/2014/main" id="{379B4AD7-57C5-FE23-B8DD-F7F6DDE75D3F}"/>
              </a:ext>
            </a:extLst>
          </p:cNvPr>
          <p:cNvSpPr/>
          <p:nvPr/>
        </p:nvSpPr>
        <p:spPr>
          <a:xfrm>
            <a:off x="334961" y="2826311"/>
            <a:ext cx="900000" cy="1018653"/>
          </a:xfrm>
          <a:prstGeom prst="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개발</a:t>
            </a:r>
          </a:p>
        </p:txBody>
      </p:sp>
      <p:sp>
        <p:nvSpPr>
          <p:cNvPr id="6" name="사각형: 둥근 모서리 20">
            <a:extLst>
              <a:ext uri="{FF2B5EF4-FFF2-40B4-BE49-F238E27FC236}">
                <a16:creationId xmlns:a16="http://schemas.microsoft.com/office/drawing/2014/main" id="{1DE92457-3556-10E7-499A-A50FDF96B632}"/>
              </a:ext>
            </a:extLst>
          </p:cNvPr>
          <p:cNvSpPr/>
          <p:nvPr/>
        </p:nvSpPr>
        <p:spPr>
          <a:xfrm>
            <a:off x="1333500" y="1341438"/>
            <a:ext cx="3105738" cy="319758"/>
          </a:xfrm>
          <a:prstGeom prst="homePlate">
            <a:avLst>
              <a:gd name="adj" fmla="val 37573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기획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·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설계</a:t>
            </a:r>
          </a:p>
        </p:txBody>
      </p:sp>
      <p:sp>
        <p:nvSpPr>
          <p:cNvPr id="7" name="사각형: 둥근 모서리 20">
            <a:extLst>
              <a:ext uri="{FF2B5EF4-FFF2-40B4-BE49-F238E27FC236}">
                <a16:creationId xmlns:a16="http://schemas.microsoft.com/office/drawing/2014/main" id="{A3BC1FB0-974E-6C5F-02CB-810E2091C134}"/>
              </a:ext>
            </a:extLst>
          </p:cNvPr>
          <p:cNvSpPr/>
          <p:nvPr/>
        </p:nvSpPr>
        <p:spPr>
          <a:xfrm>
            <a:off x="4511480" y="1341438"/>
            <a:ext cx="2412000" cy="319758"/>
          </a:xfrm>
          <a:prstGeom prst="homePlate">
            <a:avLst>
              <a:gd name="adj" fmla="val 37573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개발</a:t>
            </a:r>
          </a:p>
        </p:txBody>
      </p:sp>
      <p:sp>
        <p:nvSpPr>
          <p:cNvPr id="8" name="사각형: 둥근 모서리 20">
            <a:extLst>
              <a:ext uri="{FF2B5EF4-FFF2-40B4-BE49-F238E27FC236}">
                <a16:creationId xmlns:a16="http://schemas.microsoft.com/office/drawing/2014/main" id="{D6BD41B1-01FE-F585-8464-64B9B2044068}"/>
              </a:ext>
            </a:extLst>
          </p:cNvPr>
          <p:cNvSpPr/>
          <p:nvPr/>
        </p:nvSpPr>
        <p:spPr>
          <a:xfrm>
            <a:off x="6995722" y="1341438"/>
            <a:ext cx="2412000" cy="319758"/>
          </a:xfrm>
          <a:prstGeom prst="homePlate">
            <a:avLst>
              <a:gd name="adj" fmla="val 37573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평가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·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검증</a:t>
            </a:r>
            <a:endParaRPr lang="ko-KR" altLang="en-US" sz="14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lt1"/>
              </a:solidFill>
              <a:latin typeface="+mn-ea"/>
            </a:endParaRPr>
          </a:p>
        </p:txBody>
      </p:sp>
      <p:sp>
        <p:nvSpPr>
          <p:cNvPr id="9" name="사각형: 둥근 모서리 20">
            <a:extLst>
              <a:ext uri="{FF2B5EF4-FFF2-40B4-BE49-F238E27FC236}">
                <a16:creationId xmlns:a16="http://schemas.microsoft.com/office/drawing/2014/main" id="{FD13514C-1D62-C9F2-4BEF-FA5529532EE8}"/>
              </a:ext>
            </a:extLst>
          </p:cNvPr>
          <p:cNvSpPr/>
          <p:nvPr/>
        </p:nvSpPr>
        <p:spPr>
          <a:xfrm>
            <a:off x="9479963" y="1341438"/>
            <a:ext cx="2412000" cy="319758"/>
          </a:xfrm>
          <a:prstGeom prst="homePlate">
            <a:avLst>
              <a:gd name="adj" fmla="val 37573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도입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·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운영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·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모니터링</a:t>
            </a:r>
          </a:p>
        </p:txBody>
      </p:sp>
      <p:sp>
        <p:nvSpPr>
          <p:cNvPr id="5" name="사각형: 둥근 모서리 20">
            <a:extLst>
              <a:ext uri="{FF2B5EF4-FFF2-40B4-BE49-F238E27FC236}">
                <a16:creationId xmlns:a16="http://schemas.microsoft.com/office/drawing/2014/main" id="{97331605-0CE3-3D26-EB82-BE86B97426DC}"/>
              </a:ext>
            </a:extLst>
          </p:cNvPr>
          <p:cNvSpPr/>
          <p:nvPr/>
        </p:nvSpPr>
        <p:spPr>
          <a:xfrm>
            <a:off x="334961" y="1341438"/>
            <a:ext cx="900000" cy="319758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구분</a:t>
            </a:r>
            <a:endParaRPr lang="en" altLang="ko-KR" sz="14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lt1"/>
              </a:solidFill>
              <a:latin typeface="+mn-ea"/>
            </a:endParaRPr>
          </a:p>
        </p:txBody>
      </p:sp>
      <p:sp>
        <p:nvSpPr>
          <p:cNvPr id="189" name="직사각형 12">
            <a:extLst>
              <a:ext uri="{FF2B5EF4-FFF2-40B4-BE49-F238E27FC236}">
                <a16:creationId xmlns:a16="http://schemas.microsoft.com/office/drawing/2014/main" id="{9331A057-8EB8-CED6-187D-32D57CF9932A}"/>
              </a:ext>
            </a:extLst>
          </p:cNvPr>
          <p:cNvSpPr/>
          <p:nvPr/>
        </p:nvSpPr>
        <p:spPr>
          <a:xfrm>
            <a:off x="1329090" y="2275104"/>
            <a:ext cx="1687953" cy="6945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ap="flat" cmpd="sng" algn="ctr">
            <a:noFill/>
            <a:prstDash val="sysDot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0" tIns="0" rIns="0" bIns="0" rtlCol="0" anchor="ctr"/>
          <a:lstStyle/>
          <a:p>
            <a:pPr lvl="0" algn="ctr" defTabSz="914400">
              <a:defRPr/>
            </a:pPr>
            <a:endParaRPr lang="ko-KR" altLang="en-US" sz="1000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0309FD3-46D2-6476-0F1E-03A38ABAA85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III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．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AI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거버넌스 프레임워크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862FE5-F6A0-1B57-C7CB-75D0E9C228A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[Back-up] AI</a:t>
            </a:r>
            <a:r>
              <a:rPr lang="ko-KR" altLang="en-US"/>
              <a:t>거버넌스 유관 부서 담당자별 </a:t>
            </a:r>
            <a:r>
              <a:rPr lang="en-US" altLang="ko-KR"/>
              <a:t>R&amp;R </a:t>
            </a:r>
            <a:r>
              <a:rPr lang="ko-KR" altLang="en-US"/>
              <a:t>및 업무 프로세스 </a:t>
            </a:r>
            <a:r>
              <a:rPr lang="en-US" altLang="ko-KR"/>
              <a:t>(</a:t>
            </a:r>
            <a:r>
              <a:rPr lang="ko-KR" altLang="en-US"/>
              <a:t>고위험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8DB0041-86B6-BCD8-1447-989865D022F1}"/>
              </a:ext>
            </a:extLst>
          </p:cNvPr>
          <p:cNvSpPr/>
          <p:nvPr/>
        </p:nvSpPr>
        <p:spPr>
          <a:xfrm>
            <a:off x="7025680" y="1771867"/>
            <a:ext cx="1080000" cy="324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 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서비스</a:t>
            </a: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b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</a:b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운영 전 검증</a:t>
            </a:r>
            <a:endParaRPr kumimoji="0" lang="en-US" altLang="ko-KR" sz="1000" i="0" u="non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48CE74E-A31B-5441-FFAA-14C5F9536057}"/>
              </a:ext>
            </a:extLst>
          </p:cNvPr>
          <p:cNvSpPr/>
          <p:nvPr/>
        </p:nvSpPr>
        <p:spPr>
          <a:xfrm>
            <a:off x="8272328" y="1771867"/>
            <a:ext cx="1080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운영 승인 요청</a:t>
            </a: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307B4C2A-0621-EF54-C83C-7F7A3D83202E}"/>
              </a:ext>
            </a:extLst>
          </p:cNvPr>
          <p:cNvCxnSpPr>
            <a:cxnSpLocks/>
            <a:stCxn id="57" idx="2"/>
            <a:endCxn id="60" idx="0"/>
          </p:cNvCxnSpPr>
          <p:nvPr/>
        </p:nvCxnSpPr>
        <p:spPr>
          <a:xfrm>
            <a:off x="2173066" y="3402837"/>
            <a:ext cx="0" cy="82351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0A18DD22-8AE2-4108-375B-613D42D4466B}"/>
              </a:ext>
            </a:extLst>
          </p:cNvPr>
          <p:cNvCxnSpPr>
            <a:cxnSpLocks/>
            <a:stCxn id="191" idx="3"/>
            <a:endCxn id="41" idx="1"/>
          </p:cNvCxnSpPr>
          <p:nvPr/>
        </p:nvCxnSpPr>
        <p:spPr>
          <a:xfrm flipV="1">
            <a:off x="2749066" y="1933867"/>
            <a:ext cx="429108" cy="3569186"/>
          </a:xfrm>
          <a:prstGeom prst="bentConnector3">
            <a:avLst>
              <a:gd name="adj1" fmla="val 77968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C7AA8D2B-A539-B60E-D7DF-48152021B7AA}"/>
              </a:ext>
            </a:extLst>
          </p:cNvPr>
          <p:cNvCxnSpPr>
            <a:cxnSpLocks/>
            <a:stCxn id="41" idx="2"/>
            <a:endCxn id="58" idx="0"/>
          </p:cNvCxnSpPr>
          <p:nvPr/>
        </p:nvCxnSpPr>
        <p:spPr>
          <a:xfrm>
            <a:off x="3754174" y="2095867"/>
            <a:ext cx="0" cy="179237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C3D95FAB-C2C2-6B73-4C5D-17682BE88225}"/>
              </a:ext>
            </a:extLst>
          </p:cNvPr>
          <p:cNvCxnSpPr>
            <a:cxnSpLocks/>
            <a:stCxn id="58" idx="2"/>
            <a:endCxn id="266" idx="0"/>
          </p:cNvCxnSpPr>
          <p:nvPr/>
        </p:nvCxnSpPr>
        <p:spPr>
          <a:xfrm>
            <a:off x="3754174" y="2992019"/>
            <a:ext cx="0" cy="2349545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34A67403-BEAE-B3D0-F2A5-6E211F5CAA98}"/>
              </a:ext>
            </a:extLst>
          </p:cNvPr>
          <p:cNvCxnSpPr>
            <a:cxnSpLocks/>
            <a:stCxn id="15" idx="2"/>
            <a:endCxn id="496" idx="0"/>
          </p:cNvCxnSpPr>
          <p:nvPr/>
        </p:nvCxnSpPr>
        <p:spPr>
          <a:xfrm>
            <a:off x="5059988" y="2095867"/>
            <a:ext cx="0" cy="525947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35CCC887-FAE9-1748-7CE0-C4A74B679F67}"/>
              </a:ext>
            </a:extLst>
          </p:cNvPr>
          <p:cNvCxnSpPr>
            <a:cxnSpLocks/>
            <a:stCxn id="482" idx="3"/>
            <a:endCxn id="466" idx="2"/>
          </p:cNvCxnSpPr>
          <p:nvPr/>
        </p:nvCxnSpPr>
        <p:spPr>
          <a:xfrm flipV="1">
            <a:off x="8755178" y="2593707"/>
            <a:ext cx="57150" cy="3743860"/>
          </a:xfrm>
          <a:prstGeom prst="bentConnector2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41" name="직사각형 11">
            <a:extLst>
              <a:ext uri="{FF2B5EF4-FFF2-40B4-BE49-F238E27FC236}">
                <a16:creationId xmlns:a16="http://schemas.microsoft.com/office/drawing/2014/main" id="{84F31284-FA49-0BC2-AA76-6143FAF2CB30}"/>
              </a:ext>
            </a:extLst>
          </p:cNvPr>
          <p:cNvSpPr/>
          <p:nvPr/>
        </p:nvSpPr>
        <p:spPr>
          <a:xfrm>
            <a:off x="3178174" y="1771867"/>
            <a:ext cx="1152000" cy="324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AI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위험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관리 계획 수립</a:t>
            </a:r>
          </a:p>
        </p:txBody>
      </p:sp>
      <p:cxnSp>
        <p:nvCxnSpPr>
          <p:cNvPr id="42" name="직선 화살표 연결선 36">
            <a:extLst>
              <a:ext uri="{FF2B5EF4-FFF2-40B4-BE49-F238E27FC236}">
                <a16:creationId xmlns:a16="http://schemas.microsoft.com/office/drawing/2014/main" id="{369FCB7D-F09E-FBCF-2D9A-DEC723153546}"/>
              </a:ext>
            </a:extLst>
          </p:cNvPr>
          <p:cNvCxnSpPr>
            <a:cxnSpLocks/>
            <a:stCxn id="266" idx="2"/>
            <a:endCxn id="274" idx="0"/>
          </p:cNvCxnSpPr>
          <p:nvPr/>
        </p:nvCxnSpPr>
        <p:spPr>
          <a:xfrm>
            <a:off x="3754174" y="5665564"/>
            <a:ext cx="0" cy="511025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43" name="직선 화살표 연결선 41">
            <a:extLst>
              <a:ext uri="{FF2B5EF4-FFF2-40B4-BE49-F238E27FC236}">
                <a16:creationId xmlns:a16="http://schemas.microsoft.com/office/drawing/2014/main" id="{F92AE2EA-7A51-D320-E264-8C05796E9875}"/>
              </a:ext>
            </a:extLst>
          </p:cNvPr>
          <p:cNvCxnSpPr>
            <a:cxnSpLocks/>
            <a:stCxn id="59" idx="2"/>
            <a:endCxn id="61" idx="0"/>
          </p:cNvCxnSpPr>
          <p:nvPr/>
        </p:nvCxnSpPr>
        <p:spPr>
          <a:xfrm flipH="1">
            <a:off x="5059657" y="3377501"/>
            <a:ext cx="326" cy="107687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44" name="연결선: 꺾임 46">
            <a:extLst>
              <a:ext uri="{FF2B5EF4-FFF2-40B4-BE49-F238E27FC236}">
                <a16:creationId xmlns:a16="http://schemas.microsoft.com/office/drawing/2014/main" id="{B0AF6A1E-F3A4-EE22-FC2B-FBB552D96DB1}"/>
              </a:ext>
            </a:extLst>
          </p:cNvPr>
          <p:cNvCxnSpPr>
            <a:cxnSpLocks/>
            <a:stCxn id="62" idx="3"/>
            <a:endCxn id="17" idx="1"/>
          </p:cNvCxnSpPr>
          <p:nvPr/>
        </p:nvCxnSpPr>
        <p:spPr>
          <a:xfrm flipV="1">
            <a:off x="6870148" y="1933867"/>
            <a:ext cx="155532" cy="1713321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45" name="직사각형 27">
            <a:extLst>
              <a:ext uri="{FF2B5EF4-FFF2-40B4-BE49-F238E27FC236}">
                <a16:creationId xmlns:a16="http://schemas.microsoft.com/office/drawing/2014/main" id="{C406860A-5934-94E0-9149-EC119E55717A}"/>
              </a:ext>
            </a:extLst>
          </p:cNvPr>
          <p:cNvSpPr/>
          <p:nvPr/>
        </p:nvSpPr>
        <p:spPr>
          <a:xfrm>
            <a:off x="7675178" y="5649188"/>
            <a:ext cx="1080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제</a:t>
            </a: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3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자 평가 </a:t>
            </a: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·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검증 요청 및 결과 확인</a:t>
            </a:r>
            <a:endParaRPr kumimoji="0" lang="ko-KR" altLang="en-US" sz="1000" i="0" u="non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cxnSp>
        <p:nvCxnSpPr>
          <p:cNvPr id="47" name="직선 화살표 연결선 41">
            <a:extLst>
              <a:ext uri="{FF2B5EF4-FFF2-40B4-BE49-F238E27FC236}">
                <a16:creationId xmlns:a16="http://schemas.microsoft.com/office/drawing/2014/main" id="{1C298A66-0A74-4C3F-63F2-608A40EE5540}"/>
              </a:ext>
            </a:extLst>
          </p:cNvPr>
          <p:cNvCxnSpPr>
            <a:cxnSpLocks/>
            <a:stCxn id="61" idx="3"/>
            <a:endCxn id="62" idx="1"/>
          </p:cNvCxnSpPr>
          <p:nvPr/>
        </p:nvCxnSpPr>
        <p:spPr>
          <a:xfrm>
            <a:off x="5599657" y="3647188"/>
            <a:ext cx="190491" cy="0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E98D7629-EE97-137F-45F5-CBC0DACBA7DC}"/>
              </a:ext>
            </a:extLst>
          </p:cNvPr>
          <p:cNvSpPr/>
          <p:nvPr/>
        </p:nvSpPr>
        <p:spPr>
          <a:xfrm>
            <a:off x="3178174" y="2275104"/>
            <a:ext cx="1152000" cy="716915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 defTabSz="914400">
              <a:defRPr/>
            </a:pP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AI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위험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관리 계획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 협의 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B43C2C8F-22F7-C7DD-650C-2EC8DD05F3FE}"/>
              </a:ext>
            </a:extLst>
          </p:cNvPr>
          <p:cNvSpPr/>
          <p:nvPr/>
        </p:nvSpPr>
        <p:spPr>
          <a:xfrm>
            <a:off x="1597066" y="3078837"/>
            <a:ext cx="1152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서비스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기획</a:t>
            </a: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사전검토</a:t>
            </a:r>
          </a:p>
        </p:txBody>
      </p:sp>
      <p:sp>
        <p:nvSpPr>
          <p:cNvPr id="60" name="직사각형 12">
            <a:extLst>
              <a:ext uri="{FF2B5EF4-FFF2-40B4-BE49-F238E27FC236}">
                <a16:creationId xmlns:a16="http://schemas.microsoft.com/office/drawing/2014/main" id="{E4F20333-A51B-7217-988C-F6056BB3B04A}"/>
              </a:ext>
            </a:extLst>
          </p:cNvPr>
          <p:cNvSpPr/>
          <p:nvPr/>
        </p:nvSpPr>
        <p:spPr>
          <a:xfrm>
            <a:off x="1597066" y="3485188"/>
            <a:ext cx="1152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 latinLnBrk="0"/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서비스 개발계획 수립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2B29DF7-0A91-4535-76B1-9D555A6F735F}"/>
              </a:ext>
            </a:extLst>
          </p:cNvPr>
          <p:cNvSpPr/>
          <p:nvPr/>
        </p:nvSpPr>
        <p:spPr>
          <a:xfrm>
            <a:off x="4519988" y="1771867"/>
            <a:ext cx="1080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서비스</a:t>
            </a:r>
            <a:endParaRPr kumimoji="0" lang="en-US" altLang="ko-KR" sz="1000" i="0" u="non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개발 의뢰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71F79D9-73FB-DD88-CFA9-1E3FE9877F51}"/>
              </a:ext>
            </a:extLst>
          </p:cNvPr>
          <p:cNvSpPr/>
          <p:nvPr/>
        </p:nvSpPr>
        <p:spPr>
          <a:xfrm>
            <a:off x="5790148" y="1771867"/>
            <a:ext cx="1080000" cy="504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lvl="0" algn="ctr" defTabSz="914400">
              <a:defRPr/>
            </a:pP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AI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위험 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관리 계획 </a:t>
            </a:r>
            <a:endParaRPr kumimoji="0" lang="en-US" altLang="ko-KR" sz="1000" i="0" u="non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  <a:p>
            <a:pPr lvl="0" algn="ctr" defTabSz="914400">
              <a:defRPr/>
            </a:pP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준수사항 점검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0CC3C99C-5E9B-778F-0DA0-F974E29EAF6C}"/>
              </a:ext>
            </a:extLst>
          </p:cNvPr>
          <p:cNvSpPr/>
          <p:nvPr/>
        </p:nvSpPr>
        <p:spPr>
          <a:xfrm>
            <a:off x="4519983" y="3053501"/>
            <a:ext cx="1080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개발환경 구축 및 학습데이터 관리</a:t>
            </a:r>
          </a:p>
        </p:txBody>
      </p:sp>
      <p:sp>
        <p:nvSpPr>
          <p:cNvPr id="61" name="직사각형 22">
            <a:extLst>
              <a:ext uri="{FF2B5EF4-FFF2-40B4-BE49-F238E27FC236}">
                <a16:creationId xmlns:a16="http://schemas.microsoft.com/office/drawing/2014/main" id="{6D84EBD6-037F-BC8A-059B-7D31C29E7991}"/>
              </a:ext>
            </a:extLst>
          </p:cNvPr>
          <p:cNvSpPr/>
          <p:nvPr/>
        </p:nvSpPr>
        <p:spPr>
          <a:xfrm>
            <a:off x="4519657" y="3485188"/>
            <a:ext cx="1080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lvl="0" algn="ctr" latinLnBrk="0">
              <a:defRPr/>
            </a:pPr>
            <a:r>
              <a:rPr kumimoji="0" lang="en-US" altLang="ko-KR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 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서비스 개발 </a:t>
            </a:r>
          </a:p>
        </p:txBody>
      </p:sp>
      <p:sp>
        <p:nvSpPr>
          <p:cNvPr id="62" name="직사각형 22">
            <a:extLst>
              <a:ext uri="{FF2B5EF4-FFF2-40B4-BE49-F238E27FC236}">
                <a16:creationId xmlns:a16="http://schemas.microsoft.com/office/drawing/2014/main" id="{657D2829-B2CA-5FD7-DDF4-C42C4663F20C}"/>
              </a:ext>
            </a:extLst>
          </p:cNvPr>
          <p:cNvSpPr/>
          <p:nvPr/>
        </p:nvSpPr>
        <p:spPr>
          <a:xfrm>
            <a:off x="5790148" y="3485188"/>
            <a:ext cx="1080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lvl="0" algn="ctr" latinLnBrk="0">
              <a:defRPr/>
            </a:pP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서비스 개발 요건 이행 점검</a:t>
            </a:r>
            <a:endParaRPr kumimoji="0" lang="ko-KR" altLang="en-US" sz="1000" i="0" u="non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63" name="직사각형 25">
            <a:extLst>
              <a:ext uri="{FF2B5EF4-FFF2-40B4-BE49-F238E27FC236}">
                <a16:creationId xmlns:a16="http://schemas.microsoft.com/office/drawing/2014/main" id="{4B08D410-D2A5-7F1D-C6B8-BA5B314A18B8}"/>
              </a:ext>
            </a:extLst>
          </p:cNvPr>
          <p:cNvSpPr/>
          <p:nvPr/>
        </p:nvSpPr>
        <p:spPr>
          <a:xfrm>
            <a:off x="7029832" y="3068853"/>
            <a:ext cx="1080000" cy="324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서비스</a:t>
            </a: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b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</a:b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운영 전 검증 지원</a:t>
            </a:r>
            <a:endParaRPr kumimoji="0" lang="ko-KR" altLang="en-US" sz="1000" i="0" u="non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cxnSp>
        <p:nvCxnSpPr>
          <p:cNvPr id="65" name="연결선: 꺾임 46">
            <a:extLst>
              <a:ext uri="{FF2B5EF4-FFF2-40B4-BE49-F238E27FC236}">
                <a16:creationId xmlns:a16="http://schemas.microsoft.com/office/drawing/2014/main" id="{FC902B32-E08A-2E6A-8246-C684A9C79D7B}"/>
              </a:ext>
            </a:extLst>
          </p:cNvPr>
          <p:cNvCxnSpPr>
            <a:cxnSpLocks/>
            <a:stCxn id="63" idx="2"/>
            <a:endCxn id="45" idx="1"/>
          </p:cNvCxnSpPr>
          <p:nvPr/>
        </p:nvCxnSpPr>
        <p:spPr>
          <a:xfrm rot="16200000" flipH="1">
            <a:off x="6413338" y="4549347"/>
            <a:ext cx="2418335" cy="105346"/>
          </a:xfrm>
          <a:prstGeom prst="bentConnector2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80F0D53F-2F65-5885-D14D-2E302CA20BAE}"/>
              </a:ext>
            </a:extLst>
          </p:cNvPr>
          <p:cNvSpPr/>
          <p:nvPr/>
        </p:nvSpPr>
        <p:spPr>
          <a:xfrm>
            <a:off x="7664123" y="5519178"/>
            <a:ext cx="447813" cy="162771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b="1" spc="-150">
                <a:solidFill>
                  <a:prstClr val="white"/>
                </a:solidFill>
                <a:latin typeface="+mn-ea"/>
              </a:rPr>
              <a:t>고</a:t>
            </a:r>
            <a:r>
              <a:rPr kumimoji="0" lang="ko-KR" altLang="en-US" sz="900" b="1" i="0" u="none" strike="noStrike" kern="1200" cap="none" spc="-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rPr>
              <a:t>위험</a:t>
            </a:r>
          </a:p>
        </p:txBody>
      </p:sp>
      <p:cxnSp>
        <p:nvCxnSpPr>
          <p:cNvPr id="98" name="직선 화살표 연결선 41">
            <a:extLst>
              <a:ext uri="{FF2B5EF4-FFF2-40B4-BE49-F238E27FC236}">
                <a16:creationId xmlns:a16="http://schemas.microsoft.com/office/drawing/2014/main" id="{BF94123E-D20D-1E0F-80DD-DC0691DE3893}"/>
              </a:ext>
            </a:extLst>
          </p:cNvPr>
          <p:cNvCxnSpPr>
            <a:cxnSpLocks/>
            <a:stCxn id="17" idx="2"/>
            <a:endCxn id="63" idx="0"/>
          </p:cNvCxnSpPr>
          <p:nvPr/>
        </p:nvCxnSpPr>
        <p:spPr>
          <a:xfrm>
            <a:off x="7565680" y="2095867"/>
            <a:ext cx="4152" cy="972986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85" name="연결선: 꺾임 84">
            <a:extLst>
              <a:ext uri="{FF2B5EF4-FFF2-40B4-BE49-F238E27FC236}">
                <a16:creationId xmlns:a16="http://schemas.microsoft.com/office/drawing/2014/main" id="{D44F1AEA-ED23-6075-5932-C2224F792E2F}"/>
              </a:ext>
            </a:extLst>
          </p:cNvPr>
          <p:cNvCxnSpPr>
            <a:cxnSpLocks/>
            <a:stCxn id="88" idx="2"/>
            <a:endCxn id="57" idx="0"/>
          </p:cNvCxnSpPr>
          <p:nvPr/>
        </p:nvCxnSpPr>
        <p:spPr>
          <a:xfrm rot="16200000" flipH="1">
            <a:off x="1820318" y="2726089"/>
            <a:ext cx="140240" cy="565255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3FA64546-0D5F-6A12-5A1F-677242D76547}"/>
              </a:ext>
            </a:extLst>
          </p:cNvPr>
          <p:cNvCxnSpPr>
            <a:cxnSpLocks/>
            <a:stCxn id="60" idx="2"/>
          </p:cNvCxnSpPr>
          <p:nvPr/>
        </p:nvCxnSpPr>
        <p:spPr>
          <a:xfrm>
            <a:off x="2173066" y="3809188"/>
            <a:ext cx="10109" cy="1617590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88" name="사각형: 둥근 모서리 65">
            <a:extLst>
              <a:ext uri="{FF2B5EF4-FFF2-40B4-BE49-F238E27FC236}">
                <a16:creationId xmlns:a16="http://schemas.microsoft.com/office/drawing/2014/main" id="{46E4BB7C-651F-9CF1-8969-ACDFCC1B3B69}"/>
              </a:ext>
            </a:extLst>
          </p:cNvPr>
          <p:cNvSpPr/>
          <p:nvPr/>
        </p:nvSpPr>
        <p:spPr>
          <a:xfrm>
            <a:off x="1383904" y="2775826"/>
            <a:ext cx="447813" cy="162771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b="1" spc="-150">
                <a:solidFill>
                  <a:prstClr val="white"/>
                </a:solidFill>
                <a:latin typeface="+mn-ea"/>
              </a:rPr>
              <a:t>고</a:t>
            </a:r>
            <a:r>
              <a:rPr kumimoji="0" lang="ko-KR" altLang="en-US" sz="900" b="1" i="0" u="none" strike="noStrike" kern="1200" cap="none" spc="-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rPr>
              <a:t>위험</a:t>
            </a:r>
          </a:p>
        </p:txBody>
      </p:sp>
      <p:sp>
        <p:nvSpPr>
          <p:cNvPr id="90" name="사각형: 둥근 모서리 65">
            <a:extLst>
              <a:ext uri="{FF2B5EF4-FFF2-40B4-BE49-F238E27FC236}">
                <a16:creationId xmlns:a16="http://schemas.microsoft.com/office/drawing/2014/main" id="{9A64200D-80EF-7C73-DB48-42192916C59F}"/>
              </a:ext>
            </a:extLst>
          </p:cNvPr>
          <p:cNvSpPr/>
          <p:nvPr/>
        </p:nvSpPr>
        <p:spPr>
          <a:xfrm>
            <a:off x="1953838" y="2775826"/>
            <a:ext cx="447813" cy="162771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14400" latinLnBrk="1"/>
            <a:r>
              <a:rPr lang="ko-KR" altLang="en-US" sz="900" b="1" spc="-150" err="1">
                <a:solidFill>
                  <a:schemeClr val="tx1"/>
                </a:solidFill>
                <a:latin typeface="+mn-ea"/>
              </a:rPr>
              <a:t>중위험</a:t>
            </a:r>
            <a:endParaRPr lang="ko-KR" altLang="en-US" sz="900" b="1" spc="-15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1" name="사각형: 둥근 모서리 65">
            <a:extLst>
              <a:ext uri="{FF2B5EF4-FFF2-40B4-BE49-F238E27FC236}">
                <a16:creationId xmlns:a16="http://schemas.microsoft.com/office/drawing/2014/main" id="{B83D31EE-FC46-7D3E-2973-DCDCB00FF9EA}"/>
              </a:ext>
            </a:extLst>
          </p:cNvPr>
          <p:cNvSpPr/>
          <p:nvPr/>
        </p:nvSpPr>
        <p:spPr>
          <a:xfrm>
            <a:off x="2523772" y="2775826"/>
            <a:ext cx="447813" cy="162771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14400" latinLnBrk="1"/>
            <a:r>
              <a:rPr lang="ko-KR" altLang="en-US" sz="900" b="1" spc="-150" err="1">
                <a:solidFill>
                  <a:schemeClr val="tx1"/>
                </a:solidFill>
                <a:latin typeface="+mn-ea"/>
              </a:rPr>
              <a:t>저위험</a:t>
            </a:r>
            <a:endParaRPr lang="ko-KR" altLang="en-US" sz="900" b="1" spc="-15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F11EF0B-C16A-B133-2A71-4D9F7FAF0F9A}"/>
              </a:ext>
            </a:extLst>
          </p:cNvPr>
          <p:cNvSpPr/>
          <p:nvPr/>
        </p:nvSpPr>
        <p:spPr>
          <a:xfrm>
            <a:off x="1356527" y="2321904"/>
            <a:ext cx="1620000" cy="358801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+mn-cs"/>
              </a:rPr>
              <a:t>AI </a:t>
            </a:r>
            <a:r>
              <a:rPr kumimoji="0" lang="ko-KR" altLang="en-US" sz="1000" b="1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+mn-cs"/>
              </a:rPr>
              <a:t>위험</a:t>
            </a:r>
            <a:r>
              <a:rPr kumimoji="0" lang="en-US" altLang="ko-KR" sz="1000" b="1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+mn-cs"/>
              </a:rPr>
              <a:t>/</a:t>
            </a:r>
            <a:r>
              <a:rPr kumimoji="0" lang="ko-KR" altLang="en-US" sz="1000" b="1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+mn-cs"/>
              </a:rPr>
              <a:t>영향</a:t>
            </a:r>
            <a:r>
              <a:rPr kumimoji="0" lang="en-US" altLang="ko-KR" sz="1000" b="1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+mn-cs"/>
              </a:rPr>
              <a:t>/</a:t>
            </a:r>
            <a:r>
              <a:rPr kumimoji="0" lang="ko-KR" altLang="en-US" sz="1000" b="1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+mn-cs"/>
              </a:rPr>
              <a:t>안전성 식별</a:t>
            </a:r>
            <a:r>
              <a:rPr lang="en-US" altLang="ko-KR" sz="1000" b="1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 </a:t>
            </a:r>
            <a:r>
              <a:rPr kumimoji="0" lang="ko-KR" altLang="en-US" sz="1000" b="1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+mn-cs"/>
              </a:rPr>
              <a:t>및 평가</a:t>
            </a:r>
            <a:r>
              <a:rPr kumimoji="0" lang="en-US" altLang="ko-KR" sz="1000" b="1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+mn-cs"/>
              </a:rPr>
              <a:t>*</a:t>
            </a:r>
            <a:endParaRPr kumimoji="0" lang="ko-KR" altLang="en-US" sz="1000" b="1" i="0" u="none" strike="noStrik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96" name="직사각형 10">
            <a:extLst>
              <a:ext uri="{FF2B5EF4-FFF2-40B4-BE49-F238E27FC236}">
                <a16:creationId xmlns:a16="http://schemas.microsoft.com/office/drawing/2014/main" id="{ADF87379-38B8-303A-9E4D-0CF65E9E0847}"/>
              </a:ext>
            </a:extLst>
          </p:cNvPr>
          <p:cNvSpPr/>
          <p:nvPr/>
        </p:nvSpPr>
        <p:spPr>
          <a:xfrm>
            <a:off x="1419225" y="2505863"/>
            <a:ext cx="561975" cy="163513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 latinLnBrk="0"/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위험등급</a:t>
            </a:r>
          </a:p>
        </p:txBody>
      </p:sp>
      <p:sp>
        <p:nvSpPr>
          <p:cNvPr id="99" name="직사각형 10">
            <a:extLst>
              <a:ext uri="{FF2B5EF4-FFF2-40B4-BE49-F238E27FC236}">
                <a16:creationId xmlns:a16="http://schemas.microsoft.com/office/drawing/2014/main" id="{B5AB8C7F-D114-AD35-9A91-3F5B4CF41363}"/>
              </a:ext>
            </a:extLst>
          </p:cNvPr>
          <p:cNvSpPr/>
          <p:nvPr/>
        </p:nvSpPr>
        <p:spPr>
          <a:xfrm>
            <a:off x="2085975" y="2505863"/>
            <a:ext cx="842962" cy="163513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latinLnBrk="0"/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 </a:t>
            </a:r>
            <a:r>
              <a:rPr lang="ko-KR" altLang="en-US" sz="1000" b="1" kern="0" spc="-150" err="1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고영향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 </a:t>
            </a: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·</a:t>
            </a:r>
            <a:endParaRPr lang="ko-KR" altLang="en-US" sz="1000" kern="0" spc="-150">
              <a:ln>
                <a:solidFill>
                  <a:srgbClr val="0070C0">
                    <a:alpha val="0"/>
                  </a:srgbClr>
                </a:solidFill>
              </a:ln>
              <a:latin typeface="+mn-ea"/>
            </a:endParaRPr>
          </a:p>
        </p:txBody>
      </p:sp>
      <p:cxnSp>
        <p:nvCxnSpPr>
          <p:cNvPr id="105" name="연결선: 꺾임 84">
            <a:extLst>
              <a:ext uri="{FF2B5EF4-FFF2-40B4-BE49-F238E27FC236}">
                <a16:creationId xmlns:a16="http://schemas.microsoft.com/office/drawing/2014/main" id="{730034A5-EF19-BFF9-EAE6-089E7162D6B0}"/>
              </a:ext>
            </a:extLst>
          </p:cNvPr>
          <p:cNvCxnSpPr>
            <a:cxnSpLocks/>
            <a:stCxn id="91" idx="2"/>
            <a:endCxn id="57" idx="0"/>
          </p:cNvCxnSpPr>
          <p:nvPr/>
        </p:nvCxnSpPr>
        <p:spPr>
          <a:xfrm rot="5400000">
            <a:off x="2390253" y="2721411"/>
            <a:ext cx="140240" cy="574613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108" name="연결선: 꺾임 84">
            <a:extLst>
              <a:ext uri="{FF2B5EF4-FFF2-40B4-BE49-F238E27FC236}">
                <a16:creationId xmlns:a16="http://schemas.microsoft.com/office/drawing/2014/main" id="{796CBBA3-EA52-F4D9-557B-0B1C76EFDBFB}"/>
              </a:ext>
            </a:extLst>
          </p:cNvPr>
          <p:cNvCxnSpPr>
            <a:cxnSpLocks/>
            <a:stCxn id="90" idx="2"/>
            <a:endCxn id="57" idx="0"/>
          </p:cNvCxnSpPr>
          <p:nvPr/>
        </p:nvCxnSpPr>
        <p:spPr>
          <a:xfrm rot="5400000">
            <a:off x="2105286" y="3006378"/>
            <a:ext cx="140240" cy="4679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191" name="직사각형 12">
            <a:extLst>
              <a:ext uri="{FF2B5EF4-FFF2-40B4-BE49-F238E27FC236}">
                <a16:creationId xmlns:a16="http://schemas.microsoft.com/office/drawing/2014/main" id="{220A55F3-72C5-0052-7686-FFBC50524465}"/>
              </a:ext>
            </a:extLst>
          </p:cNvPr>
          <p:cNvSpPr/>
          <p:nvPr/>
        </p:nvSpPr>
        <p:spPr>
          <a:xfrm>
            <a:off x="1597066" y="5341053"/>
            <a:ext cx="1152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lvl="0" algn="ctr" defTabSz="914400">
              <a:defRPr/>
            </a:pP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AI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위험</a:t>
            </a: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/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영향</a:t>
            </a: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/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안전성 </a:t>
            </a:r>
            <a:b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</a:b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식별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평가 결과 검토</a:t>
            </a:r>
          </a:p>
        </p:txBody>
      </p:sp>
      <p:sp>
        <p:nvSpPr>
          <p:cNvPr id="266" name="직사각형 11">
            <a:extLst>
              <a:ext uri="{FF2B5EF4-FFF2-40B4-BE49-F238E27FC236}">
                <a16:creationId xmlns:a16="http://schemas.microsoft.com/office/drawing/2014/main" id="{FBE87BF8-89E6-5B44-78FF-803B63DBDB8F}"/>
              </a:ext>
            </a:extLst>
          </p:cNvPr>
          <p:cNvSpPr/>
          <p:nvPr/>
        </p:nvSpPr>
        <p:spPr>
          <a:xfrm>
            <a:off x="3178174" y="5341564"/>
            <a:ext cx="1152000" cy="324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AI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위험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관리 계획 승인</a:t>
            </a:r>
          </a:p>
        </p:txBody>
      </p:sp>
      <p:sp>
        <p:nvSpPr>
          <p:cNvPr id="274" name="직사각형 11">
            <a:extLst>
              <a:ext uri="{FF2B5EF4-FFF2-40B4-BE49-F238E27FC236}">
                <a16:creationId xmlns:a16="http://schemas.microsoft.com/office/drawing/2014/main" id="{CA863859-AC4E-5918-A710-E86478C19BDE}"/>
              </a:ext>
            </a:extLst>
          </p:cNvPr>
          <p:cNvSpPr/>
          <p:nvPr/>
        </p:nvSpPr>
        <p:spPr>
          <a:xfrm>
            <a:off x="3178174" y="6176589"/>
            <a:ext cx="1152000" cy="324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사전 승인</a:t>
            </a:r>
            <a:endParaRPr lang="ko-KR" altLang="en-US" sz="1000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275" name="사각형: 둥근 모서리 65">
            <a:extLst>
              <a:ext uri="{FF2B5EF4-FFF2-40B4-BE49-F238E27FC236}">
                <a16:creationId xmlns:a16="http://schemas.microsoft.com/office/drawing/2014/main" id="{5CE7E865-033B-4970-D0E1-4B8F9CFBE018}"/>
              </a:ext>
            </a:extLst>
          </p:cNvPr>
          <p:cNvSpPr/>
          <p:nvPr/>
        </p:nvSpPr>
        <p:spPr>
          <a:xfrm>
            <a:off x="3187764" y="6045557"/>
            <a:ext cx="447813" cy="162771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b="1" spc="-150">
                <a:solidFill>
                  <a:prstClr val="white"/>
                </a:solidFill>
                <a:latin typeface="+mn-ea"/>
              </a:rPr>
              <a:t>고</a:t>
            </a:r>
            <a:r>
              <a:rPr kumimoji="0" lang="ko-KR" altLang="en-US" sz="900" b="1" i="0" u="none" strike="noStrike" kern="1200" cap="none" spc="-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rPr>
              <a:t>위험</a:t>
            </a:r>
          </a:p>
        </p:txBody>
      </p:sp>
      <p:cxnSp>
        <p:nvCxnSpPr>
          <p:cNvPr id="280" name="연결선: 꺾임 29">
            <a:extLst>
              <a:ext uri="{FF2B5EF4-FFF2-40B4-BE49-F238E27FC236}">
                <a16:creationId xmlns:a16="http://schemas.microsoft.com/office/drawing/2014/main" id="{6287092E-1D5C-43A4-2E78-695A2D193E19}"/>
              </a:ext>
            </a:extLst>
          </p:cNvPr>
          <p:cNvCxnSpPr>
            <a:cxnSpLocks/>
            <a:stCxn id="274" idx="3"/>
            <a:endCxn id="15" idx="1"/>
          </p:cNvCxnSpPr>
          <p:nvPr/>
        </p:nvCxnSpPr>
        <p:spPr>
          <a:xfrm flipV="1">
            <a:off x="4330174" y="1933867"/>
            <a:ext cx="189814" cy="4404722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411" name="연결선: 꺾임 46">
            <a:extLst>
              <a:ext uri="{FF2B5EF4-FFF2-40B4-BE49-F238E27FC236}">
                <a16:creationId xmlns:a16="http://schemas.microsoft.com/office/drawing/2014/main" id="{AC4BDD1D-5AD3-0CCD-129C-DF0C6B8ECF45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 flipV="1">
            <a:off x="6870148" y="1933867"/>
            <a:ext cx="155532" cy="90000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482" name="직사각형 27">
            <a:extLst>
              <a:ext uri="{FF2B5EF4-FFF2-40B4-BE49-F238E27FC236}">
                <a16:creationId xmlns:a16="http://schemas.microsoft.com/office/drawing/2014/main" id="{57908FDD-C019-1B99-D6C0-D48C789D5C05}"/>
              </a:ext>
            </a:extLst>
          </p:cNvPr>
          <p:cNvSpPr/>
          <p:nvPr/>
        </p:nvSpPr>
        <p:spPr>
          <a:xfrm>
            <a:off x="7675178" y="6175567"/>
            <a:ext cx="1080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lvl="0" algn="ctr" defTabSz="914400">
              <a:defRPr/>
            </a:pP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검증 결과 확인</a:t>
            </a:r>
            <a:endParaRPr kumimoji="0" lang="ko-KR" altLang="en-US" sz="1000" i="0" u="non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483" name="사각형: 둥근 모서리 65">
            <a:extLst>
              <a:ext uri="{FF2B5EF4-FFF2-40B4-BE49-F238E27FC236}">
                <a16:creationId xmlns:a16="http://schemas.microsoft.com/office/drawing/2014/main" id="{817DEBC3-F471-3402-AA82-6AA74B3C4353}"/>
              </a:ext>
            </a:extLst>
          </p:cNvPr>
          <p:cNvSpPr/>
          <p:nvPr/>
        </p:nvSpPr>
        <p:spPr>
          <a:xfrm>
            <a:off x="7664123" y="6045557"/>
            <a:ext cx="447813" cy="162771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b="1" spc="-150">
                <a:solidFill>
                  <a:prstClr val="white"/>
                </a:solidFill>
                <a:latin typeface="+mn-ea"/>
              </a:rPr>
              <a:t>고</a:t>
            </a:r>
            <a:r>
              <a:rPr kumimoji="0" lang="ko-KR" altLang="en-US" sz="900" b="1" i="0" u="none" strike="noStrike" kern="1200" cap="none" spc="-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rPr>
              <a:t>위험</a:t>
            </a:r>
          </a:p>
        </p:txBody>
      </p:sp>
      <p:cxnSp>
        <p:nvCxnSpPr>
          <p:cNvPr id="484" name="직선 화살표 연결선 41">
            <a:extLst>
              <a:ext uri="{FF2B5EF4-FFF2-40B4-BE49-F238E27FC236}">
                <a16:creationId xmlns:a16="http://schemas.microsoft.com/office/drawing/2014/main" id="{5D55A79D-24CC-8E65-21AD-25C5D94ACAB5}"/>
              </a:ext>
            </a:extLst>
          </p:cNvPr>
          <p:cNvCxnSpPr>
            <a:cxnSpLocks/>
            <a:stCxn id="45" idx="2"/>
            <a:endCxn id="482" idx="0"/>
          </p:cNvCxnSpPr>
          <p:nvPr/>
        </p:nvCxnSpPr>
        <p:spPr>
          <a:xfrm>
            <a:off x="8215178" y="5973188"/>
            <a:ext cx="0" cy="202379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448" name="연결선: 꺾임 46">
            <a:extLst>
              <a:ext uri="{FF2B5EF4-FFF2-40B4-BE49-F238E27FC236}">
                <a16:creationId xmlns:a16="http://schemas.microsoft.com/office/drawing/2014/main" id="{1F7F4E7E-AB4E-D9CB-1B58-EBA90A39F59D}"/>
              </a:ext>
            </a:extLst>
          </p:cNvPr>
          <p:cNvCxnSpPr>
            <a:cxnSpLocks/>
            <a:stCxn id="61" idx="3"/>
            <a:endCxn id="16" idx="1"/>
          </p:cNvCxnSpPr>
          <p:nvPr/>
        </p:nvCxnSpPr>
        <p:spPr>
          <a:xfrm flipV="1">
            <a:off x="5599657" y="2023867"/>
            <a:ext cx="190491" cy="1623321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504" name="직사각형 56">
            <a:extLst>
              <a:ext uri="{FF2B5EF4-FFF2-40B4-BE49-F238E27FC236}">
                <a16:creationId xmlns:a16="http://schemas.microsoft.com/office/drawing/2014/main" id="{305339C5-7DDE-0C75-04B2-FB82D56826F7}"/>
              </a:ext>
            </a:extLst>
          </p:cNvPr>
          <p:cNvSpPr/>
          <p:nvPr/>
        </p:nvSpPr>
        <p:spPr>
          <a:xfrm>
            <a:off x="1597066" y="1771867"/>
            <a:ext cx="1152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서비스</a:t>
            </a: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기획 수립</a:t>
            </a:r>
          </a:p>
        </p:txBody>
      </p:sp>
      <p:cxnSp>
        <p:nvCxnSpPr>
          <p:cNvPr id="68" name="직선 화살표 연결선 27">
            <a:extLst>
              <a:ext uri="{FF2B5EF4-FFF2-40B4-BE49-F238E27FC236}">
                <a16:creationId xmlns:a16="http://schemas.microsoft.com/office/drawing/2014/main" id="{93A34A22-15EF-EC2D-A776-C392B6ABC5CC}"/>
              </a:ext>
            </a:extLst>
          </p:cNvPr>
          <p:cNvCxnSpPr>
            <a:cxnSpLocks/>
            <a:stCxn id="504" idx="2"/>
            <a:endCxn id="189" idx="0"/>
          </p:cNvCxnSpPr>
          <p:nvPr/>
        </p:nvCxnSpPr>
        <p:spPr>
          <a:xfrm>
            <a:off x="2173066" y="2095867"/>
            <a:ext cx="1" cy="179237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116" name="사각형: 둥근 모서리 65">
            <a:extLst>
              <a:ext uri="{FF2B5EF4-FFF2-40B4-BE49-F238E27FC236}">
                <a16:creationId xmlns:a16="http://schemas.microsoft.com/office/drawing/2014/main" id="{870B814E-DA6B-FFE7-8BB8-CF02EF61126B}"/>
              </a:ext>
            </a:extLst>
          </p:cNvPr>
          <p:cNvSpPr/>
          <p:nvPr/>
        </p:nvSpPr>
        <p:spPr>
          <a:xfrm>
            <a:off x="2516628" y="2524229"/>
            <a:ext cx="371828" cy="134280"/>
          </a:xfrm>
          <a:prstGeom prst="roundRect">
            <a:avLst>
              <a:gd name="adj" fmla="val 5000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14400" latinLnBrk="1"/>
            <a:r>
              <a:rPr lang="ko-KR" altLang="en-US" sz="900" b="1" spc="-150">
                <a:solidFill>
                  <a:schemeClr val="bg1"/>
                </a:solidFill>
                <a:latin typeface="+mn-ea"/>
              </a:rPr>
              <a:t>안전성</a:t>
            </a:r>
          </a:p>
        </p:txBody>
      </p:sp>
      <p:cxnSp>
        <p:nvCxnSpPr>
          <p:cNvPr id="4" name="연결선: 꺾임 84">
            <a:extLst>
              <a:ext uri="{FF2B5EF4-FFF2-40B4-BE49-F238E27FC236}">
                <a16:creationId xmlns:a16="http://schemas.microsoft.com/office/drawing/2014/main" id="{7E4C8AB5-5555-9D1C-9DE7-8798DF1187BB}"/>
              </a:ext>
            </a:extLst>
          </p:cNvPr>
          <p:cNvCxnSpPr>
            <a:cxnSpLocks/>
            <a:stCxn id="99" idx="2"/>
            <a:endCxn id="88" idx="0"/>
          </p:cNvCxnSpPr>
          <p:nvPr/>
        </p:nvCxnSpPr>
        <p:spPr>
          <a:xfrm rot="5400000">
            <a:off x="2004409" y="2272779"/>
            <a:ext cx="106450" cy="899645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11" name="텍스트 개체 틀 3">
            <a:extLst>
              <a:ext uri="{FF2B5EF4-FFF2-40B4-BE49-F238E27FC236}">
                <a16:creationId xmlns:a16="http://schemas.microsoft.com/office/drawing/2014/main" id="{F3506657-CE1E-E700-ECC9-F755CF8C1A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1963" y="813435"/>
            <a:ext cx="11520000" cy="325410"/>
          </a:xfrm>
        </p:spPr>
        <p:txBody>
          <a:bodyPr/>
          <a:lstStyle/>
          <a:p>
            <a:r>
              <a:rPr lang="en-US" altLang="ko-KR"/>
              <a:t>AI</a:t>
            </a:r>
            <a:r>
              <a:rPr lang="ko-KR" altLang="en-US"/>
              <a:t>서비스 개발 단계별로 준수해야 할 </a:t>
            </a:r>
            <a:r>
              <a:rPr lang="en-US" altLang="ko-KR"/>
              <a:t>AI</a:t>
            </a:r>
            <a:r>
              <a:rPr lang="ko-KR" altLang="en-US"/>
              <a:t>거버넌스 표준 프로세스</a:t>
            </a:r>
            <a:r>
              <a:rPr lang="en-US" altLang="ko-KR"/>
              <a:t>, </a:t>
            </a:r>
            <a:r>
              <a:rPr lang="ko-KR" altLang="en-US"/>
              <a:t>부서별 역할과 책임</a:t>
            </a:r>
            <a:r>
              <a:rPr lang="en-US" altLang="ko-KR"/>
              <a:t>(R&amp;R) </a:t>
            </a:r>
            <a:r>
              <a:rPr lang="ko-KR" altLang="en-US"/>
              <a:t>및 개발 라이프사이클 단계별 업무 정의는 다음과 같음</a:t>
            </a:r>
          </a:p>
        </p:txBody>
      </p:sp>
      <p:sp>
        <p:nvSpPr>
          <p:cNvPr id="485" name="텍스트 개체 틀 3">
            <a:extLst>
              <a:ext uri="{FF2B5EF4-FFF2-40B4-BE49-F238E27FC236}">
                <a16:creationId xmlns:a16="http://schemas.microsoft.com/office/drawing/2014/main" id="{8B37A2A8-B553-FFEC-A2A3-3C3139C542AC}"/>
              </a:ext>
            </a:extLst>
          </p:cNvPr>
          <p:cNvSpPr txBox="1">
            <a:spLocks/>
          </p:cNvSpPr>
          <p:nvPr/>
        </p:nvSpPr>
        <p:spPr>
          <a:xfrm>
            <a:off x="1974703" y="6599410"/>
            <a:ext cx="9188597" cy="16270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1400" kern="1200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Pretendard SemiBold" panose="02000703000000020004" pitchFamily="50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>
                <a:solidFill>
                  <a:schemeClr val="tx1">
                    <a:lumMod val="50000"/>
                    <a:lumOff val="50000"/>
                  </a:schemeClr>
                </a:solidFill>
              </a:rPr>
              <a:t>* AI </a:t>
            </a: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위험</a:t>
            </a:r>
            <a:r>
              <a:rPr lang="en-US" altLang="ko-KR" sz="100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영향</a:t>
            </a:r>
            <a:r>
              <a:rPr lang="en-US" altLang="ko-KR" sz="100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안전성 식별 및 평가 中 </a:t>
            </a:r>
            <a:r>
              <a:rPr lang="ko-KR" altLang="en-US" sz="1000" err="1">
                <a:solidFill>
                  <a:schemeClr val="tx1">
                    <a:lumMod val="50000"/>
                    <a:lumOff val="50000"/>
                  </a:schemeClr>
                </a:solidFill>
              </a:rPr>
              <a:t>고영향</a:t>
            </a: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ko-KR" sz="1000">
                <a:solidFill>
                  <a:schemeClr val="tx1">
                    <a:lumMod val="50000"/>
                    <a:lumOff val="50000"/>
                  </a:schemeClr>
                </a:solidFill>
              </a:rPr>
              <a:t>· </a:t>
            </a: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안전성 대상 사전 검토 결과에 따라 </a:t>
            </a:r>
            <a:r>
              <a:rPr lang="en-US" altLang="ko-KR" sz="1000">
                <a:solidFill>
                  <a:schemeClr val="tx1">
                    <a:lumMod val="50000"/>
                    <a:lumOff val="50000"/>
                  </a:schemeClr>
                </a:solidFill>
              </a:rPr>
              <a:t>AI </a:t>
            </a: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위험 관리 계획에 </a:t>
            </a:r>
            <a:r>
              <a:rPr lang="ko-KR" altLang="en-US" sz="1000" err="1">
                <a:solidFill>
                  <a:schemeClr val="tx1">
                    <a:lumMod val="50000"/>
                    <a:lumOff val="50000"/>
                  </a:schemeClr>
                </a:solidFill>
              </a:rPr>
              <a:t>고영향</a:t>
            </a: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ko-KR" sz="1000">
                <a:solidFill>
                  <a:schemeClr val="tx1">
                    <a:lumMod val="50000"/>
                    <a:lumOff val="50000"/>
                  </a:schemeClr>
                </a:solidFill>
              </a:rPr>
              <a:t>· </a:t>
            </a: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안전성 내용 반영 판단</a:t>
            </a:r>
            <a:r>
              <a:rPr lang="en-US" altLang="ko-KR" sz="100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  <a:endParaRPr lang="ko-KR" altLang="en-US" sz="10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96" name="직사각형 14">
            <a:extLst>
              <a:ext uri="{FF2B5EF4-FFF2-40B4-BE49-F238E27FC236}">
                <a16:creationId xmlns:a16="http://schemas.microsoft.com/office/drawing/2014/main" id="{A59C6982-608B-71B3-8188-0B5D2CB62A62}"/>
              </a:ext>
            </a:extLst>
          </p:cNvPr>
          <p:cNvSpPr/>
          <p:nvPr/>
        </p:nvSpPr>
        <p:spPr>
          <a:xfrm>
            <a:off x="4519988" y="2621814"/>
            <a:ext cx="1080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 defTabSz="914400"/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적용 대상 최종 판단</a:t>
            </a:r>
          </a:p>
        </p:txBody>
      </p:sp>
      <p:sp>
        <p:nvSpPr>
          <p:cNvPr id="492" name="사각형: 둥근 모서리 65">
            <a:extLst>
              <a:ext uri="{FF2B5EF4-FFF2-40B4-BE49-F238E27FC236}">
                <a16:creationId xmlns:a16="http://schemas.microsoft.com/office/drawing/2014/main" id="{59BABEEE-1BA7-BF46-3BA1-78ED0573929D}"/>
              </a:ext>
            </a:extLst>
          </p:cNvPr>
          <p:cNvSpPr/>
          <p:nvPr/>
        </p:nvSpPr>
        <p:spPr>
          <a:xfrm>
            <a:off x="4525768" y="2552749"/>
            <a:ext cx="371828" cy="134280"/>
          </a:xfrm>
          <a:prstGeom prst="roundRect">
            <a:avLst>
              <a:gd name="adj" fmla="val 5000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14400" latinLnBrk="1"/>
            <a:r>
              <a:rPr lang="ko-KR" altLang="en-US" sz="900" b="1" spc="-150">
                <a:solidFill>
                  <a:schemeClr val="bg1"/>
                </a:solidFill>
                <a:latin typeface="+mn-ea"/>
              </a:rPr>
              <a:t>안전성</a:t>
            </a:r>
          </a:p>
        </p:txBody>
      </p:sp>
      <p:cxnSp>
        <p:nvCxnSpPr>
          <p:cNvPr id="498" name="직선 화살표 연결선 30">
            <a:extLst>
              <a:ext uri="{FF2B5EF4-FFF2-40B4-BE49-F238E27FC236}">
                <a16:creationId xmlns:a16="http://schemas.microsoft.com/office/drawing/2014/main" id="{7DE25E12-3E5A-C265-3E8A-11C79D084178}"/>
              </a:ext>
            </a:extLst>
          </p:cNvPr>
          <p:cNvCxnSpPr>
            <a:cxnSpLocks/>
            <a:stCxn id="496" idx="2"/>
            <a:endCxn id="59" idx="0"/>
          </p:cNvCxnSpPr>
          <p:nvPr/>
        </p:nvCxnSpPr>
        <p:spPr>
          <a:xfrm flipH="1">
            <a:off x="5059983" y="2945814"/>
            <a:ext cx="5" cy="107687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466" name="직사각형 17">
            <a:extLst>
              <a:ext uri="{FF2B5EF4-FFF2-40B4-BE49-F238E27FC236}">
                <a16:creationId xmlns:a16="http://schemas.microsoft.com/office/drawing/2014/main" id="{4DA865A9-32BE-1AC9-86DE-9F52AED2B627}"/>
              </a:ext>
            </a:extLst>
          </p:cNvPr>
          <p:cNvSpPr/>
          <p:nvPr/>
        </p:nvSpPr>
        <p:spPr>
          <a:xfrm>
            <a:off x="8272328" y="2269707"/>
            <a:ext cx="1080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[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권고</a:t>
            </a:r>
            <a:r>
              <a:rPr kumimoji="0" lang="en-US" altLang="ko-KR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] 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영향평가 수행</a:t>
            </a:r>
          </a:p>
        </p:txBody>
      </p:sp>
      <p:sp>
        <p:nvSpPr>
          <p:cNvPr id="468" name="사각형: 둥근 모서리 65">
            <a:extLst>
              <a:ext uri="{FF2B5EF4-FFF2-40B4-BE49-F238E27FC236}">
                <a16:creationId xmlns:a16="http://schemas.microsoft.com/office/drawing/2014/main" id="{0EC2A314-1F7E-CF49-DB27-EDE5E34DBE32}"/>
              </a:ext>
            </a:extLst>
          </p:cNvPr>
          <p:cNvSpPr/>
          <p:nvPr/>
        </p:nvSpPr>
        <p:spPr>
          <a:xfrm>
            <a:off x="8236708" y="2186989"/>
            <a:ext cx="371828" cy="1342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9595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14400" latinLnBrk="1"/>
            <a:r>
              <a:rPr lang="ko-KR" altLang="en-US" sz="900" b="1" spc="-150" err="1">
                <a:solidFill>
                  <a:schemeClr val="tx1"/>
                </a:solidFill>
                <a:latin typeface="+mn-ea"/>
              </a:rPr>
              <a:t>고영향</a:t>
            </a:r>
            <a:endParaRPr lang="ko-KR" altLang="en-US" sz="900" b="1" spc="-15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24" name="직선 화살표 연결선 31">
            <a:extLst>
              <a:ext uri="{FF2B5EF4-FFF2-40B4-BE49-F238E27FC236}">
                <a16:creationId xmlns:a16="http://schemas.microsoft.com/office/drawing/2014/main" id="{EFC92DF5-22E6-0E37-F309-F525E44E968F}"/>
              </a:ext>
            </a:extLst>
          </p:cNvPr>
          <p:cNvCxnSpPr>
            <a:cxnSpLocks/>
            <a:stCxn id="466" idx="0"/>
            <a:endCxn id="18" idx="2"/>
          </p:cNvCxnSpPr>
          <p:nvPr/>
        </p:nvCxnSpPr>
        <p:spPr>
          <a:xfrm flipV="1">
            <a:off x="8812328" y="2095867"/>
            <a:ext cx="0" cy="173840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469" name="연결선: 꺾임 35">
            <a:extLst>
              <a:ext uri="{FF2B5EF4-FFF2-40B4-BE49-F238E27FC236}">
                <a16:creationId xmlns:a16="http://schemas.microsoft.com/office/drawing/2014/main" id="{3B4AFF97-79A1-D86C-DE49-3B7F99AA8BEB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9352328" y="1933867"/>
            <a:ext cx="150124" cy="3687157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39" name="직사각형 20">
            <a:extLst>
              <a:ext uri="{FF2B5EF4-FFF2-40B4-BE49-F238E27FC236}">
                <a16:creationId xmlns:a16="http://schemas.microsoft.com/office/drawing/2014/main" id="{1F061E2F-C57F-B471-61B6-20BE9374C7FA}"/>
              </a:ext>
            </a:extLst>
          </p:cNvPr>
          <p:cNvSpPr/>
          <p:nvPr/>
        </p:nvSpPr>
        <p:spPr>
          <a:xfrm>
            <a:off x="10733909" y="2431592"/>
            <a:ext cx="1080000" cy="191381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 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서비스</a:t>
            </a:r>
            <a:br>
              <a:rPr kumimoji="0" lang="en-US" altLang="ko-KR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</a:b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개선 </a:t>
            </a:r>
            <a:endParaRPr kumimoji="0" lang="ko-KR" altLang="en-US" sz="1000" i="0" u="none" kern="0" cap="none" spc="-150" normalizeH="0" baseline="3000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40" name="직사각형 21">
            <a:extLst>
              <a:ext uri="{FF2B5EF4-FFF2-40B4-BE49-F238E27FC236}">
                <a16:creationId xmlns:a16="http://schemas.microsoft.com/office/drawing/2014/main" id="{BB2A9287-2F4C-5E8E-4639-9E07F9B3A109}"/>
              </a:ext>
            </a:extLst>
          </p:cNvPr>
          <p:cNvSpPr/>
          <p:nvPr/>
        </p:nvSpPr>
        <p:spPr>
          <a:xfrm>
            <a:off x="9502452" y="5229520"/>
            <a:ext cx="1080000" cy="643504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 defTabSz="914400">
              <a:defRPr/>
            </a:pP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AI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위험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관리 계획 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이행 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확인 후 승인</a:t>
            </a:r>
            <a:endParaRPr lang="en-US" altLang="ko-KR" sz="1000" kern="0" spc="-150">
              <a:ln>
                <a:solidFill>
                  <a:srgbClr val="0070C0">
                    <a:alpha val="0"/>
                  </a:srgbClr>
                </a:solidFill>
              </a:ln>
              <a:latin typeface="+mn-ea"/>
            </a:endParaRPr>
          </a:p>
          <a:p>
            <a:pPr algn="ctr" defTabSz="914400">
              <a:defRPr/>
            </a:pPr>
            <a:endParaRPr lang="en-US" altLang="ko-KR" sz="1000" kern="0" spc="-150">
              <a:ln>
                <a:solidFill>
                  <a:srgbClr val="0070C0">
                    <a:alpha val="0"/>
                  </a:srgbClr>
                </a:solidFill>
              </a:ln>
              <a:latin typeface="+mn-ea"/>
            </a:endParaRPr>
          </a:p>
          <a:p>
            <a:pPr algn="ctr" defTabSz="914400">
              <a:defRPr/>
            </a:pPr>
            <a:endParaRPr kumimoji="0" lang="ko-KR" altLang="en-US" sz="1000" i="0" u="non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46" name="직사각형 22">
            <a:extLst>
              <a:ext uri="{FF2B5EF4-FFF2-40B4-BE49-F238E27FC236}">
                <a16:creationId xmlns:a16="http://schemas.microsoft.com/office/drawing/2014/main" id="{AAE3BF5F-4479-7FE4-EA12-3E853D4B6F90}"/>
              </a:ext>
            </a:extLst>
          </p:cNvPr>
          <p:cNvSpPr/>
          <p:nvPr/>
        </p:nvSpPr>
        <p:spPr>
          <a:xfrm>
            <a:off x="10732873" y="5369024"/>
            <a:ext cx="1080000" cy="50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 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위험</a:t>
            </a: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모니터링</a:t>
            </a:r>
            <a:endParaRPr kumimoji="0" lang="en-US" altLang="ko-KR" sz="1000" i="0" u="non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결과 점검</a:t>
            </a:r>
          </a:p>
        </p:txBody>
      </p:sp>
      <p:cxnSp>
        <p:nvCxnSpPr>
          <p:cNvPr id="48" name="직선 화살표 연결선 38">
            <a:extLst>
              <a:ext uri="{FF2B5EF4-FFF2-40B4-BE49-F238E27FC236}">
                <a16:creationId xmlns:a16="http://schemas.microsoft.com/office/drawing/2014/main" id="{27F8A429-527F-1F39-ADEB-C0F7E1DC0A15}"/>
              </a:ext>
            </a:extLst>
          </p:cNvPr>
          <p:cNvCxnSpPr>
            <a:cxnSpLocks/>
            <a:stCxn id="46" idx="0"/>
            <a:endCxn id="39" idx="2"/>
          </p:cNvCxnSpPr>
          <p:nvPr/>
        </p:nvCxnSpPr>
        <p:spPr>
          <a:xfrm flipV="1">
            <a:off x="11272873" y="4345402"/>
            <a:ext cx="1036" cy="1023622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49" name="연결선: 꺾임 39">
            <a:extLst>
              <a:ext uri="{FF2B5EF4-FFF2-40B4-BE49-F238E27FC236}">
                <a16:creationId xmlns:a16="http://schemas.microsoft.com/office/drawing/2014/main" id="{2E067C74-90A5-4235-62A9-AA9D22E59DB0}"/>
              </a:ext>
            </a:extLst>
          </p:cNvPr>
          <p:cNvCxnSpPr>
            <a:cxnSpLocks/>
            <a:stCxn id="455" idx="3"/>
            <a:endCxn id="46" idx="1"/>
          </p:cNvCxnSpPr>
          <p:nvPr/>
        </p:nvCxnSpPr>
        <p:spPr>
          <a:xfrm>
            <a:off x="10582452" y="4764020"/>
            <a:ext cx="150421" cy="857004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50" name="직선 화살표 연결선 53">
            <a:extLst>
              <a:ext uri="{FF2B5EF4-FFF2-40B4-BE49-F238E27FC236}">
                <a16:creationId xmlns:a16="http://schemas.microsoft.com/office/drawing/2014/main" id="{EEAD8C9C-3920-3750-5A63-6FC727021D86}"/>
              </a:ext>
            </a:extLst>
          </p:cNvPr>
          <p:cNvCxnSpPr>
            <a:cxnSpLocks/>
          </p:cNvCxnSpPr>
          <p:nvPr/>
        </p:nvCxnSpPr>
        <p:spPr>
          <a:xfrm flipV="1">
            <a:off x="9542780" y="3844964"/>
            <a:ext cx="0" cy="1388071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8C913D9D-0829-B663-E838-3CAD92EC3BA3}"/>
              </a:ext>
            </a:extLst>
          </p:cNvPr>
          <p:cNvSpPr/>
          <p:nvPr/>
        </p:nvSpPr>
        <p:spPr>
          <a:xfrm>
            <a:off x="9862452" y="3915896"/>
            <a:ext cx="720000" cy="554503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kern="0" cap="none" spc="-150" normalizeH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 </a:t>
            </a:r>
            <a:r>
              <a:rPr kumimoji="0" lang="ko-KR" altLang="en-US" sz="1000" i="0" u="none" kern="0" cap="none" spc="-150" normalizeH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서비스 운영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6611CF81-A343-0D06-D783-8785E9329591}"/>
              </a:ext>
            </a:extLst>
          </p:cNvPr>
          <p:cNvSpPr/>
          <p:nvPr/>
        </p:nvSpPr>
        <p:spPr>
          <a:xfrm>
            <a:off x="9479963" y="2826310"/>
            <a:ext cx="338948" cy="1018653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kern="0" cap="none" spc="-150" normalizeH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 </a:t>
            </a:r>
            <a:r>
              <a:rPr kumimoji="0" lang="ko-KR" altLang="en-US" sz="1000" i="0" u="none" kern="0" cap="none" spc="-150" normalizeH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서비스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배포</a:t>
            </a:r>
            <a:endParaRPr kumimoji="0" lang="ko-KR" altLang="en-US" sz="1000" i="0" u="none" kern="0" cap="none" spc="-150" normalizeH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cxnSp>
        <p:nvCxnSpPr>
          <p:cNvPr id="449" name="직선 화살표 연결선 36">
            <a:extLst>
              <a:ext uri="{FF2B5EF4-FFF2-40B4-BE49-F238E27FC236}">
                <a16:creationId xmlns:a16="http://schemas.microsoft.com/office/drawing/2014/main" id="{FE2A14A5-420B-ACE9-A3FC-2E979FC48EF0}"/>
              </a:ext>
            </a:extLst>
          </p:cNvPr>
          <p:cNvCxnSpPr>
            <a:cxnSpLocks/>
          </p:cNvCxnSpPr>
          <p:nvPr/>
        </p:nvCxnSpPr>
        <p:spPr>
          <a:xfrm flipV="1">
            <a:off x="10102340" y="4466862"/>
            <a:ext cx="0" cy="135158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450" name="직사각형 50">
            <a:extLst>
              <a:ext uri="{FF2B5EF4-FFF2-40B4-BE49-F238E27FC236}">
                <a16:creationId xmlns:a16="http://schemas.microsoft.com/office/drawing/2014/main" id="{1DAE87E1-1741-A6DA-E013-F96315F7D493}"/>
              </a:ext>
            </a:extLst>
          </p:cNvPr>
          <p:cNvSpPr/>
          <p:nvPr/>
        </p:nvSpPr>
        <p:spPr>
          <a:xfrm>
            <a:off x="9862452" y="2431592"/>
            <a:ext cx="720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서비스 </a:t>
            </a:r>
            <a:endParaRPr lang="en-US" altLang="ko-KR" sz="1000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인수인계</a:t>
            </a:r>
            <a:endParaRPr kumimoji="0" lang="ko-KR" altLang="en-US" sz="1000" i="0" u="none" kern="0" cap="none" spc="-150" normalizeH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cxnSp>
        <p:nvCxnSpPr>
          <p:cNvPr id="451" name="직선 화살표 연결선 38">
            <a:extLst>
              <a:ext uri="{FF2B5EF4-FFF2-40B4-BE49-F238E27FC236}">
                <a16:creationId xmlns:a16="http://schemas.microsoft.com/office/drawing/2014/main" id="{641EEE88-96A6-91F6-B192-426B03E8392B}"/>
              </a:ext>
            </a:extLst>
          </p:cNvPr>
          <p:cNvCxnSpPr>
            <a:cxnSpLocks/>
            <a:stCxn id="450" idx="2"/>
            <a:endCxn id="51" idx="0"/>
          </p:cNvCxnSpPr>
          <p:nvPr/>
        </p:nvCxnSpPr>
        <p:spPr>
          <a:xfrm>
            <a:off x="10222452" y="2755592"/>
            <a:ext cx="0" cy="1160304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452" name="연결선: 꺾임 39">
            <a:extLst>
              <a:ext uri="{FF2B5EF4-FFF2-40B4-BE49-F238E27FC236}">
                <a16:creationId xmlns:a16="http://schemas.microsoft.com/office/drawing/2014/main" id="{83BFF0B1-3B37-DF03-8318-FA1B9188EE98}"/>
              </a:ext>
            </a:extLst>
          </p:cNvPr>
          <p:cNvCxnSpPr>
            <a:cxnSpLocks/>
            <a:stCxn id="51" idx="3"/>
            <a:endCxn id="39" idx="1"/>
          </p:cNvCxnSpPr>
          <p:nvPr/>
        </p:nvCxnSpPr>
        <p:spPr>
          <a:xfrm flipV="1">
            <a:off x="10582452" y="3388497"/>
            <a:ext cx="151457" cy="804651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453" name="연결선: 꺾임 39">
            <a:extLst>
              <a:ext uri="{FF2B5EF4-FFF2-40B4-BE49-F238E27FC236}">
                <a16:creationId xmlns:a16="http://schemas.microsoft.com/office/drawing/2014/main" id="{5A17265F-5597-AE6A-87F2-4409DA3D4C0D}"/>
              </a:ext>
            </a:extLst>
          </p:cNvPr>
          <p:cNvCxnSpPr>
            <a:cxnSpLocks/>
            <a:stCxn id="52" idx="2"/>
            <a:endCxn id="51" idx="1"/>
          </p:cNvCxnSpPr>
          <p:nvPr/>
        </p:nvCxnSpPr>
        <p:spPr>
          <a:xfrm rot="16200000" flipH="1">
            <a:off x="9581852" y="3912547"/>
            <a:ext cx="348185" cy="213015"/>
          </a:xfrm>
          <a:prstGeom prst="bentConnector2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454" name="직선 화살표 연결선 36">
            <a:extLst>
              <a:ext uri="{FF2B5EF4-FFF2-40B4-BE49-F238E27FC236}">
                <a16:creationId xmlns:a16="http://schemas.microsoft.com/office/drawing/2014/main" id="{F0386BED-7269-CC79-7F16-E6C87376BA04}"/>
              </a:ext>
            </a:extLst>
          </p:cNvPr>
          <p:cNvCxnSpPr>
            <a:cxnSpLocks/>
          </p:cNvCxnSpPr>
          <p:nvPr/>
        </p:nvCxnSpPr>
        <p:spPr>
          <a:xfrm>
            <a:off x="10379200" y="4468670"/>
            <a:ext cx="0" cy="134169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455" name="직사각형 50">
            <a:extLst>
              <a:ext uri="{FF2B5EF4-FFF2-40B4-BE49-F238E27FC236}">
                <a16:creationId xmlns:a16="http://schemas.microsoft.com/office/drawing/2014/main" id="{BF8C1BE5-6392-50DE-607C-042857ADB1F5}"/>
              </a:ext>
            </a:extLst>
          </p:cNvPr>
          <p:cNvSpPr/>
          <p:nvPr/>
        </p:nvSpPr>
        <p:spPr>
          <a:xfrm>
            <a:off x="9862452" y="4602020"/>
            <a:ext cx="720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lvl="0" algn="ctr" defTabSz="914400">
              <a:defRPr/>
            </a:pP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위험 모니터링</a:t>
            </a:r>
          </a:p>
        </p:txBody>
      </p:sp>
      <p:sp>
        <p:nvSpPr>
          <p:cNvPr id="456" name="Oval 455">
            <a:extLst>
              <a:ext uri="{FF2B5EF4-FFF2-40B4-BE49-F238E27FC236}">
                <a16:creationId xmlns:a16="http://schemas.microsoft.com/office/drawing/2014/main" id="{3D1B3BC4-619F-B58D-3BD9-DE99946A96CB}"/>
              </a:ext>
            </a:extLst>
          </p:cNvPr>
          <p:cNvSpPr/>
          <p:nvPr/>
        </p:nvSpPr>
        <p:spPr>
          <a:xfrm>
            <a:off x="9548986" y="5611908"/>
            <a:ext cx="143968" cy="143969"/>
          </a:xfrm>
          <a:prstGeom prst="ellipse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sp>
        <p:nvSpPr>
          <p:cNvPr id="457" name="TextBox 456">
            <a:extLst>
              <a:ext uri="{FF2B5EF4-FFF2-40B4-BE49-F238E27FC236}">
                <a16:creationId xmlns:a16="http://schemas.microsoft.com/office/drawing/2014/main" id="{6E32EC0C-0D35-7DED-86E8-0F8EC449AC06}"/>
              </a:ext>
            </a:extLst>
          </p:cNvPr>
          <p:cNvSpPr txBox="1"/>
          <p:nvPr/>
        </p:nvSpPr>
        <p:spPr>
          <a:xfrm>
            <a:off x="9718792" y="5617112"/>
            <a:ext cx="815259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atinLnBrk="0"/>
            <a:r>
              <a:rPr lang="ko-KR" altLang="en-US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이용자 및 금융소비자 보호 고지 검토</a:t>
            </a:r>
            <a:endParaRPr lang="en-US" altLang="ko-KR" sz="800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458" name="Oval 457">
            <a:extLst>
              <a:ext uri="{FF2B5EF4-FFF2-40B4-BE49-F238E27FC236}">
                <a16:creationId xmlns:a16="http://schemas.microsoft.com/office/drawing/2014/main" id="{4B28503D-47CD-987A-7D2E-620C6925D694}"/>
              </a:ext>
            </a:extLst>
          </p:cNvPr>
          <p:cNvSpPr/>
          <p:nvPr/>
        </p:nvSpPr>
        <p:spPr>
          <a:xfrm>
            <a:off x="9872646" y="4093977"/>
            <a:ext cx="143968" cy="143969"/>
          </a:xfrm>
          <a:prstGeom prst="ellipse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sp>
        <p:nvSpPr>
          <p:cNvPr id="459" name="TextBox 458">
            <a:extLst>
              <a:ext uri="{FF2B5EF4-FFF2-40B4-BE49-F238E27FC236}">
                <a16:creationId xmlns:a16="http://schemas.microsoft.com/office/drawing/2014/main" id="{81FB19E2-330B-923A-A65D-2C19868D1111}"/>
              </a:ext>
            </a:extLst>
          </p:cNvPr>
          <p:cNvSpPr txBox="1"/>
          <p:nvPr/>
        </p:nvSpPr>
        <p:spPr>
          <a:xfrm>
            <a:off x="10018934" y="4082086"/>
            <a:ext cx="540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atinLnBrk="0"/>
            <a:r>
              <a:rPr lang="ko-KR" altLang="en-US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이용자 및 </a:t>
            </a:r>
            <a:endParaRPr lang="en-US" altLang="ko-KR" sz="800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  <a:p>
            <a:pPr latinLnBrk="0"/>
            <a:r>
              <a:rPr lang="ko-KR" altLang="en-US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금융소비자 </a:t>
            </a:r>
            <a:endParaRPr lang="en-US" altLang="ko-KR" sz="800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  <a:p>
            <a:pPr latinLnBrk="0"/>
            <a:r>
              <a:rPr lang="ko-KR" altLang="en-US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보호 권리 대응</a:t>
            </a:r>
            <a:endParaRPr lang="en-US" altLang="ko-KR" sz="800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460" name="Rectangle 459">
            <a:extLst>
              <a:ext uri="{FF2B5EF4-FFF2-40B4-BE49-F238E27FC236}">
                <a16:creationId xmlns:a16="http://schemas.microsoft.com/office/drawing/2014/main" id="{02DF7C60-5B80-C024-293A-2D55F8F9E5B6}"/>
              </a:ext>
            </a:extLst>
          </p:cNvPr>
          <p:cNvSpPr/>
          <p:nvPr/>
        </p:nvSpPr>
        <p:spPr>
          <a:xfrm>
            <a:off x="4519657" y="1705752"/>
            <a:ext cx="7337382" cy="52087"/>
          </a:xfrm>
          <a:prstGeom prst="rect">
            <a:avLst/>
          </a:prstGeom>
          <a:solidFill>
            <a:srgbClr val="00A9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63" name="Group 462">
            <a:extLst>
              <a:ext uri="{FF2B5EF4-FFF2-40B4-BE49-F238E27FC236}">
                <a16:creationId xmlns:a16="http://schemas.microsoft.com/office/drawing/2014/main" id="{7FC302AB-4D39-C623-6C40-54B12F754C6E}"/>
              </a:ext>
            </a:extLst>
          </p:cNvPr>
          <p:cNvGrpSpPr/>
          <p:nvPr/>
        </p:nvGrpSpPr>
        <p:grpSpPr>
          <a:xfrm>
            <a:off x="9502451" y="1090576"/>
            <a:ext cx="2389511" cy="229054"/>
            <a:chOff x="4610162" y="-902070"/>
            <a:chExt cx="2389511" cy="229054"/>
          </a:xfrm>
        </p:grpSpPr>
        <p:sp>
          <p:nvSpPr>
            <p:cNvPr id="464" name="Rectangle: Rounded Corners 463">
              <a:extLst>
                <a:ext uri="{FF2B5EF4-FFF2-40B4-BE49-F238E27FC236}">
                  <a16:creationId xmlns:a16="http://schemas.microsoft.com/office/drawing/2014/main" id="{FB8E3668-9965-C373-BD6C-015DA6E97B97}"/>
                </a:ext>
              </a:extLst>
            </p:cNvPr>
            <p:cNvSpPr/>
            <p:nvPr/>
          </p:nvSpPr>
          <p:spPr>
            <a:xfrm>
              <a:off x="4610162" y="-902070"/>
              <a:ext cx="2389511" cy="229054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65" name="Group 464">
              <a:extLst>
                <a:ext uri="{FF2B5EF4-FFF2-40B4-BE49-F238E27FC236}">
                  <a16:creationId xmlns:a16="http://schemas.microsoft.com/office/drawing/2014/main" id="{480295F8-8501-FF6D-D92B-4A2EDEE75AE1}"/>
                </a:ext>
              </a:extLst>
            </p:cNvPr>
            <p:cNvGrpSpPr/>
            <p:nvPr/>
          </p:nvGrpSpPr>
          <p:grpSpPr>
            <a:xfrm>
              <a:off x="5247271" y="-864487"/>
              <a:ext cx="1016283" cy="153888"/>
              <a:chOff x="5548443" y="-549776"/>
              <a:chExt cx="1016283" cy="153888"/>
            </a:xfrm>
          </p:grpSpPr>
          <p:sp>
            <p:nvSpPr>
              <p:cNvPr id="473" name="Oval 472">
                <a:extLst>
                  <a:ext uri="{FF2B5EF4-FFF2-40B4-BE49-F238E27FC236}">
                    <a16:creationId xmlns:a16="http://schemas.microsoft.com/office/drawing/2014/main" id="{267E618F-B57A-20A5-461D-E826C6AC0B1C}"/>
                  </a:ext>
                </a:extLst>
              </p:cNvPr>
              <p:cNvSpPr/>
              <p:nvPr/>
            </p:nvSpPr>
            <p:spPr>
              <a:xfrm>
                <a:off x="5548443" y="-544813"/>
                <a:ext cx="143968" cy="143969"/>
              </a:xfrm>
              <a:prstGeom prst="ellipse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/>
              </a:p>
            </p:txBody>
          </p:sp>
          <p:sp>
            <p:nvSpPr>
              <p:cNvPr id="474" name="TextBox 473">
                <a:extLst>
                  <a:ext uri="{FF2B5EF4-FFF2-40B4-BE49-F238E27FC236}">
                    <a16:creationId xmlns:a16="http://schemas.microsoft.com/office/drawing/2014/main" id="{D5EC88A8-2DE7-E7EC-DE85-6FB6A5FE0CE0}"/>
                  </a:ext>
                </a:extLst>
              </p:cNvPr>
              <p:cNvSpPr txBox="1"/>
              <p:nvPr/>
            </p:nvSpPr>
            <p:spPr>
              <a:xfrm>
                <a:off x="5749467" y="-549776"/>
                <a:ext cx="815259" cy="15388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latinLnBrk="0"/>
                <a:r>
                  <a:rPr lang="ko-KR" altLang="en-US" sz="1000" kern="0" spc="-150">
                    <a:ln>
                      <a:solidFill>
                        <a:srgbClr val="0070C0">
                          <a:alpha val="0"/>
                        </a:srgbClr>
                      </a:solidFill>
                    </a:ln>
                    <a:solidFill>
                      <a:prstClr val="black"/>
                    </a:solidFill>
                    <a:latin typeface="+mn-ea"/>
                  </a:rPr>
                  <a:t>금융소비자보호</a:t>
                </a:r>
                <a:endParaRPr lang="en-US" altLang="ko-KR" sz="1000" kern="0" spc="-150">
                  <a:ln>
                    <a:solidFill>
                      <a:srgbClr val="0070C0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+mn-ea"/>
                </a:endParaRPr>
              </a:p>
            </p:txBody>
          </p:sp>
        </p:grpSp>
        <p:grpSp>
          <p:nvGrpSpPr>
            <p:cNvPr id="467" name="Group 466">
              <a:extLst>
                <a:ext uri="{FF2B5EF4-FFF2-40B4-BE49-F238E27FC236}">
                  <a16:creationId xmlns:a16="http://schemas.microsoft.com/office/drawing/2014/main" id="{DDFEEFCD-D8F4-22CE-6222-95A96ABAB7F1}"/>
                </a:ext>
              </a:extLst>
            </p:cNvPr>
            <p:cNvGrpSpPr/>
            <p:nvPr/>
          </p:nvGrpSpPr>
          <p:grpSpPr>
            <a:xfrm>
              <a:off x="6283880" y="-864487"/>
              <a:ext cx="712937" cy="153888"/>
              <a:chOff x="5555445" y="-313778"/>
              <a:chExt cx="712937" cy="153888"/>
            </a:xfrm>
          </p:grpSpPr>
          <p:sp>
            <p:nvSpPr>
              <p:cNvPr id="471" name="Oval 470">
                <a:extLst>
                  <a:ext uri="{FF2B5EF4-FFF2-40B4-BE49-F238E27FC236}">
                    <a16:creationId xmlns:a16="http://schemas.microsoft.com/office/drawing/2014/main" id="{CCB926A8-5F45-E8E2-A171-DD17390E7ADC}"/>
                  </a:ext>
                </a:extLst>
              </p:cNvPr>
              <p:cNvSpPr/>
              <p:nvPr/>
            </p:nvSpPr>
            <p:spPr>
              <a:xfrm>
                <a:off x="5555445" y="-308814"/>
                <a:ext cx="143968" cy="143969"/>
              </a:xfrm>
              <a:prstGeom prst="ellipse">
                <a:avLst/>
              </a:prstGeom>
              <a:solidFill>
                <a:srgbClr val="00A9C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/>
              </a:p>
            </p:txBody>
          </p:sp>
          <p:sp>
            <p:nvSpPr>
              <p:cNvPr id="472" name="TextBox 471">
                <a:extLst>
                  <a:ext uri="{FF2B5EF4-FFF2-40B4-BE49-F238E27FC236}">
                    <a16:creationId xmlns:a16="http://schemas.microsoft.com/office/drawing/2014/main" id="{79B66B80-505B-2D1C-E446-BED4D0D1DD18}"/>
                  </a:ext>
                </a:extLst>
              </p:cNvPr>
              <p:cNvSpPr txBox="1"/>
              <p:nvPr/>
            </p:nvSpPr>
            <p:spPr>
              <a:xfrm>
                <a:off x="5744332" y="-313778"/>
                <a:ext cx="524050" cy="15388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latinLnBrk="0"/>
                <a:r>
                  <a:rPr lang="ko-KR" altLang="en-US" sz="1000" kern="0" spc="-150">
                    <a:ln>
                      <a:solidFill>
                        <a:srgbClr val="0070C0">
                          <a:alpha val="0"/>
                        </a:srgbClr>
                      </a:solidFill>
                    </a:ln>
                    <a:solidFill>
                      <a:prstClr val="black"/>
                    </a:solidFill>
                    <a:latin typeface="+mn-ea"/>
                  </a:rPr>
                  <a:t>정보보호</a:t>
                </a:r>
                <a:endParaRPr lang="en-US" altLang="ko-KR" sz="1000" kern="0" spc="-150">
                  <a:ln>
                    <a:solidFill>
                      <a:srgbClr val="0070C0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+mn-ea"/>
                </a:endParaRPr>
              </a:p>
            </p:txBody>
          </p:sp>
        </p:grpSp>
        <p:sp>
          <p:nvSpPr>
            <p:cNvPr id="470" name="TextBox 469">
              <a:extLst>
                <a:ext uri="{FF2B5EF4-FFF2-40B4-BE49-F238E27FC236}">
                  <a16:creationId xmlns:a16="http://schemas.microsoft.com/office/drawing/2014/main" id="{0F2F53D5-F505-344E-AD5D-12C6F5D73AAA}"/>
                </a:ext>
              </a:extLst>
            </p:cNvPr>
            <p:cNvSpPr txBox="1"/>
            <p:nvPr/>
          </p:nvSpPr>
          <p:spPr>
            <a:xfrm>
              <a:off x="4697481" y="-864487"/>
              <a:ext cx="516830" cy="1538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latinLnBrk="0"/>
              <a:r>
                <a:rPr lang="ko-KR" altLang="en-US" sz="1000" b="1" spc="-150">
                  <a:ln>
                    <a:solidFill>
                      <a:srgbClr val="0070C0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+mn-ea"/>
                </a:rPr>
                <a:t>관련부서 </a:t>
              </a:r>
              <a:r>
                <a:rPr lang="en-US" altLang="ko-KR" sz="1000" b="1" spc="-150">
                  <a:ln>
                    <a:solidFill>
                      <a:srgbClr val="0070C0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+mn-ea"/>
                </a:rPr>
                <a:t>:</a:t>
              </a:r>
              <a:endParaRPr lang="en-US" altLang="ko-KR" sz="1000" b="1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57E17DEF-8930-B355-2DC3-9FD48F4FCE5F}"/>
              </a:ext>
            </a:extLst>
          </p:cNvPr>
          <p:cNvSpPr txBox="1"/>
          <p:nvPr/>
        </p:nvSpPr>
        <p:spPr>
          <a:xfrm>
            <a:off x="11090910" y="1771867"/>
            <a:ext cx="766129" cy="1231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atinLnBrk="0"/>
            <a:r>
              <a:rPr lang="en-US" altLang="ko-KR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AI </a:t>
            </a:r>
            <a:r>
              <a:rPr lang="ko-KR" altLang="en-US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보안 지침 등 준수</a:t>
            </a:r>
            <a:endParaRPr lang="en-US" altLang="ko-KR" sz="800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25261C25-79EE-2DB7-592A-B98B69E75104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990810" y="1759358"/>
            <a:ext cx="78918" cy="69215"/>
          </a:xfrm>
          <a:prstGeom prst="bentConnector2">
            <a:avLst/>
          </a:prstGeom>
          <a:ln>
            <a:solidFill>
              <a:srgbClr val="00A9C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3986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54BD4-80E7-AC78-14C6-A7BE1D228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EDA21A0-EE33-7A2E-0F68-A0AB0CE64CD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III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．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AI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거버넌스 프레임워크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7248F67-825F-7F5A-53D5-A0754DE906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      </a:t>
            </a:r>
            <a:r>
              <a:rPr lang="ko-KR" altLang="en-US" err="1"/>
              <a:t>미래에셋증권</a:t>
            </a:r>
            <a:r>
              <a:rPr lang="ko-KR" altLang="en-US"/>
              <a:t> </a:t>
            </a:r>
            <a:r>
              <a:rPr lang="en-US" altLang="ko-KR"/>
              <a:t>AI </a:t>
            </a:r>
            <a:r>
              <a:rPr lang="ko-KR" altLang="en-US"/>
              <a:t>거버넌스 활용 도구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73889FC-4C4F-6776-2E53-CA1F564BCEB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AI </a:t>
            </a:r>
            <a:r>
              <a:rPr lang="ko-KR" altLang="en-US"/>
              <a:t>거버넌스 유관 부서 담당자별 </a:t>
            </a:r>
            <a:r>
              <a:rPr lang="en-US" altLang="ko-KR"/>
              <a:t>R&amp;R·</a:t>
            </a:r>
            <a:r>
              <a:rPr lang="ko-KR" altLang="en-US"/>
              <a:t>업무 프로세스</a:t>
            </a:r>
            <a:r>
              <a:rPr lang="en-US" altLang="ko-KR"/>
              <a:t>·</a:t>
            </a:r>
            <a:r>
              <a:rPr lang="ko-KR" altLang="en-US"/>
              <a:t>산출물을 정의하고</a:t>
            </a:r>
            <a:r>
              <a:rPr lang="en-US" altLang="ko-KR"/>
              <a:t>, </a:t>
            </a:r>
            <a:r>
              <a:rPr lang="ko-KR" altLang="en-US"/>
              <a:t>거버넌스 활용 </a:t>
            </a:r>
            <a:r>
              <a:rPr lang="en-US" altLang="ko-KR"/>
              <a:t>·</a:t>
            </a:r>
            <a:r>
              <a:rPr lang="ko-KR" altLang="en-US"/>
              <a:t>지원 도구의 실제 운영</a:t>
            </a:r>
            <a:r>
              <a:rPr lang="en-US" altLang="ko-KR"/>
              <a:t>·</a:t>
            </a:r>
            <a:r>
              <a:rPr lang="ko-KR" altLang="en-US"/>
              <a:t>활용 관점에서 상세 실행 방안을 수립함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9FFA175-B77D-8DF0-0D38-C80F6020C7E1}"/>
              </a:ext>
            </a:extLst>
          </p:cNvPr>
          <p:cNvSpPr/>
          <p:nvPr/>
        </p:nvSpPr>
        <p:spPr>
          <a:xfrm>
            <a:off x="371963" y="202784"/>
            <a:ext cx="481940" cy="396000"/>
          </a:xfrm>
          <a:prstGeom prst="roundRect">
            <a:avLst/>
          </a:prstGeom>
          <a:solidFill>
            <a:srgbClr val="043B7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5</a:t>
            </a:r>
          </a:p>
        </p:txBody>
      </p:sp>
      <p:sp>
        <p:nvSpPr>
          <p:cNvPr id="10" name="사각형: 둥근 모서리 20">
            <a:extLst>
              <a:ext uri="{FF2B5EF4-FFF2-40B4-BE49-F238E27FC236}">
                <a16:creationId xmlns:a16="http://schemas.microsoft.com/office/drawing/2014/main" id="{9F8846A1-5889-E414-FC65-1A422D17905B}"/>
              </a:ext>
            </a:extLst>
          </p:cNvPr>
          <p:cNvSpPr/>
          <p:nvPr/>
        </p:nvSpPr>
        <p:spPr>
          <a:xfrm>
            <a:off x="334963" y="1736827"/>
            <a:ext cx="7711342" cy="325410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200" b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+mn-ea"/>
              </a:rPr>
              <a:t>주요 </a:t>
            </a:r>
            <a:r>
              <a:rPr kumimoji="1" lang="en-US" altLang="ko-KR" sz="1200" b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+mn-ea"/>
              </a:rPr>
              <a:t>AI </a:t>
            </a:r>
            <a:r>
              <a:rPr kumimoji="1" lang="ko-KR" altLang="en-US" sz="1200" b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+mn-ea"/>
              </a:rPr>
              <a:t>거버넌스 프로세스 </a:t>
            </a:r>
            <a:r>
              <a:rPr kumimoji="1" lang="en-US" altLang="ko-KR" sz="1200" b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+mn-ea"/>
              </a:rPr>
              <a:t>(</a:t>
            </a:r>
            <a:r>
              <a:rPr kumimoji="1" lang="ko-KR" altLang="en-US" sz="1200" b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+mn-ea"/>
              </a:rPr>
              <a:t>요약</a:t>
            </a:r>
            <a:r>
              <a:rPr kumimoji="1" lang="en-US" altLang="ko-KR" sz="1200" b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+mn-ea"/>
              </a:rPr>
              <a:t>)</a:t>
            </a:r>
          </a:p>
        </p:txBody>
      </p:sp>
      <p:sp>
        <p:nvSpPr>
          <p:cNvPr id="63" name="Google Shape;134;p5">
            <a:extLst>
              <a:ext uri="{FF2B5EF4-FFF2-40B4-BE49-F238E27FC236}">
                <a16:creationId xmlns:a16="http://schemas.microsoft.com/office/drawing/2014/main" id="{65FA07F6-25A6-E7BB-E86A-0BFE187F5114}"/>
              </a:ext>
            </a:extLst>
          </p:cNvPr>
          <p:cNvSpPr/>
          <p:nvPr/>
        </p:nvSpPr>
        <p:spPr>
          <a:xfrm>
            <a:off x="508599" y="2727983"/>
            <a:ext cx="1738742" cy="466752"/>
          </a:xfrm>
          <a:prstGeom prst="rect">
            <a:avLst/>
          </a:prstGeom>
          <a:gradFill flip="none" rotWithShape="1">
            <a:gsLst>
              <a:gs pos="54000">
                <a:srgbClr val="FBE5D6"/>
              </a:gs>
              <a:gs pos="73000">
                <a:srgbClr val="F4B183"/>
              </a:gs>
            </a:gsLst>
            <a:lin ang="1890000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서비스</a:t>
            </a:r>
            <a:r>
              <a:rPr lang="en-US" altLang="ko-KR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 </a:t>
            </a:r>
            <a:r>
              <a:rPr lang="ko-KR" altLang="en-US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기획 수립 </a:t>
            </a:r>
            <a:r>
              <a:rPr lang="en-US" altLang="ko-KR" sz="1200" b="1" spc="-150" baseline="30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1) 2) </a:t>
            </a:r>
            <a:endParaRPr lang="ko-KR" altLang="en-US" sz="1200" b="1" spc="-150" baseline="3000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</p:txBody>
      </p:sp>
      <p:sp>
        <p:nvSpPr>
          <p:cNvPr id="68" name="사각형: 둥근 모서리 20">
            <a:extLst>
              <a:ext uri="{FF2B5EF4-FFF2-40B4-BE49-F238E27FC236}">
                <a16:creationId xmlns:a16="http://schemas.microsoft.com/office/drawing/2014/main" id="{F14845C0-DD5C-DBC9-D449-DB21872327AB}"/>
              </a:ext>
            </a:extLst>
          </p:cNvPr>
          <p:cNvSpPr/>
          <p:nvPr/>
        </p:nvSpPr>
        <p:spPr>
          <a:xfrm>
            <a:off x="508599" y="2248156"/>
            <a:ext cx="1800000" cy="325411"/>
          </a:xfrm>
          <a:prstGeom prst="homePlate">
            <a:avLst>
              <a:gd name="adj" fmla="val 37573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기획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·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설계</a:t>
            </a:r>
          </a:p>
        </p:txBody>
      </p:sp>
      <p:sp>
        <p:nvSpPr>
          <p:cNvPr id="69" name="사각형: 둥근 모서리 20">
            <a:extLst>
              <a:ext uri="{FF2B5EF4-FFF2-40B4-BE49-F238E27FC236}">
                <a16:creationId xmlns:a16="http://schemas.microsoft.com/office/drawing/2014/main" id="{70C8F264-9B88-35C7-E242-DB6FD650435D}"/>
              </a:ext>
            </a:extLst>
          </p:cNvPr>
          <p:cNvSpPr/>
          <p:nvPr/>
        </p:nvSpPr>
        <p:spPr>
          <a:xfrm>
            <a:off x="2421168" y="2248156"/>
            <a:ext cx="1800000" cy="325411"/>
          </a:xfrm>
          <a:prstGeom prst="homePlate">
            <a:avLst>
              <a:gd name="adj" fmla="val 37573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개발</a:t>
            </a:r>
          </a:p>
        </p:txBody>
      </p:sp>
      <p:sp>
        <p:nvSpPr>
          <p:cNvPr id="70" name="사각형: 둥근 모서리 20">
            <a:extLst>
              <a:ext uri="{FF2B5EF4-FFF2-40B4-BE49-F238E27FC236}">
                <a16:creationId xmlns:a16="http://schemas.microsoft.com/office/drawing/2014/main" id="{92A9CE58-3AF1-E147-8252-ED2C16F47EA0}"/>
              </a:ext>
            </a:extLst>
          </p:cNvPr>
          <p:cNvSpPr/>
          <p:nvPr/>
        </p:nvSpPr>
        <p:spPr>
          <a:xfrm>
            <a:off x="4333737" y="2248156"/>
            <a:ext cx="1800000" cy="325411"/>
          </a:xfrm>
          <a:prstGeom prst="homePlate">
            <a:avLst>
              <a:gd name="adj" fmla="val 37573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평가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·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검증</a:t>
            </a:r>
            <a:endParaRPr lang="ko-KR" altLang="en-US" sz="14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lt1"/>
              </a:solidFill>
              <a:latin typeface="+mn-ea"/>
            </a:endParaRPr>
          </a:p>
        </p:txBody>
      </p:sp>
      <p:sp>
        <p:nvSpPr>
          <p:cNvPr id="71" name="사각형: 둥근 모서리 20">
            <a:extLst>
              <a:ext uri="{FF2B5EF4-FFF2-40B4-BE49-F238E27FC236}">
                <a16:creationId xmlns:a16="http://schemas.microsoft.com/office/drawing/2014/main" id="{B5824CBA-3843-8376-76D5-9EC4E0300CA4}"/>
              </a:ext>
            </a:extLst>
          </p:cNvPr>
          <p:cNvSpPr/>
          <p:nvPr/>
        </p:nvSpPr>
        <p:spPr>
          <a:xfrm>
            <a:off x="6246305" y="2248156"/>
            <a:ext cx="1800000" cy="325411"/>
          </a:xfrm>
          <a:prstGeom prst="homePlate">
            <a:avLst>
              <a:gd name="adj" fmla="val 37573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도입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·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운영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·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모니터링</a:t>
            </a:r>
          </a:p>
        </p:txBody>
      </p:sp>
      <p:sp>
        <p:nvSpPr>
          <p:cNvPr id="74" name="Google Shape;134;p5">
            <a:extLst>
              <a:ext uri="{FF2B5EF4-FFF2-40B4-BE49-F238E27FC236}">
                <a16:creationId xmlns:a16="http://schemas.microsoft.com/office/drawing/2014/main" id="{8476811B-885F-6CD8-6DE7-979F9A876DDE}"/>
              </a:ext>
            </a:extLst>
          </p:cNvPr>
          <p:cNvSpPr/>
          <p:nvPr/>
        </p:nvSpPr>
        <p:spPr>
          <a:xfrm>
            <a:off x="508599" y="3349151"/>
            <a:ext cx="1738742" cy="466752"/>
          </a:xfrm>
          <a:prstGeom prst="rect">
            <a:avLst/>
          </a:prstGeom>
          <a:solidFill>
            <a:srgbClr val="FBE5D6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 </a:t>
            </a:r>
            <a:r>
              <a:rPr lang="ko-KR" altLang="en-US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위험</a:t>
            </a:r>
            <a:r>
              <a:rPr lang="en-US" altLang="ko-KR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.</a:t>
            </a:r>
            <a:r>
              <a:rPr lang="ko-KR" altLang="en-US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영향</a:t>
            </a:r>
            <a:r>
              <a:rPr lang="en-US" altLang="ko-KR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/</a:t>
            </a:r>
            <a:r>
              <a:rPr lang="ko-KR" altLang="en-US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안전성</a:t>
            </a:r>
            <a:r>
              <a:rPr lang="en-US" altLang="ko-KR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*</a:t>
            </a:r>
            <a:r>
              <a:rPr lang="ko-KR" altLang="en-US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 </a:t>
            </a:r>
            <a:endParaRPr lang="en-US" altLang="ko-KR" sz="1200" b="1" spc="-15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  <a:p>
            <a:pPr algn="ctr"/>
            <a:r>
              <a:rPr lang="ko-KR" altLang="en-US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식별 및 평가</a:t>
            </a:r>
            <a:r>
              <a:rPr lang="en-US" altLang="ko-KR" sz="1200" b="1" spc="-150" baseline="30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 3) 4) </a:t>
            </a:r>
            <a:endParaRPr lang="ko-KR" altLang="en-US" sz="1200" b="1" spc="-15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</p:txBody>
      </p:sp>
      <p:sp>
        <p:nvSpPr>
          <p:cNvPr id="75" name="Google Shape;134;p5">
            <a:extLst>
              <a:ext uri="{FF2B5EF4-FFF2-40B4-BE49-F238E27FC236}">
                <a16:creationId xmlns:a16="http://schemas.microsoft.com/office/drawing/2014/main" id="{8F483EA8-19B4-0334-A5DE-E6EE2E29D770}"/>
              </a:ext>
            </a:extLst>
          </p:cNvPr>
          <p:cNvSpPr/>
          <p:nvPr/>
        </p:nvSpPr>
        <p:spPr>
          <a:xfrm>
            <a:off x="508599" y="3970319"/>
            <a:ext cx="1738742" cy="466752"/>
          </a:xfrm>
          <a:prstGeom prst="rect">
            <a:avLst/>
          </a:prstGeom>
          <a:solidFill>
            <a:srgbClr val="FBE5D6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 </a:t>
            </a:r>
            <a:r>
              <a:rPr lang="ko-KR" altLang="en-US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서비스 개발계획 수립 </a:t>
            </a:r>
            <a:r>
              <a:rPr lang="en-US" altLang="ko-KR" sz="1200" b="1" spc="-150" baseline="30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5) </a:t>
            </a:r>
            <a:endParaRPr lang="ko-KR" altLang="en-US" sz="1200" b="1" spc="-15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</p:txBody>
      </p:sp>
      <p:sp>
        <p:nvSpPr>
          <p:cNvPr id="76" name="Google Shape;134;p5">
            <a:extLst>
              <a:ext uri="{FF2B5EF4-FFF2-40B4-BE49-F238E27FC236}">
                <a16:creationId xmlns:a16="http://schemas.microsoft.com/office/drawing/2014/main" id="{37C19AC4-2763-8C46-DB0F-A3A5B1185B34}"/>
              </a:ext>
            </a:extLst>
          </p:cNvPr>
          <p:cNvSpPr/>
          <p:nvPr/>
        </p:nvSpPr>
        <p:spPr>
          <a:xfrm>
            <a:off x="508599" y="4591487"/>
            <a:ext cx="1738742" cy="466752"/>
          </a:xfrm>
          <a:prstGeom prst="rect">
            <a:avLst/>
          </a:prstGeom>
          <a:gradFill flip="none" rotWithShape="1">
            <a:gsLst>
              <a:gs pos="54000">
                <a:srgbClr val="FBE5D6"/>
              </a:gs>
              <a:gs pos="73000">
                <a:srgbClr val="F4B183"/>
              </a:gs>
            </a:gsLst>
            <a:lin ang="1890000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 </a:t>
            </a:r>
            <a:r>
              <a:rPr lang="ko-KR" altLang="en-US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위험관리 계획 수립</a:t>
            </a:r>
            <a:r>
              <a:rPr lang="en-US" altLang="ko-KR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 </a:t>
            </a:r>
            <a:r>
              <a:rPr lang="en-US" altLang="ko-KR" sz="1200" b="1" spc="-150" baseline="30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6) 7) </a:t>
            </a:r>
            <a:endParaRPr lang="ko-KR" altLang="en-US" sz="1200" b="1" spc="-15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</p:txBody>
      </p:sp>
      <p:sp>
        <p:nvSpPr>
          <p:cNvPr id="77" name="Google Shape;134;p5">
            <a:extLst>
              <a:ext uri="{FF2B5EF4-FFF2-40B4-BE49-F238E27FC236}">
                <a16:creationId xmlns:a16="http://schemas.microsoft.com/office/drawing/2014/main" id="{46CFA823-A2E7-9123-3B9B-926F2DE356C6}"/>
              </a:ext>
            </a:extLst>
          </p:cNvPr>
          <p:cNvSpPr/>
          <p:nvPr/>
        </p:nvSpPr>
        <p:spPr>
          <a:xfrm>
            <a:off x="2421168" y="2727983"/>
            <a:ext cx="1738742" cy="4667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개발환경 구축 및 </a:t>
            </a:r>
            <a:endParaRPr lang="en-US" altLang="ko-KR" sz="1200" b="1" spc="-15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  <a:p>
            <a:pPr algn="ctr"/>
            <a:r>
              <a:rPr lang="ko-KR" altLang="en-US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학습데이터 관리</a:t>
            </a:r>
          </a:p>
        </p:txBody>
      </p:sp>
      <p:sp>
        <p:nvSpPr>
          <p:cNvPr id="78" name="Google Shape;134;p5">
            <a:extLst>
              <a:ext uri="{FF2B5EF4-FFF2-40B4-BE49-F238E27FC236}">
                <a16:creationId xmlns:a16="http://schemas.microsoft.com/office/drawing/2014/main" id="{A8308734-C6C7-5320-96A9-3BDB34E091FC}"/>
              </a:ext>
            </a:extLst>
          </p:cNvPr>
          <p:cNvSpPr/>
          <p:nvPr/>
        </p:nvSpPr>
        <p:spPr>
          <a:xfrm>
            <a:off x="2421168" y="3349151"/>
            <a:ext cx="1738742" cy="4667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 </a:t>
            </a:r>
            <a:r>
              <a:rPr lang="ko-KR" altLang="en-US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서비스 개발</a:t>
            </a:r>
          </a:p>
        </p:txBody>
      </p:sp>
      <p:sp>
        <p:nvSpPr>
          <p:cNvPr id="79" name="Google Shape;134;p5">
            <a:extLst>
              <a:ext uri="{FF2B5EF4-FFF2-40B4-BE49-F238E27FC236}">
                <a16:creationId xmlns:a16="http://schemas.microsoft.com/office/drawing/2014/main" id="{3156F13D-2C87-26B0-5E99-626366B7A6EA}"/>
              </a:ext>
            </a:extLst>
          </p:cNvPr>
          <p:cNvSpPr/>
          <p:nvPr/>
        </p:nvSpPr>
        <p:spPr>
          <a:xfrm>
            <a:off x="2421168" y="3970319"/>
            <a:ext cx="1738742" cy="466752"/>
          </a:xfrm>
          <a:prstGeom prst="rect">
            <a:avLst/>
          </a:prstGeom>
          <a:solidFill>
            <a:srgbClr val="F4B183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 위험관리 계획 </a:t>
            </a:r>
            <a:endParaRPr lang="en-US" altLang="ko-KR" sz="1200" b="1" spc="-15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  <a:p>
            <a:pPr algn="ctr"/>
            <a:r>
              <a:rPr lang="ko-KR" altLang="en-US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준수사항 점검 </a:t>
            </a:r>
            <a:r>
              <a:rPr lang="en-US" altLang="ko-KR" sz="1200" b="1" spc="-150" baseline="30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7) </a:t>
            </a:r>
            <a:endParaRPr lang="ko-KR" altLang="en-US" sz="1200" b="1" spc="-15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</p:txBody>
      </p:sp>
      <p:sp>
        <p:nvSpPr>
          <p:cNvPr id="80" name="Google Shape;134;p5">
            <a:extLst>
              <a:ext uri="{FF2B5EF4-FFF2-40B4-BE49-F238E27FC236}">
                <a16:creationId xmlns:a16="http://schemas.microsoft.com/office/drawing/2014/main" id="{C08552F6-BA95-19F1-16F6-B154643C8D23}"/>
              </a:ext>
            </a:extLst>
          </p:cNvPr>
          <p:cNvSpPr/>
          <p:nvPr/>
        </p:nvSpPr>
        <p:spPr>
          <a:xfrm>
            <a:off x="2421168" y="4591487"/>
            <a:ext cx="1738742" cy="466752"/>
          </a:xfrm>
          <a:prstGeom prst="rect">
            <a:avLst/>
          </a:prstGeom>
          <a:solidFill>
            <a:srgbClr val="FBE5D6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 서비스 개발 요건 </a:t>
            </a:r>
            <a:endParaRPr lang="en-US" altLang="ko-KR" sz="1200" b="1" spc="-15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  <a:p>
            <a:pPr algn="ctr"/>
            <a:r>
              <a:rPr lang="ko-KR" altLang="en-US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이행 점검 </a:t>
            </a:r>
            <a:r>
              <a:rPr lang="en-US" altLang="ko-KR" sz="1200" b="1" spc="-150" baseline="30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8) </a:t>
            </a:r>
            <a:endParaRPr lang="en-US" altLang="ko-KR" sz="1200" b="1" spc="-15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</p:txBody>
      </p:sp>
      <p:sp>
        <p:nvSpPr>
          <p:cNvPr id="82" name="Google Shape;134;p5">
            <a:extLst>
              <a:ext uri="{FF2B5EF4-FFF2-40B4-BE49-F238E27FC236}">
                <a16:creationId xmlns:a16="http://schemas.microsoft.com/office/drawing/2014/main" id="{7DA0AF88-7500-5C44-E1C2-510646D695CD}"/>
              </a:ext>
            </a:extLst>
          </p:cNvPr>
          <p:cNvSpPr/>
          <p:nvPr/>
        </p:nvSpPr>
        <p:spPr>
          <a:xfrm>
            <a:off x="4333737" y="2727983"/>
            <a:ext cx="1738742" cy="4667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 </a:t>
            </a:r>
            <a:r>
              <a:rPr lang="ko-KR" altLang="en-US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서비스 운영 전 검증</a:t>
            </a:r>
          </a:p>
        </p:txBody>
      </p:sp>
      <p:sp>
        <p:nvSpPr>
          <p:cNvPr id="84" name="Google Shape;134;p5">
            <a:extLst>
              <a:ext uri="{FF2B5EF4-FFF2-40B4-BE49-F238E27FC236}">
                <a16:creationId xmlns:a16="http://schemas.microsoft.com/office/drawing/2014/main" id="{D7578466-E829-58C3-8747-49E68FDD9484}"/>
              </a:ext>
            </a:extLst>
          </p:cNvPr>
          <p:cNvSpPr/>
          <p:nvPr/>
        </p:nvSpPr>
        <p:spPr>
          <a:xfrm>
            <a:off x="4333737" y="3349151"/>
            <a:ext cx="1738742" cy="466752"/>
          </a:xfrm>
          <a:prstGeom prst="rect">
            <a:avLst/>
          </a:prstGeom>
          <a:solidFill>
            <a:srgbClr val="FBE5D6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제 </a:t>
            </a:r>
            <a:r>
              <a:rPr lang="en-US" altLang="ko-KR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3</a:t>
            </a:r>
            <a:r>
              <a:rPr lang="ko-KR" altLang="en-US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자 평가 </a:t>
            </a:r>
            <a:r>
              <a:rPr lang="en-US" altLang="ko-KR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· </a:t>
            </a:r>
            <a:r>
              <a:rPr lang="ko-KR" altLang="en-US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검증 요청 </a:t>
            </a:r>
            <a:endParaRPr lang="en-US" altLang="ko-KR" sz="1200" b="1" spc="-15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  <a:p>
            <a:pPr algn="ctr"/>
            <a:r>
              <a:rPr lang="ko-KR" altLang="en-US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및 결과 확인</a:t>
            </a:r>
            <a:r>
              <a:rPr lang="en-US" altLang="ko-KR" sz="1200" b="1" spc="-150" baseline="30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 9) </a:t>
            </a:r>
            <a:endParaRPr lang="ko-KR" altLang="en-US" sz="1200" b="1" spc="-15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</p:txBody>
      </p:sp>
      <p:sp>
        <p:nvSpPr>
          <p:cNvPr id="85" name="Google Shape;134;p5">
            <a:extLst>
              <a:ext uri="{FF2B5EF4-FFF2-40B4-BE49-F238E27FC236}">
                <a16:creationId xmlns:a16="http://schemas.microsoft.com/office/drawing/2014/main" id="{059E6C16-37A7-7EB0-D691-29F5D732B23F}"/>
              </a:ext>
            </a:extLst>
          </p:cNvPr>
          <p:cNvSpPr/>
          <p:nvPr/>
        </p:nvSpPr>
        <p:spPr>
          <a:xfrm>
            <a:off x="4333737" y="3970319"/>
            <a:ext cx="1738742" cy="466752"/>
          </a:xfrm>
          <a:prstGeom prst="rect">
            <a:avLst/>
          </a:prstGeom>
          <a:solidFill>
            <a:srgbClr val="FBE5D6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운영 승인 </a:t>
            </a:r>
            <a:r>
              <a:rPr lang="en-US" altLang="ko-KR" sz="1200" b="1" spc="-150" baseline="30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10) 11) 12) 13) </a:t>
            </a:r>
            <a:endParaRPr lang="ko-KR" altLang="en-US" sz="1200" b="1" spc="-15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</p:txBody>
      </p:sp>
      <p:sp>
        <p:nvSpPr>
          <p:cNvPr id="87" name="Google Shape;134;p5">
            <a:extLst>
              <a:ext uri="{FF2B5EF4-FFF2-40B4-BE49-F238E27FC236}">
                <a16:creationId xmlns:a16="http://schemas.microsoft.com/office/drawing/2014/main" id="{DEF46FD6-73D5-6253-7448-92BB7228B26E}"/>
              </a:ext>
            </a:extLst>
          </p:cNvPr>
          <p:cNvSpPr/>
          <p:nvPr/>
        </p:nvSpPr>
        <p:spPr>
          <a:xfrm>
            <a:off x="6246305" y="2727983"/>
            <a:ext cx="1738742" cy="4667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 </a:t>
            </a:r>
            <a:r>
              <a:rPr lang="ko-KR" altLang="en-US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서비스 배포</a:t>
            </a:r>
          </a:p>
        </p:txBody>
      </p:sp>
      <p:sp>
        <p:nvSpPr>
          <p:cNvPr id="88" name="Google Shape;134;p5">
            <a:extLst>
              <a:ext uri="{FF2B5EF4-FFF2-40B4-BE49-F238E27FC236}">
                <a16:creationId xmlns:a16="http://schemas.microsoft.com/office/drawing/2014/main" id="{63266324-D4A6-7E49-C10A-4BD759FC1B8F}"/>
              </a:ext>
            </a:extLst>
          </p:cNvPr>
          <p:cNvSpPr/>
          <p:nvPr/>
        </p:nvSpPr>
        <p:spPr>
          <a:xfrm>
            <a:off x="6246305" y="3349151"/>
            <a:ext cx="1738742" cy="4667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 </a:t>
            </a:r>
            <a:r>
              <a:rPr lang="ko-KR" altLang="en-US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서비스 운영</a:t>
            </a:r>
            <a:endParaRPr lang="en-US" altLang="ko-KR" sz="1200" b="1" spc="-15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</p:txBody>
      </p:sp>
      <p:sp>
        <p:nvSpPr>
          <p:cNvPr id="89" name="Google Shape;134;p5">
            <a:extLst>
              <a:ext uri="{FF2B5EF4-FFF2-40B4-BE49-F238E27FC236}">
                <a16:creationId xmlns:a16="http://schemas.microsoft.com/office/drawing/2014/main" id="{5677C6F8-9A2D-7F6B-AB0E-B47139C1FAD9}"/>
              </a:ext>
            </a:extLst>
          </p:cNvPr>
          <p:cNvSpPr/>
          <p:nvPr/>
        </p:nvSpPr>
        <p:spPr>
          <a:xfrm>
            <a:off x="6246305" y="3970319"/>
            <a:ext cx="1738742" cy="466752"/>
          </a:xfrm>
          <a:prstGeom prst="rect">
            <a:avLst/>
          </a:prstGeom>
          <a:solidFill>
            <a:srgbClr val="FBE5D6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  </a:t>
            </a:r>
            <a:r>
              <a:rPr lang="ko-KR" altLang="en-US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위험 모니터링</a:t>
            </a:r>
            <a:r>
              <a:rPr lang="en-US" altLang="ko-KR" sz="1200" b="1" spc="-150" baseline="30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 14) </a:t>
            </a:r>
            <a:endParaRPr lang="ko-KR" altLang="en-US" sz="1200" b="1" spc="-15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</p:txBody>
      </p:sp>
      <p:sp>
        <p:nvSpPr>
          <p:cNvPr id="90" name="Google Shape;134;p5">
            <a:extLst>
              <a:ext uri="{FF2B5EF4-FFF2-40B4-BE49-F238E27FC236}">
                <a16:creationId xmlns:a16="http://schemas.microsoft.com/office/drawing/2014/main" id="{E4B85052-3A7E-A89B-60A0-ED665EB712D4}"/>
              </a:ext>
            </a:extLst>
          </p:cNvPr>
          <p:cNvSpPr/>
          <p:nvPr/>
        </p:nvSpPr>
        <p:spPr>
          <a:xfrm>
            <a:off x="6246305" y="4591487"/>
            <a:ext cx="1738742" cy="466752"/>
          </a:xfrm>
          <a:prstGeom prst="rect">
            <a:avLst/>
          </a:prstGeom>
          <a:solidFill>
            <a:srgbClr val="FBE5D6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 </a:t>
            </a:r>
            <a:r>
              <a:rPr lang="ko-KR" altLang="en-US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서비스 개선</a:t>
            </a:r>
            <a:r>
              <a:rPr lang="en-US" altLang="ko-KR" sz="1200" b="1" spc="-150" baseline="30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 15) </a:t>
            </a:r>
            <a:endParaRPr lang="ko-KR" altLang="en-US" sz="1200" b="1" spc="-15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</p:txBody>
      </p:sp>
      <p:sp>
        <p:nvSpPr>
          <p:cNvPr id="45" name="사각형: 둥근 모서리 20">
            <a:extLst>
              <a:ext uri="{FF2B5EF4-FFF2-40B4-BE49-F238E27FC236}">
                <a16:creationId xmlns:a16="http://schemas.microsoft.com/office/drawing/2014/main" id="{89FC09D2-3E31-A00B-7B42-5DAA897764A2}"/>
              </a:ext>
            </a:extLst>
          </p:cNvPr>
          <p:cNvSpPr/>
          <p:nvPr/>
        </p:nvSpPr>
        <p:spPr>
          <a:xfrm>
            <a:off x="8507706" y="2248156"/>
            <a:ext cx="538425" cy="3144202"/>
          </a:xfrm>
          <a:prstGeom prst="roundRect">
            <a:avLst>
              <a:gd name="adj" fmla="val 21557"/>
            </a:avLst>
          </a:prstGeom>
          <a:solidFill>
            <a:srgbClr val="FBE5D6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서식</a:t>
            </a:r>
            <a:r>
              <a:rPr kumimoji="1" lang="en-US" altLang="ko-KR" sz="1200" b="1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·</a:t>
            </a:r>
            <a:r>
              <a:rPr kumimoji="1" lang="ko-KR" altLang="en-US" sz="1200" b="1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템플릿</a:t>
            </a:r>
            <a:endParaRPr kumimoji="1" lang="en-US" altLang="ko-KR" sz="1200" b="1" kern="0">
              <a:ln>
                <a:solidFill>
                  <a:prstClr val="white">
                    <a:alpha val="0"/>
                  </a:prstClr>
                </a:solidFill>
              </a:ln>
              <a:latin typeface="+mn-ea"/>
            </a:endParaRPr>
          </a:p>
        </p:txBody>
      </p:sp>
      <p:sp>
        <p:nvSpPr>
          <p:cNvPr id="48" name="사각형: 둥근 모서리 20">
            <a:extLst>
              <a:ext uri="{FF2B5EF4-FFF2-40B4-BE49-F238E27FC236}">
                <a16:creationId xmlns:a16="http://schemas.microsoft.com/office/drawing/2014/main" id="{BDE0E1A8-3B94-068B-5CA3-BF08D210AB61}"/>
              </a:ext>
            </a:extLst>
          </p:cNvPr>
          <p:cNvSpPr/>
          <p:nvPr/>
        </p:nvSpPr>
        <p:spPr>
          <a:xfrm>
            <a:off x="9143808" y="2256180"/>
            <a:ext cx="2613885" cy="3136178"/>
          </a:xfrm>
          <a:prstGeom prst="roundRect">
            <a:avLst>
              <a:gd name="adj" fmla="val 476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108000" rIns="72000" bIns="108000" rtlCol="0" anchor="ctr" anchorCtr="0"/>
          <a:lstStyle/>
          <a:p>
            <a:r>
              <a:rPr lang="en-US" altLang="ko-KR" sz="12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1) AI </a:t>
            </a:r>
            <a:r>
              <a:rPr lang="ko-KR" altLang="en-US" sz="12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서비스기획서</a:t>
            </a:r>
            <a:endParaRPr lang="en-US" altLang="ko-KR" sz="1200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  <a:p>
            <a:r>
              <a:rPr lang="en-US" altLang="ko-KR" sz="12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3) </a:t>
            </a:r>
            <a:r>
              <a:rPr lang="ko-KR" altLang="en-US" sz="12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영향</a:t>
            </a:r>
            <a:r>
              <a:rPr lang="en-US" altLang="ko-KR" sz="12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&amp;</a:t>
            </a:r>
            <a:r>
              <a:rPr lang="ko-KR" altLang="en-US" sz="12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안전성 여부 판단서</a:t>
            </a:r>
            <a:r>
              <a:rPr lang="en-US" altLang="ko-KR" sz="12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, </a:t>
            </a:r>
            <a:r>
              <a:rPr lang="ko-KR" altLang="en-US" sz="12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영향 평가서</a:t>
            </a:r>
            <a:r>
              <a:rPr lang="en-US" altLang="ko-KR" sz="12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, </a:t>
            </a:r>
            <a:r>
              <a:rPr lang="ko-KR" altLang="en-US" sz="12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안정성 평가서 </a:t>
            </a:r>
            <a:endParaRPr lang="en-US" altLang="ko-KR" sz="1200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  <a:p>
            <a:r>
              <a:rPr lang="en-US" altLang="ko-KR" sz="12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4) AI </a:t>
            </a:r>
            <a:r>
              <a:rPr lang="ko-KR" altLang="en-US" sz="12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위험등급평가서</a:t>
            </a:r>
            <a:endParaRPr lang="en-US" altLang="ko-KR" sz="1200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  <a:p>
            <a:r>
              <a:rPr lang="en-US" altLang="ko-KR" sz="12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5) AI </a:t>
            </a:r>
            <a:r>
              <a:rPr lang="ko-KR" altLang="en-US" sz="12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모델 개발계획서</a:t>
            </a:r>
            <a:endParaRPr lang="en-US" altLang="ko-KR" sz="1200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  <a:p>
            <a:r>
              <a:rPr lang="en-US" altLang="ko-KR" sz="12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6) AI </a:t>
            </a:r>
            <a:r>
              <a:rPr lang="ko-KR" altLang="en-US" sz="12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서비스 위험관리 계획서</a:t>
            </a:r>
            <a:endParaRPr lang="en-US" altLang="ko-KR" sz="1200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  <a:p>
            <a:r>
              <a:rPr lang="en-US" altLang="ko-KR" sz="12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8) </a:t>
            </a:r>
            <a:r>
              <a:rPr lang="ko-KR" altLang="en-US" sz="12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데이터∙</a:t>
            </a:r>
            <a:r>
              <a:rPr lang="en-US" altLang="ko-KR" sz="12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 </a:t>
            </a:r>
            <a:r>
              <a:rPr lang="ko-KR" altLang="en-US" sz="12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모델 개발자 검증 결과서</a:t>
            </a:r>
            <a:endParaRPr lang="en-US" altLang="ko-KR" sz="1200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  <a:p>
            <a:r>
              <a:rPr lang="en-US" altLang="ko-KR" sz="12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9) </a:t>
            </a:r>
            <a:r>
              <a:rPr lang="ko-KR" altLang="en-US" sz="12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데이터∙</a:t>
            </a:r>
            <a:r>
              <a:rPr lang="en-US" altLang="ko-KR" sz="12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 </a:t>
            </a:r>
            <a:r>
              <a:rPr lang="ko-KR" altLang="en-US" sz="12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모델 제</a:t>
            </a:r>
            <a:r>
              <a:rPr lang="en-US" altLang="ko-KR" sz="12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3</a:t>
            </a:r>
            <a:r>
              <a:rPr lang="ko-KR" altLang="en-US" sz="12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자 검증 결과서</a:t>
            </a:r>
            <a:endParaRPr lang="en-US" altLang="ko-KR" sz="1200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  <a:p>
            <a:r>
              <a:rPr lang="en-US" altLang="ko-KR" sz="12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10) AI </a:t>
            </a:r>
            <a:r>
              <a:rPr lang="ko-KR" altLang="en-US" sz="12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서비스 모델설명서</a:t>
            </a:r>
            <a:endParaRPr lang="en-US" altLang="ko-KR" sz="1200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  <a:p>
            <a:r>
              <a:rPr lang="en-US" altLang="ko-KR" sz="12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11) AI </a:t>
            </a:r>
            <a:r>
              <a:rPr lang="ko-KR" altLang="en-US" sz="12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서비스 위험완화방안 확인서</a:t>
            </a:r>
            <a:endParaRPr lang="en-US" altLang="ko-KR" sz="1200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  <a:p>
            <a:r>
              <a:rPr lang="en-US" altLang="ko-KR" sz="12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12) AI </a:t>
            </a:r>
            <a:r>
              <a:rPr lang="ko-KR" altLang="en-US" sz="12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서비스 모니터링 계획서</a:t>
            </a:r>
            <a:endParaRPr lang="en-US" altLang="ko-KR" sz="1200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  <a:p>
            <a:r>
              <a:rPr lang="en-US" altLang="ko-KR" sz="12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13) AI </a:t>
            </a:r>
            <a:r>
              <a:rPr lang="ko-KR" altLang="en-US" sz="12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서비스 운영 승인 요청서</a:t>
            </a:r>
            <a:endParaRPr lang="en-US" altLang="ko-KR" sz="1200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  <a:p>
            <a:r>
              <a:rPr lang="en-US" altLang="ko-KR" sz="12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14) AI</a:t>
            </a:r>
            <a:r>
              <a:rPr lang="ko-KR" altLang="en-US" sz="12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 서비스 모니터링 보고서</a:t>
            </a:r>
            <a:endParaRPr lang="en-US" altLang="ko-KR" sz="1200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  <a:p>
            <a:r>
              <a:rPr lang="en-US" altLang="ko-KR" sz="12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15) AI </a:t>
            </a:r>
            <a:r>
              <a:rPr lang="ko-KR" altLang="en-US" sz="12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서비스 개선계획서</a:t>
            </a:r>
            <a:endParaRPr lang="en-US" altLang="ko-KR" sz="1200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</p:txBody>
      </p:sp>
      <p:sp>
        <p:nvSpPr>
          <p:cNvPr id="49" name="사각형: 둥근 모서리 20">
            <a:extLst>
              <a:ext uri="{FF2B5EF4-FFF2-40B4-BE49-F238E27FC236}">
                <a16:creationId xmlns:a16="http://schemas.microsoft.com/office/drawing/2014/main" id="{0A5C20E7-A369-7EEC-9CB5-9B0BF63E9574}"/>
              </a:ext>
            </a:extLst>
          </p:cNvPr>
          <p:cNvSpPr/>
          <p:nvPr/>
        </p:nvSpPr>
        <p:spPr>
          <a:xfrm>
            <a:off x="9143807" y="5455629"/>
            <a:ext cx="2613885" cy="680314"/>
          </a:xfrm>
          <a:prstGeom prst="roundRect">
            <a:avLst>
              <a:gd name="adj" fmla="val 476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108000" rIns="72000" bIns="108000" rtlCol="0" anchor="ctr" anchorCtr="0"/>
          <a:lstStyle/>
          <a:p>
            <a:pPr defTabSz="914400">
              <a:buClr>
                <a:srgbClr val="000000"/>
              </a:buClr>
            </a:pPr>
            <a:r>
              <a:rPr lang="en-US" altLang="ko-KR" sz="12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2) AI </a:t>
            </a:r>
            <a:r>
              <a:rPr lang="ko-KR" altLang="en-US" sz="12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업무 위</a:t>
            </a:r>
            <a:r>
              <a:rPr lang="en-US" altLang="ko-KR" sz="12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·</a:t>
            </a:r>
            <a:r>
              <a:rPr lang="ko-KR" altLang="en-US" sz="12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수탁 체크리스트</a:t>
            </a:r>
            <a:endParaRPr lang="en-US" altLang="ko-KR" sz="1200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  <a:p>
            <a:pPr defTabSz="914400">
              <a:buClr>
                <a:srgbClr val="000000"/>
              </a:buClr>
            </a:pPr>
            <a:r>
              <a:rPr lang="en-US" altLang="ko-KR" sz="12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7) AI </a:t>
            </a:r>
            <a:r>
              <a:rPr lang="ko-KR" altLang="en-US" sz="12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서비스 위험점검 체크리스트</a:t>
            </a:r>
          </a:p>
        </p:txBody>
      </p:sp>
      <p:sp>
        <p:nvSpPr>
          <p:cNvPr id="96" name="사각형: 둥근 모서리 20">
            <a:extLst>
              <a:ext uri="{FF2B5EF4-FFF2-40B4-BE49-F238E27FC236}">
                <a16:creationId xmlns:a16="http://schemas.microsoft.com/office/drawing/2014/main" id="{3EB81E52-DB5F-4F19-8509-03FDDDFDC859}"/>
              </a:ext>
            </a:extLst>
          </p:cNvPr>
          <p:cNvSpPr/>
          <p:nvPr/>
        </p:nvSpPr>
        <p:spPr>
          <a:xfrm>
            <a:off x="8507706" y="5455629"/>
            <a:ext cx="538425" cy="680314"/>
          </a:xfrm>
          <a:prstGeom prst="roundRect">
            <a:avLst>
              <a:gd name="adj" fmla="val 17358"/>
            </a:avLst>
          </a:prstGeom>
          <a:solidFill>
            <a:srgbClr val="F4B183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b="1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체크리스트</a:t>
            </a:r>
            <a:endParaRPr kumimoji="1" lang="en-US" altLang="ko-KR" sz="1200" b="1" kern="0">
              <a:ln>
                <a:solidFill>
                  <a:prstClr val="white">
                    <a:alpha val="0"/>
                  </a:prstClr>
                </a:solidFill>
              </a:ln>
              <a:latin typeface="+mn-ea"/>
            </a:endParaRPr>
          </a:p>
        </p:txBody>
      </p:sp>
      <p:sp>
        <p:nvSpPr>
          <p:cNvPr id="100" name="사각형: 둥근 모서리 20">
            <a:extLst>
              <a:ext uri="{FF2B5EF4-FFF2-40B4-BE49-F238E27FC236}">
                <a16:creationId xmlns:a16="http://schemas.microsoft.com/office/drawing/2014/main" id="{8D53F8CE-EC1D-189B-1C3E-7D050980B1A5}"/>
              </a:ext>
            </a:extLst>
          </p:cNvPr>
          <p:cNvSpPr/>
          <p:nvPr/>
        </p:nvSpPr>
        <p:spPr>
          <a:xfrm>
            <a:off x="8507704" y="1736827"/>
            <a:ext cx="3249988" cy="325410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200" b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+mn-ea"/>
              </a:rPr>
              <a:t>산출물</a:t>
            </a:r>
            <a:endParaRPr kumimoji="1" lang="en-US" altLang="ko-KR" sz="1200" b="1" kern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sp>
        <p:nvSpPr>
          <p:cNvPr id="8" name="텍스트 개체 틀 3">
            <a:extLst>
              <a:ext uri="{FF2B5EF4-FFF2-40B4-BE49-F238E27FC236}">
                <a16:creationId xmlns:a16="http://schemas.microsoft.com/office/drawing/2014/main" id="{16BA4D0B-E883-9912-4F09-79503B66A5F1}"/>
              </a:ext>
            </a:extLst>
          </p:cNvPr>
          <p:cNvSpPr txBox="1">
            <a:spLocks/>
          </p:cNvSpPr>
          <p:nvPr/>
        </p:nvSpPr>
        <p:spPr>
          <a:xfrm>
            <a:off x="1974703" y="6599410"/>
            <a:ext cx="9188597" cy="16270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1400" kern="1200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Pretendard SemiBold" panose="02000703000000020004" pitchFamily="50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>
                <a:solidFill>
                  <a:schemeClr val="tx1">
                    <a:lumMod val="50000"/>
                    <a:lumOff val="50000"/>
                  </a:schemeClr>
                </a:solidFill>
              </a:rPr>
              <a:t>* AI </a:t>
            </a: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위험</a:t>
            </a:r>
            <a:r>
              <a:rPr lang="en-US" altLang="ko-KR" sz="100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영향</a:t>
            </a:r>
            <a:r>
              <a:rPr lang="en-US" altLang="ko-KR" sz="100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안전성 식별 및 평가 中 </a:t>
            </a:r>
            <a:r>
              <a:rPr lang="ko-KR" altLang="en-US" sz="1000" err="1">
                <a:solidFill>
                  <a:schemeClr val="tx1">
                    <a:lumMod val="50000"/>
                    <a:lumOff val="50000"/>
                  </a:schemeClr>
                </a:solidFill>
              </a:rPr>
              <a:t>고영향</a:t>
            </a: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ko-KR" sz="1000">
                <a:solidFill>
                  <a:schemeClr val="tx1">
                    <a:lumMod val="50000"/>
                    <a:lumOff val="50000"/>
                  </a:schemeClr>
                </a:solidFill>
              </a:rPr>
              <a:t>· </a:t>
            </a: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안전성 대상 사전 검토 결과에 따라 </a:t>
            </a:r>
            <a:r>
              <a:rPr lang="en-US" altLang="ko-KR" sz="1000">
                <a:solidFill>
                  <a:schemeClr val="tx1">
                    <a:lumMod val="50000"/>
                    <a:lumOff val="50000"/>
                  </a:schemeClr>
                </a:solidFill>
              </a:rPr>
              <a:t>AI </a:t>
            </a: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위험 관리 계획에 </a:t>
            </a:r>
            <a:r>
              <a:rPr lang="ko-KR" altLang="en-US" sz="1000" err="1">
                <a:solidFill>
                  <a:schemeClr val="tx1">
                    <a:lumMod val="50000"/>
                    <a:lumOff val="50000"/>
                  </a:schemeClr>
                </a:solidFill>
              </a:rPr>
              <a:t>고영향</a:t>
            </a: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ko-KR" sz="1000">
                <a:solidFill>
                  <a:schemeClr val="tx1">
                    <a:lumMod val="50000"/>
                    <a:lumOff val="50000"/>
                  </a:schemeClr>
                </a:solidFill>
              </a:rPr>
              <a:t>· </a:t>
            </a: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안전성 내용 반영 판단</a:t>
            </a:r>
            <a:r>
              <a:rPr lang="en-US" altLang="ko-KR" sz="100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  <a:endParaRPr lang="ko-KR" altLang="en-US" sz="10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53691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99129-7B50-5869-EF8B-C41C2596A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53E2CFF-DEED-7DC8-FAA1-A76D01EED8C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III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．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AI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거버넌스 프레임워크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6089D83-5525-479F-475F-F33BE6D6BAE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[Back-up] AI</a:t>
            </a:r>
            <a:r>
              <a:rPr lang="ko-KR" altLang="en-US"/>
              <a:t>거버넌스 유관 부서 담당자별 </a:t>
            </a:r>
            <a:r>
              <a:rPr lang="en-US" altLang="ko-KR"/>
              <a:t>R&amp;R/</a:t>
            </a:r>
            <a:r>
              <a:rPr lang="ko-KR" altLang="en-US"/>
              <a:t>업무 프로세스</a:t>
            </a:r>
            <a:r>
              <a:rPr lang="en-US" altLang="ko-KR"/>
              <a:t>/</a:t>
            </a:r>
            <a:r>
              <a:rPr lang="ko-KR" altLang="en-US"/>
              <a:t>산출물</a:t>
            </a:r>
            <a:endParaRPr lang="ko-KR" altLang="en-US" b="1"/>
          </a:p>
        </p:txBody>
      </p:sp>
      <p:sp>
        <p:nvSpPr>
          <p:cNvPr id="485" name="텍스트 개체 틀 3">
            <a:extLst>
              <a:ext uri="{FF2B5EF4-FFF2-40B4-BE49-F238E27FC236}">
                <a16:creationId xmlns:a16="http://schemas.microsoft.com/office/drawing/2014/main" id="{C459A81E-DFDA-1E0F-5D42-3FB30348BDF1}"/>
              </a:ext>
            </a:extLst>
          </p:cNvPr>
          <p:cNvSpPr txBox="1">
            <a:spLocks/>
          </p:cNvSpPr>
          <p:nvPr/>
        </p:nvSpPr>
        <p:spPr>
          <a:xfrm>
            <a:off x="1974703" y="6599410"/>
            <a:ext cx="9188597" cy="16270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1400" kern="1200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Pretendard SemiBold" panose="02000703000000020004" pitchFamily="50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>
                <a:solidFill>
                  <a:schemeClr val="tx1">
                    <a:lumMod val="50000"/>
                    <a:lumOff val="50000"/>
                  </a:schemeClr>
                </a:solidFill>
              </a:rPr>
              <a:t>* AI </a:t>
            </a: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위험</a:t>
            </a:r>
            <a:r>
              <a:rPr lang="en-US" altLang="ko-KR" sz="100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영향</a:t>
            </a:r>
            <a:r>
              <a:rPr lang="en-US" altLang="ko-KR" sz="100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안전성 식별 및 평가 中 </a:t>
            </a:r>
            <a:r>
              <a:rPr lang="ko-KR" altLang="en-US" sz="1000" err="1">
                <a:solidFill>
                  <a:schemeClr val="tx1">
                    <a:lumMod val="50000"/>
                    <a:lumOff val="50000"/>
                  </a:schemeClr>
                </a:solidFill>
              </a:rPr>
              <a:t>고영향</a:t>
            </a: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ko-KR" sz="1000">
                <a:solidFill>
                  <a:schemeClr val="tx1">
                    <a:lumMod val="50000"/>
                    <a:lumOff val="50000"/>
                  </a:schemeClr>
                </a:solidFill>
              </a:rPr>
              <a:t>· </a:t>
            </a: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안전성 대상 사전 검토 결과에 따라 </a:t>
            </a:r>
            <a:r>
              <a:rPr lang="en-US" altLang="ko-KR" sz="1000">
                <a:solidFill>
                  <a:schemeClr val="tx1">
                    <a:lumMod val="50000"/>
                    <a:lumOff val="50000"/>
                  </a:schemeClr>
                </a:solidFill>
              </a:rPr>
              <a:t>AI </a:t>
            </a: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위험 관리 계획에 </a:t>
            </a:r>
            <a:r>
              <a:rPr lang="ko-KR" altLang="en-US" sz="1000" err="1">
                <a:solidFill>
                  <a:schemeClr val="tx1">
                    <a:lumMod val="50000"/>
                    <a:lumOff val="50000"/>
                  </a:schemeClr>
                </a:solidFill>
              </a:rPr>
              <a:t>고영향</a:t>
            </a: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ko-KR" sz="1000">
                <a:solidFill>
                  <a:schemeClr val="tx1">
                    <a:lumMod val="50000"/>
                    <a:lumOff val="50000"/>
                  </a:schemeClr>
                </a:solidFill>
              </a:rPr>
              <a:t>· </a:t>
            </a: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안전성 내용 반영 판단</a:t>
            </a:r>
            <a:r>
              <a:rPr lang="en-US" altLang="ko-KR" sz="100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  <a:endParaRPr lang="ko-KR" altLang="en-US" sz="10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46B5ED00-E7B7-6E66-9EDC-BBBFCD7CEF2C}"/>
              </a:ext>
            </a:extLst>
          </p:cNvPr>
          <p:cNvCxnSpPr/>
          <p:nvPr/>
        </p:nvCxnSpPr>
        <p:spPr>
          <a:xfrm>
            <a:off x="334963" y="2087457"/>
            <a:ext cx="11557000" cy="0"/>
          </a:xfrm>
          <a:prstGeom prst="line">
            <a:avLst/>
          </a:prstGeom>
          <a:ln w="9525">
            <a:solidFill>
              <a:schemeClr val="accent2">
                <a:lumMod val="40000"/>
                <a:lumOff val="60000"/>
              </a:schemeClr>
            </a:solidFill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CC9EF1C7-E0FD-0B0B-274E-8FB9C1A658C2}"/>
              </a:ext>
            </a:extLst>
          </p:cNvPr>
          <p:cNvCxnSpPr/>
          <p:nvPr/>
        </p:nvCxnSpPr>
        <p:spPr>
          <a:xfrm>
            <a:off x="334963" y="3177043"/>
            <a:ext cx="11557000" cy="0"/>
          </a:xfrm>
          <a:prstGeom prst="line">
            <a:avLst/>
          </a:prstGeom>
          <a:ln w="9525">
            <a:solidFill>
              <a:schemeClr val="accent2">
                <a:lumMod val="40000"/>
                <a:lumOff val="60000"/>
              </a:schemeClr>
            </a:solidFill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6CA65F8D-30BD-064F-9C66-156FC13E98D8}"/>
              </a:ext>
            </a:extLst>
          </p:cNvPr>
          <p:cNvCxnSpPr/>
          <p:nvPr/>
        </p:nvCxnSpPr>
        <p:spPr>
          <a:xfrm>
            <a:off x="334963" y="4266628"/>
            <a:ext cx="11557000" cy="0"/>
          </a:xfrm>
          <a:prstGeom prst="line">
            <a:avLst/>
          </a:prstGeom>
          <a:ln w="9525">
            <a:solidFill>
              <a:schemeClr val="accent2">
                <a:lumMod val="40000"/>
                <a:lumOff val="60000"/>
              </a:schemeClr>
            </a:solidFill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3404B5E8-A47D-12B9-FD8C-12F3ACC96E4F}"/>
              </a:ext>
            </a:extLst>
          </p:cNvPr>
          <p:cNvCxnSpPr/>
          <p:nvPr/>
        </p:nvCxnSpPr>
        <p:spPr>
          <a:xfrm>
            <a:off x="334963" y="5356213"/>
            <a:ext cx="11557000" cy="0"/>
          </a:xfrm>
          <a:prstGeom prst="line">
            <a:avLst/>
          </a:prstGeom>
          <a:ln w="9525">
            <a:solidFill>
              <a:schemeClr val="accent2">
                <a:lumMod val="40000"/>
                <a:lumOff val="60000"/>
              </a:schemeClr>
            </a:solidFill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C26FEC4D-7D7D-3520-9B9C-53C07B740A41}"/>
              </a:ext>
            </a:extLst>
          </p:cNvPr>
          <p:cNvGrpSpPr/>
          <p:nvPr/>
        </p:nvGrpSpPr>
        <p:grpSpPr>
          <a:xfrm>
            <a:off x="4475359" y="998629"/>
            <a:ext cx="4968484" cy="5525996"/>
            <a:chOff x="4475359" y="998629"/>
            <a:chExt cx="4968484" cy="4848542"/>
          </a:xfrm>
        </p:grpSpPr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B99735C3-9DEC-DB18-C1F6-53BC504D95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75359" y="998629"/>
              <a:ext cx="0" cy="4848542"/>
            </a:xfrm>
            <a:prstGeom prst="line">
              <a:avLst/>
            </a:prstGeom>
            <a:ln w="9525">
              <a:solidFill>
                <a:schemeClr val="accent2">
                  <a:lumMod val="40000"/>
                  <a:lumOff val="60000"/>
                </a:schemeClr>
              </a:solidFill>
              <a:prstDash val="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1F1C3367-AC70-EECA-B3F3-86AF8FC4BC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59601" y="998629"/>
              <a:ext cx="0" cy="4848542"/>
            </a:xfrm>
            <a:prstGeom prst="line">
              <a:avLst/>
            </a:prstGeom>
            <a:ln w="9525">
              <a:solidFill>
                <a:schemeClr val="accent2">
                  <a:lumMod val="40000"/>
                  <a:lumOff val="60000"/>
                </a:schemeClr>
              </a:solidFill>
              <a:prstDash val="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12" name="Straight Connector 511">
              <a:extLst>
                <a:ext uri="{FF2B5EF4-FFF2-40B4-BE49-F238E27FC236}">
                  <a16:creationId xmlns:a16="http://schemas.microsoft.com/office/drawing/2014/main" id="{ABF06368-9887-E948-F430-1C00DA5542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43843" y="998629"/>
              <a:ext cx="0" cy="4848542"/>
            </a:xfrm>
            <a:prstGeom prst="line">
              <a:avLst/>
            </a:prstGeom>
            <a:ln w="9525">
              <a:solidFill>
                <a:schemeClr val="accent2">
                  <a:lumMod val="40000"/>
                  <a:lumOff val="60000"/>
                </a:schemeClr>
              </a:solidFill>
              <a:prstDash val="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E13B4524-3E15-23D3-CF00-78F0884CB63C}"/>
              </a:ext>
            </a:extLst>
          </p:cNvPr>
          <p:cNvCxnSpPr/>
          <p:nvPr/>
        </p:nvCxnSpPr>
        <p:spPr>
          <a:xfrm>
            <a:off x="334963" y="5902313"/>
            <a:ext cx="11557000" cy="0"/>
          </a:xfrm>
          <a:prstGeom prst="line">
            <a:avLst/>
          </a:prstGeom>
          <a:ln w="9525">
            <a:solidFill>
              <a:schemeClr val="accent2">
                <a:lumMod val="40000"/>
                <a:lumOff val="60000"/>
              </a:schemeClr>
            </a:solidFill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13" name="Google Shape;134;p5">
            <a:extLst>
              <a:ext uri="{FF2B5EF4-FFF2-40B4-BE49-F238E27FC236}">
                <a16:creationId xmlns:a16="http://schemas.microsoft.com/office/drawing/2014/main" id="{88A627B3-1BB1-1C21-3633-E4B239886825}"/>
              </a:ext>
            </a:extLst>
          </p:cNvPr>
          <p:cNvSpPr/>
          <p:nvPr/>
        </p:nvSpPr>
        <p:spPr>
          <a:xfrm>
            <a:off x="334961" y="5391682"/>
            <a:ext cx="900000" cy="434975"/>
          </a:xfrm>
          <a:prstGeom prst="roundRect">
            <a:avLst>
              <a:gd name="adj" fmla="val 34918"/>
            </a:avLst>
          </a:prstGeom>
          <a:solidFill>
            <a:srgbClr val="F5822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  <a:sym typeface="Arial"/>
              </a:rPr>
              <a:t>AI</a:t>
            </a:r>
            <a:r>
              <a:rPr lang="ko-KR" altLang="en-US" sz="14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  <a:sym typeface="Arial"/>
              </a:rPr>
              <a:t>거버넌스</a:t>
            </a:r>
            <a:r>
              <a:rPr lang="en-US" altLang="ko-KR" sz="14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  <a:sym typeface="Arial"/>
              </a:rPr>
              <a:t> </a:t>
            </a:r>
            <a:r>
              <a:rPr lang="ko-KR" altLang="en-US" sz="14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  <a:sym typeface="Arial"/>
              </a:rPr>
              <a:t>협의체</a:t>
            </a:r>
          </a:p>
        </p:txBody>
      </p:sp>
      <p:sp>
        <p:nvSpPr>
          <p:cNvPr id="515" name="Google Shape;134;p5">
            <a:extLst>
              <a:ext uri="{FF2B5EF4-FFF2-40B4-BE49-F238E27FC236}">
                <a16:creationId xmlns:a16="http://schemas.microsoft.com/office/drawing/2014/main" id="{33F616F9-59AB-4CE5-6069-591A1137D8AA}"/>
              </a:ext>
            </a:extLst>
          </p:cNvPr>
          <p:cNvSpPr/>
          <p:nvPr/>
        </p:nvSpPr>
        <p:spPr>
          <a:xfrm>
            <a:off x="334961" y="1033338"/>
            <a:ext cx="900000" cy="1018653"/>
          </a:xfrm>
          <a:prstGeom prst="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서비스</a:t>
            </a:r>
            <a:endParaRPr lang="en-US" altLang="ko-KR" sz="1400" b="1" spc="-15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  <a:p>
            <a:pPr algn="ctr"/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기획</a:t>
            </a:r>
          </a:p>
        </p:txBody>
      </p:sp>
      <p:sp>
        <p:nvSpPr>
          <p:cNvPr id="516" name="Google Shape;134;p5">
            <a:extLst>
              <a:ext uri="{FF2B5EF4-FFF2-40B4-BE49-F238E27FC236}">
                <a16:creationId xmlns:a16="http://schemas.microsoft.com/office/drawing/2014/main" id="{9BDCCB07-A0C8-0C04-8756-40190486BD8D}"/>
              </a:ext>
            </a:extLst>
          </p:cNvPr>
          <p:cNvSpPr/>
          <p:nvPr/>
        </p:nvSpPr>
        <p:spPr>
          <a:xfrm>
            <a:off x="334961" y="4302094"/>
            <a:ext cx="900000" cy="1018653"/>
          </a:xfrm>
          <a:prstGeom prst="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거버넌스</a:t>
            </a:r>
          </a:p>
        </p:txBody>
      </p:sp>
      <p:sp>
        <p:nvSpPr>
          <p:cNvPr id="517" name="Google Shape;134;p5">
            <a:extLst>
              <a:ext uri="{FF2B5EF4-FFF2-40B4-BE49-F238E27FC236}">
                <a16:creationId xmlns:a16="http://schemas.microsoft.com/office/drawing/2014/main" id="{24D3A558-0FEE-B6D5-0E28-52DDA8DCBA24}"/>
              </a:ext>
            </a:extLst>
          </p:cNvPr>
          <p:cNvSpPr/>
          <p:nvPr/>
        </p:nvSpPr>
        <p:spPr>
          <a:xfrm>
            <a:off x="334961" y="3212509"/>
            <a:ext cx="900000" cy="1018653"/>
          </a:xfrm>
          <a:prstGeom prst="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운영</a:t>
            </a:r>
          </a:p>
        </p:txBody>
      </p:sp>
      <p:sp>
        <p:nvSpPr>
          <p:cNvPr id="518" name="Google Shape;134;p5">
            <a:extLst>
              <a:ext uri="{FF2B5EF4-FFF2-40B4-BE49-F238E27FC236}">
                <a16:creationId xmlns:a16="http://schemas.microsoft.com/office/drawing/2014/main" id="{FEAFDB81-AE9B-4939-75C5-D7F1F97CAEA4}"/>
              </a:ext>
            </a:extLst>
          </p:cNvPr>
          <p:cNvSpPr/>
          <p:nvPr/>
        </p:nvSpPr>
        <p:spPr>
          <a:xfrm>
            <a:off x="334961" y="2122923"/>
            <a:ext cx="900000" cy="1018653"/>
          </a:xfrm>
          <a:prstGeom prst="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개발</a:t>
            </a:r>
          </a:p>
        </p:txBody>
      </p: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26208D89-3EE0-4A86-FEC2-C553073EF20E}"/>
              </a:ext>
            </a:extLst>
          </p:cNvPr>
          <p:cNvGrpSpPr/>
          <p:nvPr/>
        </p:nvGrpSpPr>
        <p:grpSpPr>
          <a:xfrm>
            <a:off x="334961" y="800100"/>
            <a:ext cx="11557002" cy="195323"/>
            <a:chOff x="334961" y="800100"/>
            <a:chExt cx="11557002" cy="319758"/>
          </a:xfrm>
        </p:grpSpPr>
        <p:sp>
          <p:nvSpPr>
            <p:cNvPr id="519" name="사각형: 둥근 모서리 20">
              <a:extLst>
                <a:ext uri="{FF2B5EF4-FFF2-40B4-BE49-F238E27FC236}">
                  <a16:creationId xmlns:a16="http://schemas.microsoft.com/office/drawing/2014/main" id="{D5FF7451-A63F-207D-8DF9-D4479F93750F}"/>
                </a:ext>
              </a:extLst>
            </p:cNvPr>
            <p:cNvSpPr/>
            <p:nvPr/>
          </p:nvSpPr>
          <p:spPr>
            <a:xfrm>
              <a:off x="1333500" y="800100"/>
              <a:ext cx="3105738" cy="319758"/>
            </a:xfrm>
            <a:prstGeom prst="homePlate">
              <a:avLst>
                <a:gd name="adj" fmla="val 37573"/>
              </a:avLst>
            </a:prstGeom>
            <a:solidFill>
              <a:schemeClr val="accent2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lt1"/>
                  </a:solidFill>
                  <a:latin typeface="+mn-ea"/>
                </a:rPr>
                <a:t>기획</a:t>
              </a:r>
              <a:r>
                <a:rPr lang="en-US" altLang="ko-KR" sz="1400" b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lt1"/>
                  </a:solidFill>
                  <a:latin typeface="+mn-ea"/>
                </a:rPr>
                <a:t>·</a:t>
              </a:r>
              <a:r>
                <a:rPr lang="ko-KR" altLang="en-US" sz="1400" b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lt1"/>
                  </a:solidFill>
                  <a:latin typeface="+mn-ea"/>
                </a:rPr>
                <a:t>설계</a:t>
              </a:r>
            </a:p>
          </p:txBody>
        </p:sp>
        <p:sp>
          <p:nvSpPr>
            <p:cNvPr id="520" name="사각형: 둥근 모서리 20">
              <a:extLst>
                <a:ext uri="{FF2B5EF4-FFF2-40B4-BE49-F238E27FC236}">
                  <a16:creationId xmlns:a16="http://schemas.microsoft.com/office/drawing/2014/main" id="{109AA943-67C3-9970-BFF5-19574AC47513}"/>
                </a:ext>
              </a:extLst>
            </p:cNvPr>
            <p:cNvSpPr/>
            <p:nvPr/>
          </p:nvSpPr>
          <p:spPr>
            <a:xfrm>
              <a:off x="4511480" y="800100"/>
              <a:ext cx="2412000" cy="319758"/>
            </a:xfrm>
            <a:prstGeom prst="homePlate">
              <a:avLst>
                <a:gd name="adj" fmla="val 37573"/>
              </a:avLst>
            </a:prstGeom>
            <a:solidFill>
              <a:schemeClr val="accent2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lt1"/>
                  </a:solidFill>
                  <a:latin typeface="+mn-ea"/>
                </a:rPr>
                <a:t>개발</a:t>
              </a:r>
            </a:p>
          </p:txBody>
        </p:sp>
        <p:sp>
          <p:nvSpPr>
            <p:cNvPr id="521" name="사각형: 둥근 모서리 20">
              <a:extLst>
                <a:ext uri="{FF2B5EF4-FFF2-40B4-BE49-F238E27FC236}">
                  <a16:creationId xmlns:a16="http://schemas.microsoft.com/office/drawing/2014/main" id="{C7DACE20-ADCF-A419-1479-13E3EA4C2505}"/>
                </a:ext>
              </a:extLst>
            </p:cNvPr>
            <p:cNvSpPr/>
            <p:nvPr/>
          </p:nvSpPr>
          <p:spPr>
            <a:xfrm>
              <a:off x="6995722" y="800100"/>
              <a:ext cx="2412000" cy="319758"/>
            </a:xfrm>
            <a:prstGeom prst="homePlate">
              <a:avLst>
                <a:gd name="adj" fmla="val 37573"/>
              </a:avLst>
            </a:prstGeom>
            <a:solidFill>
              <a:schemeClr val="accent2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lt1"/>
                  </a:solidFill>
                  <a:latin typeface="+mn-ea"/>
                </a:rPr>
                <a:t>평가</a:t>
              </a:r>
              <a:r>
                <a:rPr lang="en-US" altLang="ko-KR" sz="1400" b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lt1"/>
                  </a:solidFill>
                  <a:latin typeface="+mn-ea"/>
                </a:rPr>
                <a:t>·</a:t>
              </a:r>
              <a:r>
                <a:rPr lang="ko-KR" altLang="en-US" sz="1400" b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+mn-ea"/>
                </a:rPr>
                <a:t>검증</a:t>
              </a:r>
              <a:endPara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endParaRPr>
            </a:p>
          </p:txBody>
        </p:sp>
        <p:sp>
          <p:nvSpPr>
            <p:cNvPr id="522" name="사각형: 둥근 모서리 20">
              <a:extLst>
                <a:ext uri="{FF2B5EF4-FFF2-40B4-BE49-F238E27FC236}">
                  <a16:creationId xmlns:a16="http://schemas.microsoft.com/office/drawing/2014/main" id="{0AC51037-1CEF-19B7-891C-E9991D285E8D}"/>
                </a:ext>
              </a:extLst>
            </p:cNvPr>
            <p:cNvSpPr/>
            <p:nvPr/>
          </p:nvSpPr>
          <p:spPr>
            <a:xfrm>
              <a:off x="9479963" y="800100"/>
              <a:ext cx="2412000" cy="319758"/>
            </a:xfrm>
            <a:prstGeom prst="homePlate">
              <a:avLst>
                <a:gd name="adj" fmla="val 37573"/>
              </a:avLst>
            </a:prstGeom>
            <a:solidFill>
              <a:schemeClr val="accent2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lt1"/>
                  </a:solidFill>
                  <a:latin typeface="+mn-ea"/>
                </a:rPr>
                <a:t>도입</a:t>
              </a:r>
              <a:r>
                <a:rPr lang="en-US" altLang="ko-KR" sz="1400" b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lt1"/>
                  </a:solidFill>
                  <a:latin typeface="+mn-ea"/>
                </a:rPr>
                <a:t>·</a:t>
              </a:r>
              <a:r>
                <a:rPr lang="ko-KR" altLang="en-US" sz="1400" b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lt1"/>
                  </a:solidFill>
                  <a:latin typeface="+mn-ea"/>
                </a:rPr>
                <a:t>운영</a:t>
              </a:r>
              <a:r>
                <a:rPr lang="en-US" altLang="ko-KR" sz="1400" b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lt1"/>
                  </a:solidFill>
                  <a:latin typeface="+mn-ea"/>
                </a:rPr>
                <a:t>·</a:t>
              </a:r>
              <a:r>
                <a:rPr lang="ko-KR" altLang="en-US" sz="1400" b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lt1"/>
                  </a:solidFill>
                  <a:latin typeface="+mn-ea"/>
                </a:rPr>
                <a:t>모니터링</a:t>
              </a:r>
            </a:p>
          </p:txBody>
        </p:sp>
        <p:sp>
          <p:nvSpPr>
            <p:cNvPr id="523" name="사각형: 둥근 모서리 20">
              <a:extLst>
                <a:ext uri="{FF2B5EF4-FFF2-40B4-BE49-F238E27FC236}">
                  <a16:creationId xmlns:a16="http://schemas.microsoft.com/office/drawing/2014/main" id="{E4A29AEF-31CD-DB8A-0212-8ED8EBB3C4E6}"/>
                </a:ext>
              </a:extLst>
            </p:cNvPr>
            <p:cNvSpPr/>
            <p:nvPr/>
          </p:nvSpPr>
          <p:spPr>
            <a:xfrm>
              <a:off x="334961" y="800100"/>
              <a:ext cx="900000" cy="319758"/>
            </a:xfrm>
            <a:prstGeom prst="roundRect">
              <a:avLst>
                <a:gd name="adj" fmla="val 0"/>
              </a:avLst>
            </a:prstGeom>
            <a:solidFill>
              <a:schemeClr val="accent2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lt1"/>
                  </a:solidFill>
                  <a:latin typeface="+mn-ea"/>
                </a:rPr>
                <a:t>구분</a:t>
              </a:r>
              <a:endParaRPr lang="en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endParaRPr>
            </a:p>
          </p:txBody>
        </p:sp>
      </p:grpSp>
      <p:sp>
        <p:nvSpPr>
          <p:cNvPr id="524" name="직사각형 12">
            <a:extLst>
              <a:ext uri="{FF2B5EF4-FFF2-40B4-BE49-F238E27FC236}">
                <a16:creationId xmlns:a16="http://schemas.microsoft.com/office/drawing/2014/main" id="{94A4FB6F-0029-B203-788D-1B16A2B6A601}"/>
              </a:ext>
            </a:extLst>
          </p:cNvPr>
          <p:cNvSpPr/>
          <p:nvPr/>
        </p:nvSpPr>
        <p:spPr>
          <a:xfrm>
            <a:off x="1329090" y="1571716"/>
            <a:ext cx="1687953" cy="6945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ap="flat" cmpd="sng" algn="ctr">
            <a:noFill/>
            <a:prstDash val="sysDot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0" tIns="0" rIns="0" bIns="0" rtlCol="0" anchor="ctr"/>
          <a:lstStyle/>
          <a:p>
            <a:pPr lvl="0" algn="ctr" defTabSz="914400">
              <a:defRPr/>
            </a:pPr>
            <a:endParaRPr lang="ko-KR" altLang="en-US" sz="1000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525" name="직사각형 16">
            <a:extLst>
              <a:ext uri="{FF2B5EF4-FFF2-40B4-BE49-F238E27FC236}">
                <a16:creationId xmlns:a16="http://schemas.microsoft.com/office/drawing/2014/main" id="{4904FA16-A23C-3B31-5853-636A1D5AF732}"/>
              </a:ext>
            </a:extLst>
          </p:cNvPr>
          <p:cNvSpPr/>
          <p:nvPr/>
        </p:nvSpPr>
        <p:spPr>
          <a:xfrm>
            <a:off x="7025680" y="1068479"/>
            <a:ext cx="1080000" cy="324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 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서비스</a:t>
            </a: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b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</a:b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운영 전 검증</a:t>
            </a:r>
            <a:endParaRPr kumimoji="0" lang="en-US" altLang="ko-KR" sz="1000" i="0" u="non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526" name="직사각형 17">
            <a:extLst>
              <a:ext uri="{FF2B5EF4-FFF2-40B4-BE49-F238E27FC236}">
                <a16:creationId xmlns:a16="http://schemas.microsoft.com/office/drawing/2014/main" id="{BC41CFAB-C387-67A6-50D8-98731140D4A8}"/>
              </a:ext>
            </a:extLst>
          </p:cNvPr>
          <p:cNvSpPr/>
          <p:nvPr/>
        </p:nvSpPr>
        <p:spPr>
          <a:xfrm>
            <a:off x="8272328" y="1068479"/>
            <a:ext cx="1080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운영 승인 </a:t>
            </a:r>
            <a:endParaRPr kumimoji="0" lang="en-US" altLang="ko-KR" sz="1000" i="0" u="non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요청 </a:t>
            </a:r>
            <a:r>
              <a:rPr lang="en-US" altLang="ko-KR" sz="1000" kern="0" spc="-150" baseline="3000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1</a:t>
            </a:r>
            <a:r>
              <a:rPr kumimoji="0" lang="en-US" altLang="ko-KR" sz="1000" i="0" u="none" kern="0" cap="none" spc="-150" normalizeH="0" baseline="3000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0) 11) 12) 13) </a:t>
            </a:r>
            <a:endParaRPr kumimoji="0" lang="ko-KR" altLang="en-US" sz="1000" i="0" u="none" kern="0" cap="none" spc="-150" normalizeH="0" baseline="3000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527" name="직사각형 18">
            <a:extLst>
              <a:ext uri="{FF2B5EF4-FFF2-40B4-BE49-F238E27FC236}">
                <a16:creationId xmlns:a16="http://schemas.microsoft.com/office/drawing/2014/main" id="{CEE74C9A-4B97-F101-6A51-175ED1939525}"/>
              </a:ext>
            </a:extLst>
          </p:cNvPr>
          <p:cNvSpPr/>
          <p:nvPr/>
        </p:nvSpPr>
        <p:spPr>
          <a:xfrm>
            <a:off x="7675178" y="4433206"/>
            <a:ext cx="1080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 검증 결과 </a:t>
            </a:r>
            <a:endParaRPr kumimoji="0" lang="en-US" altLang="ko-KR" sz="1000" i="0" u="non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적절성 확인</a:t>
            </a:r>
          </a:p>
        </p:txBody>
      </p:sp>
      <p:cxnSp>
        <p:nvCxnSpPr>
          <p:cNvPr id="532" name="직선 화살표 연결선 25">
            <a:extLst>
              <a:ext uri="{FF2B5EF4-FFF2-40B4-BE49-F238E27FC236}">
                <a16:creationId xmlns:a16="http://schemas.microsoft.com/office/drawing/2014/main" id="{4197AFEF-CB3D-8E19-4FC3-7BA1F0E3E7A3}"/>
              </a:ext>
            </a:extLst>
          </p:cNvPr>
          <p:cNvCxnSpPr>
            <a:cxnSpLocks/>
            <a:stCxn id="558" idx="2"/>
            <a:endCxn id="559" idx="0"/>
          </p:cNvCxnSpPr>
          <p:nvPr/>
        </p:nvCxnSpPr>
        <p:spPr>
          <a:xfrm>
            <a:off x="2173066" y="2699449"/>
            <a:ext cx="0" cy="82351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533" name="연결선: 꺾임 26">
            <a:extLst>
              <a:ext uri="{FF2B5EF4-FFF2-40B4-BE49-F238E27FC236}">
                <a16:creationId xmlns:a16="http://schemas.microsoft.com/office/drawing/2014/main" id="{0276BF8D-209E-0BF7-6D17-B4CF310E20B7}"/>
              </a:ext>
            </a:extLst>
          </p:cNvPr>
          <p:cNvCxnSpPr>
            <a:cxnSpLocks/>
            <a:stCxn id="132" idx="3"/>
            <a:endCxn id="547" idx="1"/>
          </p:cNvCxnSpPr>
          <p:nvPr/>
        </p:nvCxnSpPr>
        <p:spPr>
          <a:xfrm flipV="1">
            <a:off x="2749066" y="1230479"/>
            <a:ext cx="429108" cy="3569186"/>
          </a:xfrm>
          <a:prstGeom prst="bentConnector3">
            <a:avLst>
              <a:gd name="adj1" fmla="val 77968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534" name="직선 화살표 연결선 27">
            <a:extLst>
              <a:ext uri="{FF2B5EF4-FFF2-40B4-BE49-F238E27FC236}">
                <a16:creationId xmlns:a16="http://schemas.microsoft.com/office/drawing/2014/main" id="{C2EB5250-0EDA-C8DE-4748-9C11DEEA9D34}"/>
              </a:ext>
            </a:extLst>
          </p:cNvPr>
          <p:cNvCxnSpPr>
            <a:cxnSpLocks/>
            <a:stCxn id="547" idx="2"/>
            <a:endCxn id="557" idx="0"/>
          </p:cNvCxnSpPr>
          <p:nvPr/>
        </p:nvCxnSpPr>
        <p:spPr>
          <a:xfrm>
            <a:off x="3754174" y="1392479"/>
            <a:ext cx="0" cy="179237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535" name="직선 화살표 연결선 28">
            <a:extLst>
              <a:ext uri="{FF2B5EF4-FFF2-40B4-BE49-F238E27FC236}">
                <a16:creationId xmlns:a16="http://schemas.microsoft.com/office/drawing/2014/main" id="{ABD2EA34-64CE-35DB-E388-E087BEEB61E9}"/>
              </a:ext>
            </a:extLst>
          </p:cNvPr>
          <p:cNvCxnSpPr>
            <a:cxnSpLocks/>
            <a:stCxn id="557" idx="2"/>
            <a:endCxn id="133" idx="0"/>
          </p:cNvCxnSpPr>
          <p:nvPr/>
        </p:nvCxnSpPr>
        <p:spPr>
          <a:xfrm>
            <a:off x="3754174" y="2288631"/>
            <a:ext cx="0" cy="2349545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536" name="연결선: 꺾임 29">
            <a:extLst>
              <a:ext uri="{FF2B5EF4-FFF2-40B4-BE49-F238E27FC236}">
                <a16:creationId xmlns:a16="http://schemas.microsoft.com/office/drawing/2014/main" id="{FE5A102C-D641-939E-0938-B06CB34459E4}"/>
              </a:ext>
            </a:extLst>
          </p:cNvPr>
          <p:cNvCxnSpPr>
            <a:cxnSpLocks/>
            <a:stCxn id="133" idx="3"/>
            <a:endCxn id="560" idx="1"/>
          </p:cNvCxnSpPr>
          <p:nvPr/>
        </p:nvCxnSpPr>
        <p:spPr>
          <a:xfrm flipV="1">
            <a:off x="4330174" y="1230479"/>
            <a:ext cx="189814" cy="3569697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537" name="직선 화살표 연결선 30">
            <a:extLst>
              <a:ext uri="{FF2B5EF4-FFF2-40B4-BE49-F238E27FC236}">
                <a16:creationId xmlns:a16="http://schemas.microsoft.com/office/drawing/2014/main" id="{2C981504-A26A-B311-0A0E-C39E080F79C1}"/>
              </a:ext>
            </a:extLst>
          </p:cNvPr>
          <p:cNvCxnSpPr>
            <a:cxnSpLocks/>
            <a:stCxn id="560" idx="2"/>
            <a:endCxn id="148" idx="0"/>
          </p:cNvCxnSpPr>
          <p:nvPr/>
        </p:nvCxnSpPr>
        <p:spPr>
          <a:xfrm>
            <a:off x="5059988" y="1392479"/>
            <a:ext cx="0" cy="525947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538" name="직선 화살표 연결선 31">
            <a:extLst>
              <a:ext uri="{FF2B5EF4-FFF2-40B4-BE49-F238E27FC236}">
                <a16:creationId xmlns:a16="http://schemas.microsoft.com/office/drawing/2014/main" id="{5B0FAF45-E893-F81D-7FE3-98FFA9D6936B}"/>
              </a:ext>
            </a:extLst>
          </p:cNvPr>
          <p:cNvCxnSpPr>
            <a:cxnSpLocks/>
            <a:stCxn id="525" idx="3"/>
            <a:endCxn id="526" idx="1"/>
          </p:cNvCxnSpPr>
          <p:nvPr/>
        </p:nvCxnSpPr>
        <p:spPr>
          <a:xfrm>
            <a:off x="8105680" y="1230479"/>
            <a:ext cx="166648" cy="0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539" name="연결선: 꺾임 32">
            <a:extLst>
              <a:ext uri="{FF2B5EF4-FFF2-40B4-BE49-F238E27FC236}">
                <a16:creationId xmlns:a16="http://schemas.microsoft.com/office/drawing/2014/main" id="{9B4B8F78-658C-FF4A-8ABC-C2E8475C4229}"/>
              </a:ext>
            </a:extLst>
          </p:cNvPr>
          <p:cNvCxnSpPr>
            <a:cxnSpLocks/>
            <a:stCxn id="565" idx="2"/>
            <a:endCxn id="527" idx="1"/>
          </p:cNvCxnSpPr>
          <p:nvPr/>
        </p:nvCxnSpPr>
        <p:spPr>
          <a:xfrm rot="16200000" flipH="1">
            <a:off x="6669635" y="3589662"/>
            <a:ext cx="1905741" cy="105346"/>
          </a:xfrm>
          <a:prstGeom prst="bentConnector2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540" name="연결선: 꺾임 33">
            <a:extLst>
              <a:ext uri="{FF2B5EF4-FFF2-40B4-BE49-F238E27FC236}">
                <a16:creationId xmlns:a16="http://schemas.microsoft.com/office/drawing/2014/main" id="{F1698909-ECA0-5F1F-6CB6-FC1BDB81923E}"/>
              </a:ext>
            </a:extLst>
          </p:cNvPr>
          <p:cNvCxnSpPr>
            <a:cxnSpLocks/>
            <a:stCxn id="527" idx="3"/>
            <a:endCxn id="526" idx="2"/>
          </p:cNvCxnSpPr>
          <p:nvPr/>
        </p:nvCxnSpPr>
        <p:spPr>
          <a:xfrm flipV="1">
            <a:off x="8755178" y="1392479"/>
            <a:ext cx="57150" cy="3202727"/>
          </a:xfrm>
          <a:prstGeom prst="bentConnector2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541" name="연결선: 꺾임 34">
            <a:extLst>
              <a:ext uri="{FF2B5EF4-FFF2-40B4-BE49-F238E27FC236}">
                <a16:creationId xmlns:a16="http://schemas.microsoft.com/office/drawing/2014/main" id="{8D6E949A-D993-D076-1A12-39DAD4B27FA9}"/>
              </a:ext>
            </a:extLst>
          </p:cNvPr>
          <p:cNvCxnSpPr>
            <a:cxnSpLocks/>
            <a:stCxn id="138" idx="3"/>
            <a:endCxn id="151" idx="2"/>
          </p:cNvCxnSpPr>
          <p:nvPr/>
        </p:nvCxnSpPr>
        <p:spPr>
          <a:xfrm flipV="1">
            <a:off x="8755178" y="1890319"/>
            <a:ext cx="57150" cy="3743860"/>
          </a:xfrm>
          <a:prstGeom prst="bentConnector2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542" name="연결선: 꺾임 35">
            <a:extLst>
              <a:ext uri="{FF2B5EF4-FFF2-40B4-BE49-F238E27FC236}">
                <a16:creationId xmlns:a16="http://schemas.microsoft.com/office/drawing/2014/main" id="{DD3CC0A4-790F-A6B9-C48C-87596FD9CCC7}"/>
              </a:ext>
            </a:extLst>
          </p:cNvPr>
          <p:cNvCxnSpPr>
            <a:cxnSpLocks/>
            <a:stCxn id="526" idx="3"/>
          </p:cNvCxnSpPr>
          <p:nvPr/>
        </p:nvCxnSpPr>
        <p:spPr>
          <a:xfrm>
            <a:off x="9352328" y="1230479"/>
            <a:ext cx="150124" cy="3666645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547" name="직사각형 11">
            <a:extLst>
              <a:ext uri="{FF2B5EF4-FFF2-40B4-BE49-F238E27FC236}">
                <a16:creationId xmlns:a16="http://schemas.microsoft.com/office/drawing/2014/main" id="{3B9C507E-5BED-A9EF-5795-61AB0369ED33}"/>
              </a:ext>
            </a:extLst>
          </p:cNvPr>
          <p:cNvSpPr/>
          <p:nvPr/>
        </p:nvSpPr>
        <p:spPr>
          <a:xfrm>
            <a:off x="3178174" y="1068479"/>
            <a:ext cx="1152000" cy="324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AI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위험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관리 </a:t>
            </a:r>
            <a:endParaRPr lang="en-US" altLang="ko-KR" sz="1000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  <a:p>
            <a:pPr algn="ctr"/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계획 수립 </a:t>
            </a:r>
            <a:r>
              <a:rPr lang="en-US" altLang="ko-KR" sz="1000" kern="0" spc="-150" baseline="3000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6)</a:t>
            </a:r>
            <a:r>
              <a:rPr lang="ko-KR" altLang="en-US" sz="1000" kern="0" spc="-150" baseline="3000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r>
              <a:rPr lang="en-US" altLang="ko-KR" sz="1000" kern="0" spc="-150" baseline="3000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7)</a:t>
            </a:r>
            <a:endParaRPr lang="ko-KR" altLang="en-US" sz="1000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cxnSp>
        <p:nvCxnSpPr>
          <p:cNvPr id="548" name="직선 화살표 연결선 36">
            <a:extLst>
              <a:ext uri="{FF2B5EF4-FFF2-40B4-BE49-F238E27FC236}">
                <a16:creationId xmlns:a16="http://schemas.microsoft.com/office/drawing/2014/main" id="{B63F1BE7-D63F-1372-E49F-FA2884278132}"/>
              </a:ext>
            </a:extLst>
          </p:cNvPr>
          <p:cNvCxnSpPr>
            <a:cxnSpLocks/>
            <a:stCxn id="133" idx="2"/>
            <a:endCxn id="134" idx="0"/>
          </p:cNvCxnSpPr>
          <p:nvPr/>
        </p:nvCxnSpPr>
        <p:spPr>
          <a:xfrm>
            <a:off x="3754174" y="4962176"/>
            <a:ext cx="0" cy="511025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549" name="직선 화살표 연결선 41">
            <a:extLst>
              <a:ext uri="{FF2B5EF4-FFF2-40B4-BE49-F238E27FC236}">
                <a16:creationId xmlns:a16="http://schemas.microsoft.com/office/drawing/2014/main" id="{9D83FE23-E685-4D8E-7DF3-637E0D1D4865}"/>
              </a:ext>
            </a:extLst>
          </p:cNvPr>
          <p:cNvCxnSpPr>
            <a:cxnSpLocks/>
            <a:stCxn id="562" idx="2"/>
            <a:endCxn id="563" idx="0"/>
          </p:cNvCxnSpPr>
          <p:nvPr/>
        </p:nvCxnSpPr>
        <p:spPr>
          <a:xfrm flipH="1">
            <a:off x="5059657" y="2674113"/>
            <a:ext cx="326" cy="107687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550" name="연결선: 꺾임 46">
            <a:extLst>
              <a:ext uri="{FF2B5EF4-FFF2-40B4-BE49-F238E27FC236}">
                <a16:creationId xmlns:a16="http://schemas.microsoft.com/office/drawing/2014/main" id="{96F134BA-B388-D24D-C157-6E19475A287A}"/>
              </a:ext>
            </a:extLst>
          </p:cNvPr>
          <p:cNvCxnSpPr>
            <a:cxnSpLocks/>
            <a:stCxn id="564" idx="3"/>
            <a:endCxn id="525" idx="1"/>
          </p:cNvCxnSpPr>
          <p:nvPr/>
        </p:nvCxnSpPr>
        <p:spPr>
          <a:xfrm flipV="1">
            <a:off x="6870148" y="1230479"/>
            <a:ext cx="155532" cy="1713321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551" name="직사각형 27">
            <a:extLst>
              <a:ext uri="{FF2B5EF4-FFF2-40B4-BE49-F238E27FC236}">
                <a16:creationId xmlns:a16="http://schemas.microsoft.com/office/drawing/2014/main" id="{E1F2A5B6-2320-677E-7E35-A7661EFB463B}"/>
              </a:ext>
            </a:extLst>
          </p:cNvPr>
          <p:cNvSpPr/>
          <p:nvPr/>
        </p:nvSpPr>
        <p:spPr>
          <a:xfrm>
            <a:off x="7675178" y="4945800"/>
            <a:ext cx="1080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제</a:t>
            </a: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3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자 평가 </a:t>
            </a: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·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검증 요청 및 결과 확인 </a:t>
            </a:r>
            <a:r>
              <a:rPr lang="en-US" altLang="ko-KR" sz="1000" kern="0" spc="-150" baseline="3000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9) </a:t>
            </a:r>
            <a:endParaRPr kumimoji="0" lang="ko-KR" altLang="en-US" sz="1000" i="0" u="none" kern="0" cap="none" spc="-150" normalizeH="0" baseline="3000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cxnSp>
        <p:nvCxnSpPr>
          <p:cNvPr id="552" name="직선 화살표 연결선 41">
            <a:extLst>
              <a:ext uri="{FF2B5EF4-FFF2-40B4-BE49-F238E27FC236}">
                <a16:creationId xmlns:a16="http://schemas.microsoft.com/office/drawing/2014/main" id="{A6C359E8-D0E9-57BA-B183-EBD3455B79D6}"/>
              </a:ext>
            </a:extLst>
          </p:cNvPr>
          <p:cNvCxnSpPr>
            <a:cxnSpLocks/>
            <a:stCxn id="563" idx="3"/>
            <a:endCxn id="564" idx="1"/>
          </p:cNvCxnSpPr>
          <p:nvPr/>
        </p:nvCxnSpPr>
        <p:spPr>
          <a:xfrm>
            <a:off x="5599657" y="2943800"/>
            <a:ext cx="190491" cy="0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557" name="직사각형 57">
            <a:extLst>
              <a:ext uri="{FF2B5EF4-FFF2-40B4-BE49-F238E27FC236}">
                <a16:creationId xmlns:a16="http://schemas.microsoft.com/office/drawing/2014/main" id="{1CF8A554-3741-33CF-C07A-4DD381196898}"/>
              </a:ext>
            </a:extLst>
          </p:cNvPr>
          <p:cNvSpPr/>
          <p:nvPr/>
        </p:nvSpPr>
        <p:spPr>
          <a:xfrm>
            <a:off x="3178174" y="1571716"/>
            <a:ext cx="1152000" cy="716915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 defTabSz="914400">
              <a:defRPr/>
            </a:pP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AI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위험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관리 계획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 협의 </a:t>
            </a:r>
          </a:p>
        </p:txBody>
      </p:sp>
      <p:sp>
        <p:nvSpPr>
          <p:cNvPr id="558" name="직사각형 56">
            <a:extLst>
              <a:ext uri="{FF2B5EF4-FFF2-40B4-BE49-F238E27FC236}">
                <a16:creationId xmlns:a16="http://schemas.microsoft.com/office/drawing/2014/main" id="{748DE1F9-1A05-35F6-1C3F-B181F48635AF}"/>
              </a:ext>
            </a:extLst>
          </p:cNvPr>
          <p:cNvSpPr/>
          <p:nvPr/>
        </p:nvSpPr>
        <p:spPr>
          <a:xfrm>
            <a:off x="1597066" y="2375449"/>
            <a:ext cx="1152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서비스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기획</a:t>
            </a: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사전검토</a:t>
            </a:r>
          </a:p>
        </p:txBody>
      </p:sp>
      <p:sp>
        <p:nvSpPr>
          <p:cNvPr id="559" name="직사각형 12">
            <a:extLst>
              <a:ext uri="{FF2B5EF4-FFF2-40B4-BE49-F238E27FC236}">
                <a16:creationId xmlns:a16="http://schemas.microsoft.com/office/drawing/2014/main" id="{F04BA4FA-4F7D-8DDB-A309-BD586EFE9E18}"/>
              </a:ext>
            </a:extLst>
          </p:cNvPr>
          <p:cNvSpPr/>
          <p:nvPr/>
        </p:nvSpPr>
        <p:spPr>
          <a:xfrm>
            <a:off x="1597066" y="2781800"/>
            <a:ext cx="1152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 latinLnBrk="0"/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서비스 </a:t>
            </a:r>
            <a:endParaRPr lang="en-US" altLang="ko-KR" sz="1000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  <a:p>
            <a:pPr algn="ctr"/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개발계획 수립 </a:t>
            </a:r>
            <a:r>
              <a:rPr lang="en-US" altLang="ko-KR" sz="1000" kern="0" spc="-150" baseline="3000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5)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</a:p>
        </p:txBody>
      </p:sp>
      <p:sp>
        <p:nvSpPr>
          <p:cNvPr id="560" name="직사각형 14">
            <a:extLst>
              <a:ext uri="{FF2B5EF4-FFF2-40B4-BE49-F238E27FC236}">
                <a16:creationId xmlns:a16="http://schemas.microsoft.com/office/drawing/2014/main" id="{3A0BF4FD-3D86-B13F-D400-37543B217F7C}"/>
              </a:ext>
            </a:extLst>
          </p:cNvPr>
          <p:cNvSpPr/>
          <p:nvPr/>
        </p:nvSpPr>
        <p:spPr>
          <a:xfrm>
            <a:off x="4519988" y="1068479"/>
            <a:ext cx="1080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서비스</a:t>
            </a:r>
            <a:endParaRPr kumimoji="0" lang="en-US" altLang="ko-KR" sz="1000" i="0" u="non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개발 의뢰</a:t>
            </a:r>
          </a:p>
        </p:txBody>
      </p:sp>
      <p:sp>
        <p:nvSpPr>
          <p:cNvPr id="561" name="직사각형 15">
            <a:extLst>
              <a:ext uri="{FF2B5EF4-FFF2-40B4-BE49-F238E27FC236}">
                <a16:creationId xmlns:a16="http://schemas.microsoft.com/office/drawing/2014/main" id="{3334FF96-96C8-65D8-4072-FC4EBCF0FA92}"/>
              </a:ext>
            </a:extLst>
          </p:cNvPr>
          <p:cNvSpPr/>
          <p:nvPr/>
        </p:nvSpPr>
        <p:spPr>
          <a:xfrm>
            <a:off x="5790148" y="1068479"/>
            <a:ext cx="1080000" cy="504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lvl="0" algn="ctr" defTabSz="914400">
              <a:defRPr/>
            </a:pP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AI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위험 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관리 계획 </a:t>
            </a:r>
            <a:endParaRPr kumimoji="0" lang="en-US" altLang="ko-KR" sz="1000" i="0" u="non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  <a:p>
            <a:pPr lvl="0" algn="ctr" defTabSz="914400">
              <a:defRPr/>
            </a:pP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준수사항 점검 </a:t>
            </a:r>
            <a:r>
              <a:rPr lang="en-US" altLang="ko-KR" sz="1000" kern="0" spc="-150" baseline="3000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7)</a:t>
            </a:r>
            <a:endParaRPr kumimoji="0" lang="ko-KR" altLang="en-US" sz="1000" i="0" u="non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562" name="직사각형 58">
            <a:extLst>
              <a:ext uri="{FF2B5EF4-FFF2-40B4-BE49-F238E27FC236}">
                <a16:creationId xmlns:a16="http://schemas.microsoft.com/office/drawing/2014/main" id="{2D0A4A2C-5D84-12C3-5393-4340F4A02A20}"/>
              </a:ext>
            </a:extLst>
          </p:cNvPr>
          <p:cNvSpPr/>
          <p:nvPr/>
        </p:nvSpPr>
        <p:spPr>
          <a:xfrm>
            <a:off x="4519983" y="2350113"/>
            <a:ext cx="1080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개발환경 구축 및 학습데이터 관리</a:t>
            </a:r>
          </a:p>
        </p:txBody>
      </p:sp>
      <p:sp>
        <p:nvSpPr>
          <p:cNvPr id="563" name="직사각형 22">
            <a:extLst>
              <a:ext uri="{FF2B5EF4-FFF2-40B4-BE49-F238E27FC236}">
                <a16:creationId xmlns:a16="http://schemas.microsoft.com/office/drawing/2014/main" id="{C446608A-45F9-1472-E5AB-7DBDDABBE944}"/>
              </a:ext>
            </a:extLst>
          </p:cNvPr>
          <p:cNvSpPr/>
          <p:nvPr/>
        </p:nvSpPr>
        <p:spPr>
          <a:xfrm>
            <a:off x="4519657" y="2781800"/>
            <a:ext cx="1080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lvl="0" algn="ctr" latinLnBrk="0">
              <a:defRPr/>
            </a:pPr>
            <a:r>
              <a:rPr kumimoji="0" lang="en-US" altLang="ko-KR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 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서비스 개발 </a:t>
            </a:r>
          </a:p>
        </p:txBody>
      </p:sp>
      <p:sp>
        <p:nvSpPr>
          <p:cNvPr id="564" name="직사각형 22">
            <a:extLst>
              <a:ext uri="{FF2B5EF4-FFF2-40B4-BE49-F238E27FC236}">
                <a16:creationId xmlns:a16="http://schemas.microsoft.com/office/drawing/2014/main" id="{CB234FDA-27F1-F1DF-5802-1DCDF969D888}"/>
              </a:ext>
            </a:extLst>
          </p:cNvPr>
          <p:cNvSpPr/>
          <p:nvPr/>
        </p:nvSpPr>
        <p:spPr>
          <a:xfrm>
            <a:off x="5790148" y="2781800"/>
            <a:ext cx="1080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lvl="0" algn="ctr" latinLnBrk="0">
              <a:defRPr/>
            </a:pP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서비스 개발 요건 이행 점검 </a:t>
            </a:r>
            <a:r>
              <a:rPr lang="en-US" altLang="ko-KR" sz="1000" kern="0" spc="-150" baseline="3000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8)</a:t>
            </a:r>
            <a:endParaRPr kumimoji="0" lang="ko-KR" altLang="en-US" sz="1000" i="0" u="none" kern="0" cap="none" spc="-150" normalizeH="0" baseline="3000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565" name="직사각형 25">
            <a:extLst>
              <a:ext uri="{FF2B5EF4-FFF2-40B4-BE49-F238E27FC236}">
                <a16:creationId xmlns:a16="http://schemas.microsoft.com/office/drawing/2014/main" id="{2F54F07C-8647-0612-5617-0566C0F173E3}"/>
              </a:ext>
            </a:extLst>
          </p:cNvPr>
          <p:cNvSpPr/>
          <p:nvPr/>
        </p:nvSpPr>
        <p:spPr>
          <a:xfrm>
            <a:off x="7029832" y="2365465"/>
            <a:ext cx="1080000" cy="324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서비스</a:t>
            </a: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b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</a:b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운영 전 검증 지원</a:t>
            </a:r>
            <a:endParaRPr kumimoji="0" lang="ko-KR" altLang="en-US" sz="1000" i="0" u="non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cxnSp>
        <p:nvCxnSpPr>
          <p:cNvPr id="566" name="연결선: 꺾임 46">
            <a:extLst>
              <a:ext uri="{FF2B5EF4-FFF2-40B4-BE49-F238E27FC236}">
                <a16:creationId xmlns:a16="http://schemas.microsoft.com/office/drawing/2014/main" id="{3B9C59AF-FA4D-2E7F-1732-7A13B3084F88}"/>
              </a:ext>
            </a:extLst>
          </p:cNvPr>
          <p:cNvCxnSpPr>
            <a:cxnSpLocks/>
            <a:stCxn id="565" idx="2"/>
            <a:endCxn id="551" idx="1"/>
          </p:cNvCxnSpPr>
          <p:nvPr/>
        </p:nvCxnSpPr>
        <p:spPr>
          <a:xfrm rot="16200000" flipH="1">
            <a:off x="6413338" y="3845959"/>
            <a:ext cx="2418335" cy="105346"/>
          </a:xfrm>
          <a:prstGeom prst="bentConnector2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567" name="사각형: 둥근 모서리 65">
            <a:extLst>
              <a:ext uri="{FF2B5EF4-FFF2-40B4-BE49-F238E27FC236}">
                <a16:creationId xmlns:a16="http://schemas.microsoft.com/office/drawing/2014/main" id="{7FF05308-E6D8-57AF-C3E8-FCCF74AAAA9F}"/>
              </a:ext>
            </a:extLst>
          </p:cNvPr>
          <p:cNvSpPr/>
          <p:nvPr/>
        </p:nvSpPr>
        <p:spPr>
          <a:xfrm>
            <a:off x="7664123" y="4815790"/>
            <a:ext cx="447813" cy="162771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b="1" spc="-150">
                <a:solidFill>
                  <a:prstClr val="white"/>
                </a:solidFill>
                <a:latin typeface="+mn-ea"/>
              </a:rPr>
              <a:t>고</a:t>
            </a:r>
            <a:r>
              <a:rPr kumimoji="0" lang="ko-KR" altLang="en-US" sz="900" b="1" i="0" u="none" strike="noStrike" kern="1200" cap="none" spc="-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rPr>
              <a:t>위험</a:t>
            </a:r>
          </a:p>
        </p:txBody>
      </p:sp>
      <p:sp>
        <p:nvSpPr>
          <p:cNvPr id="568" name="사각형: 둥근 모서리 66">
            <a:extLst>
              <a:ext uri="{FF2B5EF4-FFF2-40B4-BE49-F238E27FC236}">
                <a16:creationId xmlns:a16="http://schemas.microsoft.com/office/drawing/2014/main" id="{53C0ABA4-67BF-4847-64FA-C6508CB888EA}"/>
              </a:ext>
            </a:extLst>
          </p:cNvPr>
          <p:cNvSpPr/>
          <p:nvPr/>
        </p:nvSpPr>
        <p:spPr>
          <a:xfrm>
            <a:off x="7664123" y="4290430"/>
            <a:ext cx="447813" cy="162771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-15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cs"/>
              </a:rPr>
              <a:t>중위험</a:t>
            </a:r>
            <a:endParaRPr kumimoji="0" lang="ko-KR" altLang="en-US" sz="900" b="1" i="0" u="none" strike="noStrike" kern="1200" cap="none" spc="-15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cxnSp>
        <p:nvCxnSpPr>
          <p:cNvPr id="569" name="직선 화살표 연결선 41">
            <a:extLst>
              <a:ext uri="{FF2B5EF4-FFF2-40B4-BE49-F238E27FC236}">
                <a16:creationId xmlns:a16="http://schemas.microsoft.com/office/drawing/2014/main" id="{22FC5C8A-C1AF-CA28-DC0B-32740D81E5A4}"/>
              </a:ext>
            </a:extLst>
          </p:cNvPr>
          <p:cNvCxnSpPr>
            <a:cxnSpLocks/>
            <a:stCxn id="525" idx="2"/>
            <a:endCxn id="565" idx="0"/>
          </p:cNvCxnSpPr>
          <p:nvPr/>
        </p:nvCxnSpPr>
        <p:spPr>
          <a:xfrm>
            <a:off x="7565680" y="1392479"/>
            <a:ext cx="4152" cy="972986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570" name="연결선: 꺾임 84">
            <a:extLst>
              <a:ext uri="{FF2B5EF4-FFF2-40B4-BE49-F238E27FC236}">
                <a16:creationId xmlns:a16="http://schemas.microsoft.com/office/drawing/2014/main" id="{448DDC63-F6C8-93E5-65B5-904288763235}"/>
              </a:ext>
            </a:extLst>
          </p:cNvPr>
          <p:cNvCxnSpPr>
            <a:cxnSpLocks/>
            <a:stCxn id="572" idx="2"/>
            <a:endCxn id="558" idx="0"/>
          </p:cNvCxnSpPr>
          <p:nvPr/>
        </p:nvCxnSpPr>
        <p:spPr>
          <a:xfrm rot="16200000" flipH="1">
            <a:off x="1820318" y="2022701"/>
            <a:ext cx="140240" cy="565255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571" name="직선 화살표 연결선 94">
            <a:extLst>
              <a:ext uri="{FF2B5EF4-FFF2-40B4-BE49-F238E27FC236}">
                <a16:creationId xmlns:a16="http://schemas.microsoft.com/office/drawing/2014/main" id="{225AE318-4A09-9A88-98BF-68DC742990C8}"/>
              </a:ext>
            </a:extLst>
          </p:cNvPr>
          <p:cNvCxnSpPr>
            <a:cxnSpLocks/>
            <a:stCxn id="559" idx="2"/>
          </p:cNvCxnSpPr>
          <p:nvPr/>
        </p:nvCxnSpPr>
        <p:spPr>
          <a:xfrm>
            <a:off x="2173066" y="3105800"/>
            <a:ext cx="10109" cy="1617590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572" name="사각형: 둥근 모서리 65">
            <a:extLst>
              <a:ext uri="{FF2B5EF4-FFF2-40B4-BE49-F238E27FC236}">
                <a16:creationId xmlns:a16="http://schemas.microsoft.com/office/drawing/2014/main" id="{C76C0F01-A8B0-E61C-E8AD-34AA9CEF311A}"/>
              </a:ext>
            </a:extLst>
          </p:cNvPr>
          <p:cNvSpPr/>
          <p:nvPr/>
        </p:nvSpPr>
        <p:spPr>
          <a:xfrm>
            <a:off x="1383904" y="2072438"/>
            <a:ext cx="447813" cy="162771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b="1" spc="-150">
                <a:solidFill>
                  <a:prstClr val="white"/>
                </a:solidFill>
                <a:latin typeface="+mn-ea"/>
              </a:rPr>
              <a:t>고</a:t>
            </a:r>
            <a:r>
              <a:rPr kumimoji="0" lang="ko-KR" altLang="en-US" sz="900" b="1" i="0" u="none" strike="noStrike" kern="1200" cap="none" spc="-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rPr>
              <a:t>위험</a:t>
            </a:r>
          </a:p>
        </p:txBody>
      </p:sp>
      <p:sp>
        <p:nvSpPr>
          <p:cNvPr id="573" name="사각형: 둥근 모서리 65">
            <a:extLst>
              <a:ext uri="{FF2B5EF4-FFF2-40B4-BE49-F238E27FC236}">
                <a16:creationId xmlns:a16="http://schemas.microsoft.com/office/drawing/2014/main" id="{9BBAAA25-12AF-B6E8-AF2C-4980A708B5E7}"/>
              </a:ext>
            </a:extLst>
          </p:cNvPr>
          <p:cNvSpPr/>
          <p:nvPr/>
        </p:nvSpPr>
        <p:spPr>
          <a:xfrm>
            <a:off x="1953838" y="2072438"/>
            <a:ext cx="447813" cy="162771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14400" latinLnBrk="1"/>
            <a:r>
              <a:rPr lang="ko-KR" altLang="en-US" sz="900" b="1" spc="-150" err="1">
                <a:solidFill>
                  <a:schemeClr val="tx1"/>
                </a:solidFill>
                <a:latin typeface="+mn-ea"/>
              </a:rPr>
              <a:t>중위험</a:t>
            </a:r>
            <a:endParaRPr lang="ko-KR" altLang="en-US" sz="900" b="1" spc="-15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74" name="사각형: 둥근 모서리 65">
            <a:extLst>
              <a:ext uri="{FF2B5EF4-FFF2-40B4-BE49-F238E27FC236}">
                <a16:creationId xmlns:a16="http://schemas.microsoft.com/office/drawing/2014/main" id="{841B4ECC-51D1-6CAA-C259-DCBDCA44E0E4}"/>
              </a:ext>
            </a:extLst>
          </p:cNvPr>
          <p:cNvSpPr/>
          <p:nvPr/>
        </p:nvSpPr>
        <p:spPr>
          <a:xfrm>
            <a:off x="2523772" y="2072438"/>
            <a:ext cx="447813" cy="162771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14400" latinLnBrk="1"/>
            <a:r>
              <a:rPr lang="ko-KR" altLang="en-US" sz="900" b="1" spc="-150" err="1">
                <a:solidFill>
                  <a:schemeClr val="tx1"/>
                </a:solidFill>
                <a:latin typeface="+mn-ea"/>
              </a:rPr>
              <a:t>저위험</a:t>
            </a:r>
            <a:endParaRPr lang="ko-KR" altLang="en-US" sz="900" b="1" spc="-15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75" name="직사각형 11">
            <a:extLst>
              <a:ext uri="{FF2B5EF4-FFF2-40B4-BE49-F238E27FC236}">
                <a16:creationId xmlns:a16="http://schemas.microsoft.com/office/drawing/2014/main" id="{9F3FED94-A07E-8719-A21E-551EC951CD6B}"/>
              </a:ext>
            </a:extLst>
          </p:cNvPr>
          <p:cNvSpPr/>
          <p:nvPr/>
        </p:nvSpPr>
        <p:spPr>
          <a:xfrm>
            <a:off x="1323975" y="1618516"/>
            <a:ext cx="1695450" cy="358801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+mn-cs"/>
              </a:rPr>
              <a:t>AI </a:t>
            </a:r>
            <a:r>
              <a:rPr kumimoji="0" lang="ko-KR" altLang="en-US" sz="1000" b="1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+mn-cs"/>
              </a:rPr>
              <a:t>위험</a:t>
            </a:r>
            <a:r>
              <a:rPr kumimoji="0" lang="en-US" altLang="ko-KR" sz="1000" b="1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+mn-cs"/>
              </a:rPr>
              <a:t>/</a:t>
            </a:r>
            <a:r>
              <a:rPr kumimoji="0" lang="ko-KR" altLang="en-US" sz="1000" b="1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+mn-cs"/>
              </a:rPr>
              <a:t>영향</a:t>
            </a:r>
            <a:r>
              <a:rPr kumimoji="0" lang="en-US" altLang="ko-KR" sz="1000" b="1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+mn-cs"/>
              </a:rPr>
              <a:t>/</a:t>
            </a:r>
            <a:r>
              <a:rPr kumimoji="0" lang="ko-KR" altLang="en-US" sz="1000" b="1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+mn-cs"/>
              </a:rPr>
              <a:t>안전성 식별</a:t>
            </a:r>
            <a:r>
              <a:rPr lang="en-US" altLang="ko-KR" sz="1000" b="1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 </a:t>
            </a:r>
            <a:r>
              <a:rPr kumimoji="0" lang="ko-KR" altLang="en-US" sz="1000" b="1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+mn-cs"/>
              </a:rPr>
              <a:t>및 평가</a:t>
            </a:r>
            <a:r>
              <a:rPr kumimoji="0" lang="en-US" altLang="ko-KR" sz="1000" b="1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+mn-cs"/>
              </a:rPr>
              <a:t>*</a:t>
            </a:r>
            <a:endParaRPr kumimoji="0" lang="ko-KR" altLang="en-US" sz="1000" b="1" i="0" u="none" strike="noStrike" kern="0" cap="none" spc="-150" normalizeH="0" noProof="0">
              <a:ln>
                <a:solidFill>
                  <a:srgbClr val="0070C0">
                    <a:alpha val="0"/>
                  </a:srgbClr>
                </a:solidFill>
              </a:ln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28" name="직사각형 10">
            <a:extLst>
              <a:ext uri="{FF2B5EF4-FFF2-40B4-BE49-F238E27FC236}">
                <a16:creationId xmlns:a16="http://schemas.microsoft.com/office/drawing/2014/main" id="{4621BC98-2B48-D0C2-49FE-0674A3DF293E}"/>
              </a:ext>
            </a:extLst>
          </p:cNvPr>
          <p:cNvSpPr/>
          <p:nvPr/>
        </p:nvSpPr>
        <p:spPr>
          <a:xfrm>
            <a:off x="1419225" y="1802475"/>
            <a:ext cx="561975" cy="163513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 latinLnBrk="0"/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위험등급 </a:t>
            </a:r>
            <a:r>
              <a:rPr lang="en-US" altLang="ko-KR" sz="1000" kern="0" spc="-150" baseline="3000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4)</a:t>
            </a:r>
            <a:endParaRPr lang="ko-KR" altLang="en-US" sz="1000" kern="0" spc="-150" baseline="3000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129" name="직사각형 10">
            <a:extLst>
              <a:ext uri="{FF2B5EF4-FFF2-40B4-BE49-F238E27FC236}">
                <a16:creationId xmlns:a16="http://schemas.microsoft.com/office/drawing/2014/main" id="{F95A822F-F0EE-2C9E-3DCC-ABE6A8CD3CD9}"/>
              </a:ext>
            </a:extLst>
          </p:cNvPr>
          <p:cNvSpPr/>
          <p:nvPr/>
        </p:nvSpPr>
        <p:spPr>
          <a:xfrm>
            <a:off x="2085974" y="1802475"/>
            <a:ext cx="923925" cy="163513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 </a:t>
            </a:r>
            <a:r>
              <a:rPr lang="ko-KR" altLang="en-US" sz="1000" b="1" kern="0" spc="-150" err="1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고영향</a:t>
            </a:r>
            <a:r>
              <a:rPr lang="en-US" altLang="ko-KR" sz="1000" kern="0" spc="-150" baseline="3000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3)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 </a:t>
            </a: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·</a:t>
            </a:r>
            <a:endParaRPr lang="ko-KR" altLang="en-US" sz="1000" kern="0" spc="-150">
              <a:ln>
                <a:solidFill>
                  <a:srgbClr val="0070C0">
                    <a:alpha val="0"/>
                  </a:srgbClr>
                </a:solidFill>
              </a:ln>
              <a:latin typeface="+mn-ea"/>
            </a:endParaRPr>
          </a:p>
        </p:txBody>
      </p:sp>
      <p:cxnSp>
        <p:nvCxnSpPr>
          <p:cNvPr id="130" name="연결선: 꺾임 84">
            <a:extLst>
              <a:ext uri="{FF2B5EF4-FFF2-40B4-BE49-F238E27FC236}">
                <a16:creationId xmlns:a16="http://schemas.microsoft.com/office/drawing/2014/main" id="{1C8262EE-BF36-93E4-BFB3-7E3DA9234CC3}"/>
              </a:ext>
            </a:extLst>
          </p:cNvPr>
          <p:cNvCxnSpPr>
            <a:cxnSpLocks/>
            <a:stCxn id="574" idx="2"/>
            <a:endCxn id="558" idx="0"/>
          </p:cNvCxnSpPr>
          <p:nvPr/>
        </p:nvCxnSpPr>
        <p:spPr>
          <a:xfrm rot="5400000">
            <a:off x="2390253" y="2018023"/>
            <a:ext cx="140240" cy="574613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131" name="연결선: 꺾임 84">
            <a:extLst>
              <a:ext uri="{FF2B5EF4-FFF2-40B4-BE49-F238E27FC236}">
                <a16:creationId xmlns:a16="http://schemas.microsoft.com/office/drawing/2014/main" id="{41430930-33A8-B266-AD9F-3D9A0CF09E3F}"/>
              </a:ext>
            </a:extLst>
          </p:cNvPr>
          <p:cNvCxnSpPr>
            <a:cxnSpLocks/>
            <a:stCxn id="573" idx="2"/>
            <a:endCxn id="558" idx="0"/>
          </p:cNvCxnSpPr>
          <p:nvPr/>
        </p:nvCxnSpPr>
        <p:spPr>
          <a:xfrm rot="5400000">
            <a:off x="2105286" y="2302990"/>
            <a:ext cx="140240" cy="4679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132" name="직사각형 12">
            <a:extLst>
              <a:ext uri="{FF2B5EF4-FFF2-40B4-BE49-F238E27FC236}">
                <a16:creationId xmlns:a16="http://schemas.microsoft.com/office/drawing/2014/main" id="{DBC5C996-7938-98D1-B911-676F3C04A0ED}"/>
              </a:ext>
            </a:extLst>
          </p:cNvPr>
          <p:cNvSpPr/>
          <p:nvPr/>
        </p:nvSpPr>
        <p:spPr>
          <a:xfrm>
            <a:off x="1597066" y="4637665"/>
            <a:ext cx="1152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lvl="0" algn="ctr" defTabSz="914400">
              <a:defRPr/>
            </a:pP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AI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위험</a:t>
            </a: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/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영향</a:t>
            </a: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/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안전성 </a:t>
            </a:r>
            <a:b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</a:b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식별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평가 결과 검토</a:t>
            </a:r>
          </a:p>
        </p:txBody>
      </p:sp>
      <p:sp>
        <p:nvSpPr>
          <p:cNvPr id="133" name="직사각형 11">
            <a:extLst>
              <a:ext uri="{FF2B5EF4-FFF2-40B4-BE49-F238E27FC236}">
                <a16:creationId xmlns:a16="http://schemas.microsoft.com/office/drawing/2014/main" id="{83F3B618-AE38-F6D6-3D9F-D416088AB1E5}"/>
              </a:ext>
            </a:extLst>
          </p:cNvPr>
          <p:cNvSpPr/>
          <p:nvPr/>
        </p:nvSpPr>
        <p:spPr>
          <a:xfrm>
            <a:off x="3178174" y="4638176"/>
            <a:ext cx="1152000" cy="324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AI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위험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관리 계획 승인</a:t>
            </a:r>
          </a:p>
        </p:txBody>
      </p:sp>
      <p:sp>
        <p:nvSpPr>
          <p:cNvPr id="134" name="직사각형 11">
            <a:extLst>
              <a:ext uri="{FF2B5EF4-FFF2-40B4-BE49-F238E27FC236}">
                <a16:creationId xmlns:a16="http://schemas.microsoft.com/office/drawing/2014/main" id="{E305E75D-D7A6-C5B7-BCC2-8DCE1250269D}"/>
              </a:ext>
            </a:extLst>
          </p:cNvPr>
          <p:cNvSpPr/>
          <p:nvPr/>
        </p:nvSpPr>
        <p:spPr>
          <a:xfrm>
            <a:off x="3178174" y="5473201"/>
            <a:ext cx="1152000" cy="324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사전 승인</a:t>
            </a:r>
            <a:endParaRPr lang="ko-KR" altLang="en-US" sz="1000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135" name="사각형: 둥근 모서리 65">
            <a:extLst>
              <a:ext uri="{FF2B5EF4-FFF2-40B4-BE49-F238E27FC236}">
                <a16:creationId xmlns:a16="http://schemas.microsoft.com/office/drawing/2014/main" id="{02215EEB-4E44-4DCB-CBE0-7B1B9FE7414C}"/>
              </a:ext>
            </a:extLst>
          </p:cNvPr>
          <p:cNvSpPr/>
          <p:nvPr/>
        </p:nvSpPr>
        <p:spPr>
          <a:xfrm>
            <a:off x="3187764" y="5342169"/>
            <a:ext cx="447813" cy="162771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b="1" spc="-150">
                <a:solidFill>
                  <a:prstClr val="white"/>
                </a:solidFill>
                <a:latin typeface="+mn-ea"/>
              </a:rPr>
              <a:t>고</a:t>
            </a:r>
            <a:r>
              <a:rPr kumimoji="0" lang="ko-KR" altLang="en-US" sz="900" b="1" i="0" u="none" strike="noStrike" kern="1200" cap="none" spc="-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rPr>
              <a:t>위험</a:t>
            </a:r>
          </a:p>
        </p:txBody>
      </p:sp>
      <p:cxnSp>
        <p:nvCxnSpPr>
          <p:cNvPr id="136" name="연결선: 꺾임 29">
            <a:extLst>
              <a:ext uri="{FF2B5EF4-FFF2-40B4-BE49-F238E27FC236}">
                <a16:creationId xmlns:a16="http://schemas.microsoft.com/office/drawing/2014/main" id="{D4A0C809-7A49-8FCC-089C-35D28AA159D9}"/>
              </a:ext>
            </a:extLst>
          </p:cNvPr>
          <p:cNvCxnSpPr>
            <a:cxnSpLocks/>
            <a:stCxn id="134" idx="3"/>
            <a:endCxn id="560" idx="1"/>
          </p:cNvCxnSpPr>
          <p:nvPr/>
        </p:nvCxnSpPr>
        <p:spPr>
          <a:xfrm flipV="1">
            <a:off x="4330174" y="1230479"/>
            <a:ext cx="189814" cy="4404722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137" name="연결선: 꺾임 46">
            <a:extLst>
              <a:ext uri="{FF2B5EF4-FFF2-40B4-BE49-F238E27FC236}">
                <a16:creationId xmlns:a16="http://schemas.microsoft.com/office/drawing/2014/main" id="{E1692D57-6085-696D-B675-912D92BB9D03}"/>
              </a:ext>
            </a:extLst>
          </p:cNvPr>
          <p:cNvCxnSpPr>
            <a:cxnSpLocks/>
            <a:stCxn id="561" idx="3"/>
            <a:endCxn id="525" idx="1"/>
          </p:cNvCxnSpPr>
          <p:nvPr/>
        </p:nvCxnSpPr>
        <p:spPr>
          <a:xfrm flipV="1">
            <a:off x="6870148" y="1230479"/>
            <a:ext cx="155532" cy="90000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138" name="직사각형 27">
            <a:extLst>
              <a:ext uri="{FF2B5EF4-FFF2-40B4-BE49-F238E27FC236}">
                <a16:creationId xmlns:a16="http://schemas.microsoft.com/office/drawing/2014/main" id="{B9414053-DC13-3C97-193F-A2D291FBA477}"/>
              </a:ext>
            </a:extLst>
          </p:cNvPr>
          <p:cNvSpPr/>
          <p:nvPr/>
        </p:nvSpPr>
        <p:spPr>
          <a:xfrm>
            <a:off x="7675178" y="5472179"/>
            <a:ext cx="1080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lvl="0" algn="ctr" defTabSz="914400">
              <a:defRPr/>
            </a:pP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검증 결과 확인</a:t>
            </a:r>
            <a:endParaRPr kumimoji="0" lang="ko-KR" altLang="en-US" sz="1000" i="0" u="non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39" name="사각형: 둥근 모서리 65">
            <a:extLst>
              <a:ext uri="{FF2B5EF4-FFF2-40B4-BE49-F238E27FC236}">
                <a16:creationId xmlns:a16="http://schemas.microsoft.com/office/drawing/2014/main" id="{8CB0B3D7-823A-2B12-EC00-D5DF159ED90A}"/>
              </a:ext>
            </a:extLst>
          </p:cNvPr>
          <p:cNvSpPr/>
          <p:nvPr/>
        </p:nvSpPr>
        <p:spPr>
          <a:xfrm>
            <a:off x="7664123" y="5342169"/>
            <a:ext cx="447813" cy="162771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b="1" spc="-150">
                <a:solidFill>
                  <a:prstClr val="white"/>
                </a:solidFill>
                <a:latin typeface="+mn-ea"/>
              </a:rPr>
              <a:t>고</a:t>
            </a:r>
            <a:r>
              <a:rPr kumimoji="0" lang="ko-KR" altLang="en-US" sz="900" b="1" i="0" u="none" strike="noStrike" kern="1200" cap="none" spc="-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rPr>
              <a:t>위험</a:t>
            </a:r>
          </a:p>
        </p:txBody>
      </p:sp>
      <p:cxnSp>
        <p:nvCxnSpPr>
          <p:cNvPr id="140" name="직선 화살표 연결선 41">
            <a:extLst>
              <a:ext uri="{FF2B5EF4-FFF2-40B4-BE49-F238E27FC236}">
                <a16:creationId xmlns:a16="http://schemas.microsoft.com/office/drawing/2014/main" id="{5EA8D4D5-8C0E-5F8C-CDE2-5AF7A6B05658}"/>
              </a:ext>
            </a:extLst>
          </p:cNvPr>
          <p:cNvCxnSpPr>
            <a:cxnSpLocks/>
            <a:stCxn id="551" idx="2"/>
            <a:endCxn id="138" idx="0"/>
          </p:cNvCxnSpPr>
          <p:nvPr/>
        </p:nvCxnSpPr>
        <p:spPr>
          <a:xfrm>
            <a:off x="8215178" y="5269800"/>
            <a:ext cx="0" cy="202379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141" name="연결선: 꺾임 34">
            <a:extLst>
              <a:ext uri="{FF2B5EF4-FFF2-40B4-BE49-F238E27FC236}">
                <a16:creationId xmlns:a16="http://schemas.microsoft.com/office/drawing/2014/main" id="{52825AEE-3195-3E25-54BC-4241DE52F3E2}"/>
              </a:ext>
            </a:extLst>
          </p:cNvPr>
          <p:cNvCxnSpPr>
            <a:cxnSpLocks/>
            <a:stCxn id="565" idx="3"/>
            <a:endCxn id="526" idx="1"/>
          </p:cNvCxnSpPr>
          <p:nvPr/>
        </p:nvCxnSpPr>
        <p:spPr>
          <a:xfrm flipV="1">
            <a:off x="8109832" y="1230479"/>
            <a:ext cx="162496" cy="1296986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142" name="연결선: 꺾임 46">
            <a:extLst>
              <a:ext uri="{FF2B5EF4-FFF2-40B4-BE49-F238E27FC236}">
                <a16:creationId xmlns:a16="http://schemas.microsoft.com/office/drawing/2014/main" id="{8CF1DB5C-6E93-D955-9B05-0743779999FE}"/>
              </a:ext>
            </a:extLst>
          </p:cNvPr>
          <p:cNvCxnSpPr>
            <a:cxnSpLocks/>
            <a:stCxn id="563" idx="3"/>
            <a:endCxn id="561" idx="1"/>
          </p:cNvCxnSpPr>
          <p:nvPr/>
        </p:nvCxnSpPr>
        <p:spPr>
          <a:xfrm flipV="1">
            <a:off x="5599657" y="1320479"/>
            <a:ext cx="190491" cy="1623321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143" name="직사각형 56">
            <a:extLst>
              <a:ext uri="{FF2B5EF4-FFF2-40B4-BE49-F238E27FC236}">
                <a16:creationId xmlns:a16="http://schemas.microsoft.com/office/drawing/2014/main" id="{1F7B890E-DBE1-171F-4D50-5F85A4B13840}"/>
              </a:ext>
            </a:extLst>
          </p:cNvPr>
          <p:cNvSpPr/>
          <p:nvPr/>
        </p:nvSpPr>
        <p:spPr>
          <a:xfrm>
            <a:off x="1597066" y="1068479"/>
            <a:ext cx="1152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서비스</a:t>
            </a: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기획 수립 </a:t>
            </a:r>
            <a:r>
              <a:rPr lang="en-US" altLang="ko-KR" sz="1000" kern="0" spc="-150" baseline="3000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1) 2)  </a:t>
            </a:r>
            <a:endParaRPr lang="ko-KR" altLang="en-US" sz="1000" kern="0" spc="-150" baseline="3000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cxnSp>
        <p:nvCxnSpPr>
          <p:cNvPr id="144" name="직선 화살표 연결선 27">
            <a:extLst>
              <a:ext uri="{FF2B5EF4-FFF2-40B4-BE49-F238E27FC236}">
                <a16:creationId xmlns:a16="http://schemas.microsoft.com/office/drawing/2014/main" id="{95DC2A97-8897-895A-2ECF-BAD25C4EFD91}"/>
              </a:ext>
            </a:extLst>
          </p:cNvPr>
          <p:cNvCxnSpPr>
            <a:cxnSpLocks/>
            <a:stCxn id="143" idx="2"/>
            <a:endCxn id="524" idx="0"/>
          </p:cNvCxnSpPr>
          <p:nvPr/>
        </p:nvCxnSpPr>
        <p:spPr>
          <a:xfrm>
            <a:off x="2173066" y="1392479"/>
            <a:ext cx="1" cy="179237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145" name="사각형: 둥근 모서리 65">
            <a:extLst>
              <a:ext uri="{FF2B5EF4-FFF2-40B4-BE49-F238E27FC236}">
                <a16:creationId xmlns:a16="http://schemas.microsoft.com/office/drawing/2014/main" id="{88CCF44A-39CC-212E-21E8-5E241EF004D7}"/>
              </a:ext>
            </a:extLst>
          </p:cNvPr>
          <p:cNvSpPr/>
          <p:nvPr/>
        </p:nvSpPr>
        <p:spPr>
          <a:xfrm>
            <a:off x="2613466" y="1820841"/>
            <a:ext cx="371828" cy="134280"/>
          </a:xfrm>
          <a:prstGeom prst="roundRect">
            <a:avLst>
              <a:gd name="adj" fmla="val 5000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14400" latinLnBrk="1"/>
            <a:r>
              <a:rPr lang="ko-KR" altLang="en-US" sz="900" b="1" spc="-150">
                <a:solidFill>
                  <a:schemeClr val="bg1"/>
                </a:solidFill>
                <a:latin typeface="+mn-ea"/>
              </a:rPr>
              <a:t>안전성</a:t>
            </a:r>
            <a:r>
              <a:rPr lang="en-US" altLang="ko-KR" sz="900" kern="0" spc="-150" baseline="3000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bg1"/>
                </a:solidFill>
                <a:latin typeface="+mn-ea"/>
              </a:rPr>
              <a:t> 3)</a:t>
            </a:r>
            <a:endParaRPr lang="ko-KR" altLang="en-US" sz="900" b="1" spc="-15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146" name="연결선: 꺾임 84">
            <a:extLst>
              <a:ext uri="{FF2B5EF4-FFF2-40B4-BE49-F238E27FC236}">
                <a16:creationId xmlns:a16="http://schemas.microsoft.com/office/drawing/2014/main" id="{C676811F-538B-048F-5E03-E396679AF178}"/>
              </a:ext>
            </a:extLst>
          </p:cNvPr>
          <p:cNvCxnSpPr>
            <a:cxnSpLocks/>
            <a:stCxn id="129" idx="2"/>
            <a:endCxn id="572" idx="0"/>
          </p:cNvCxnSpPr>
          <p:nvPr/>
        </p:nvCxnSpPr>
        <p:spPr>
          <a:xfrm rot="5400000">
            <a:off x="2024649" y="1549150"/>
            <a:ext cx="106450" cy="940126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147" name="텍스트 개체 틀 3">
            <a:extLst>
              <a:ext uri="{FF2B5EF4-FFF2-40B4-BE49-F238E27FC236}">
                <a16:creationId xmlns:a16="http://schemas.microsoft.com/office/drawing/2014/main" id="{BCFAAB67-EC9A-5967-8C9A-FEDF80A3ACA7}"/>
              </a:ext>
            </a:extLst>
          </p:cNvPr>
          <p:cNvSpPr txBox="1">
            <a:spLocks/>
          </p:cNvSpPr>
          <p:nvPr/>
        </p:nvSpPr>
        <p:spPr>
          <a:xfrm>
            <a:off x="1974703" y="6599410"/>
            <a:ext cx="9188597" cy="16270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1400" kern="1200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Pretendard SemiBold" panose="02000703000000020004" pitchFamily="50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>
                <a:solidFill>
                  <a:schemeClr val="tx1">
                    <a:lumMod val="50000"/>
                    <a:lumOff val="50000"/>
                  </a:schemeClr>
                </a:solidFill>
              </a:rPr>
              <a:t>* AI </a:t>
            </a: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위험</a:t>
            </a:r>
            <a:r>
              <a:rPr lang="en-US" altLang="ko-KR" sz="100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영향</a:t>
            </a:r>
            <a:r>
              <a:rPr lang="en-US" altLang="ko-KR" sz="100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안전성 식별 및 평가 中 </a:t>
            </a:r>
            <a:r>
              <a:rPr lang="ko-KR" altLang="en-US" sz="1000" err="1">
                <a:solidFill>
                  <a:schemeClr val="tx1">
                    <a:lumMod val="50000"/>
                    <a:lumOff val="50000"/>
                  </a:schemeClr>
                </a:solidFill>
              </a:rPr>
              <a:t>고영향</a:t>
            </a: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ko-KR" sz="1000">
                <a:solidFill>
                  <a:schemeClr val="tx1">
                    <a:lumMod val="50000"/>
                    <a:lumOff val="50000"/>
                  </a:schemeClr>
                </a:solidFill>
              </a:rPr>
              <a:t>· </a:t>
            </a: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안전성 대상 사전 검토 결과에 따라 </a:t>
            </a:r>
            <a:r>
              <a:rPr lang="en-US" altLang="ko-KR" sz="1000">
                <a:solidFill>
                  <a:schemeClr val="tx1">
                    <a:lumMod val="50000"/>
                    <a:lumOff val="50000"/>
                  </a:schemeClr>
                </a:solidFill>
              </a:rPr>
              <a:t>AI </a:t>
            </a: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위험 관리 계획에 </a:t>
            </a:r>
            <a:r>
              <a:rPr lang="ko-KR" altLang="en-US" sz="1000" err="1">
                <a:solidFill>
                  <a:schemeClr val="tx1">
                    <a:lumMod val="50000"/>
                    <a:lumOff val="50000"/>
                  </a:schemeClr>
                </a:solidFill>
              </a:rPr>
              <a:t>고영향</a:t>
            </a: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ko-KR" sz="1000">
                <a:solidFill>
                  <a:schemeClr val="tx1">
                    <a:lumMod val="50000"/>
                    <a:lumOff val="50000"/>
                  </a:schemeClr>
                </a:solidFill>
              </a:rPr>
              <a:t>· </a:t>
            </a:r>
            <a:r>
              <a:rPr lang="ko-KR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안전성 내용 반영 판단</a:t>
            </a:r>
            <a:r>
              <a:rPr lang="en-US" altLang="ko-KR" sz="100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  <a:endParaRPr lang="ko-KR" altLang="en-US" sz="10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8" name="직사각형 14">
            <a:extLst>
              <a:ext uri="{FF2B5EF4-FFF2-40B4-BE49-F238E27FC236}">
                <a16:creationId xmlns:a16="http://schemas.microsoft.com/office/drawing/2014/main" id="{DCD3F807-3B07-0207-E7AF-3AF3F2D6F839}"/>
              </a:ext>
            </a:extLst>
          </p:cNvPr>
          <p:cNvSpPr/>
          <p:nvPr/>
        </p:nvSpPr>
        <p:spPr>
          <a:xfrm>
            <a:off x="4519988" y="1918426"/>
            <a:ext cx="1080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 defTabSz="914400"/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적용 대상 최종 판단</a:t>
            </a:r>
          </a:p>
        </p:txBody>
      </p:sp>
      <p:sp>
        <p:nvSpPr>
          <p:cNvPr id="149" name="사각형: 둥근 모서리 65">
            <a:extLst>
              <a:ext uri="{FF2B5EF4-FFF2-40B4-BE49-F238E27FC236}">
                <a16:creationId xmlns:a16="http://schemas.microsoft.com/office/drawing/2014/main" id="{48F657A4-03D1-6D9F-3830-1937BC1DBF83}"/>
              </a:ext>
            </a:extLst>
          </p:cNvPr>
          <p:cNvSpPr/>
          <p:nvPr/>
        </p:nvSpPr>
        <p:spPr>
          <a:xfrm>
            <a:off x="4525768" y="1849361"/>
            <a:ext cx="371828" cy="134280"/>
          </a:xfrm>
          <a:prstGeom prst="roundRect">
            <a:avLst>
              <a:gd name="adj" fmla="val 5000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14400" latinLnBrk="1"/>
            <a:r>
              <a:rPr lang="ko-KR" altLang="en-US" sz="900" b="1" spc="-150">
                <a:solidFill>
                  <a:schemeClr val="bg1"/>
                </a:solidFill>
                <a:latin typeface="+mn-ea"/>
              </a:rPr>
              <a:t>안전성</a:t>
            </a:r>
          </a:p>
        </p:txBody>
      </p:sp>
      <p:cxnSp>
        <p:nvCxnSpPr>
          <p:cNvPr id="150" name="직선 화살표 연결선 30">
            <a:extLst>
              <a:ext uri="{FF2B5EF4-FFF2-40B4-BE49-F238E27FC236}">
                <a16:creationId xmlns:a16="http://schemas.microsoft.com/office/drawing/2014/main" id="{672F0D4D-AE59-D335-50F4-A1F4418EAF21}"/>
              </a:ext>
            </a:extLst>
          </p:cNvPr>
          <p:cNvCxnSpPr>
            <a:cxnSpLocks/>
            <a:stCxn id="148" idx="2"/>
            <a:endCxn id="562" idx="0"/>
          </p:cNvCxnSpPr>
          <p:nvPr/>
        </p:nvCxnSpPr>
        <p:spPr>
          <a:xfrm flipH="1">
            <a:off x="5059983" y="2242426"/>
            <a:ext cx="5" cy="107687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151" name="직사각형 17">
            <a:extLst>
              <a:ext uri="{FF2B5EF4-FFF2-40B4-BE49-F238E27FC236}">
                <a16:creationId xmlns:a16="http://schemas.microsoft.com/office/drawing/2014/main" id="{1166C0FE-3A43-D175-BD9D-978062339EC3}"/>
              </a:ext>
            </a:extLst>
          </p:cNvPr>
          <p:cNvSpPr/>
          <p:nvPr/>
        </p:nvSpPr>
        <p:spPr>
          <a:xfrm>
            <a:off x="8272328" y="1566319"/>
            <a:ext cx="1080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[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권고</a:t>
            </a:r>
            <a:r>
              <a:rPr kumimoji="0" lang="en-US" altLang="ko-KR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] 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영향평가 수행</a:t>
            </a:r>
          </a:p>
        </p:txBody>
      </p:sp>
      <p:sp>
        <p:nvSpPr>
          <p:cNvPr id="152" name="사각형: 둥근 모서리 65">
            <a:extLst>
              <a:ext uri="{FF2B5EF4-FFF2-40B4-BE49-F238E27FC236}">
                <a16:creationId xmlns:a16="http://schemas.microsoft.com/office/drawing/2014/main" id="{2152D6C6-D970-6ADD-5076-307599DD251A}"/>
              </a:ext>
            </a:extLst>
          </p:cNvPr>
          <p:cNvSpPr/>
          <p:nvPr/>
        </p:nvSpPr>
        <p:spPr>
          <a:xfrm>
            <a:off x="8236708" y="1483601"/>
            <a:ext cx="371828" cy="1342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9595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14400" latinLnBrk="1"/>
            <a:r>
              <a:rPr lang="ko-KR" altLang="en-US" sz="900" b="1" spc="-150" err="1">
                <a:solidFill>
                  <a:schemeClr val="tx1"/>
                </a:solidFill>
                <a:latin typeface="+mn-ea"/>
              </a:rPr>
              <a:t>고영향</a:t>
            </a:r>
            <a:endParaRPr lang="ko-KR" altLang="en-US" sz="900" b="1" spc="-15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53" name="연결선: 꺾임 34">
            <a:extLst>
              <a:ext uri="{FF2B5EF4-FFF2-40B4-BE49-F238E27FC236}">
                <a16:creationId xmlns:a16="http://schemas.microsoft.com/office/drawing/2014/main" id="{28DE08B4-4A81-3420-B613-8ADBD3962E9C}"/>
              </a:ext>
            </a:extLst>
          </p:cNvPr>
          <p:cNvCxnSpPr>
            <a:cxnSpLocks/>
            <a:stCxn id="565" idx="3"/>
            <a:endCxn id="151" idx="1"/>
          </p:cNvCxnSpPr>
          <p:nvPr/>
        </p:nvCxnSpPr>
        <p:spPr>
          <a:xfrm flipV="1">
            <a:off x="8109832" y="1728319"/>
            <a:ext cx="162496" cy="799146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154" name="Google Shape;134;p5">
            <a:extLst>
              <a:ext uri="{FF2B5EF4-FFF2-40B4-BE49-F238E27FC236}">
                <a16:creationId xmlns:a16="http://schemas.microsoft.com/office/drawing/2014/main" id="{16007ECA-31A8-9E6E-0A49-F54CA756E899}"/>
              </a:ext>
            </a:extLst>
          </p:cNvPr>
          <p:cNvSpPr/>
          <p:nvPr/>
        </p:nvSpPr>
        <p:spPr>
          <a:xfrm>
            <a:off x="334961" y="5956300"/>
            <a:ext cx="900000" cy="568325"/>
          </a:xfrm>
          <a:prstGeom prst="rect">
            <a:avLst/>
          </a:prstGeom>
          <a:solidFill>
            <a:srgbClr val="043B7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sym typeface="Arial"/>
              </a:rPr>
              <a:t>산출물</a:t>
            </a:r>
          </a:p>
        </p:txBody>
      </p:sp>
      <p:sp>
        <p:nvSpPr>
          <p:cNvPr id="158" name="Google Shape;134;p5">
            <a:extLst>
              <a:ext uri="{FF2B5EF4-FFF2-40B4-BE49-F238E27FC236}">
                <a16:creationId xmlns:a16="http://schemas.microsoft.com/office/drawing/2014/main" id="{6BCED59B-238C-CB4F-87DF-A68F2AE4379D}"/>
              </a:ext>
            </a:extLst>
          </p:cNvPr>
          <p:cNvSpPr/>
          <p:nvPr/>
        </p:nvSpPr>
        <p:spPr>
          <a:xfrm>
            <a:off x="1350960" y="5956300"/>
            <a:ext cx="3081339" cy="5683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numCol="2" rtlCol="0" anchor="ctr"/>
          <a:lstStyle/>
          <a:p>
            <a:r>
              <a:rPr lang="en-US" altLang="ko-KR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1) AI </a:t>
            </a:r>
            <a:r>
              <a:rPr lang="ko-KR" altLang="en-US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서비스기획서</a:t>
            </a:r>
            <a:endParaRPr lang="en-US" altLang="ko-KR" sz="800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  <a:p>
            <a:r>
              <a:rPr lang="en-US" altLang="ko-KR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2) AI </a:t>
            </a:r>
            <a:r>
              <a:rPr lang="ko-KR" altLang="en-US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업무 위</a:t>
            </a:r>
            <a:r>
              <a:rPr lang="en-US" altLang="ko-KR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·</a:t>
            </a:r>
            <a:r>
              <a:rPr lang="ko-KR" altLang="en-US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수탁 체크리스트</a:t>
            </a:r>
            <a:endParaRPr lang="en-US" altLang="ko-KR" sz="800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  <a:p>
            <a:r>
              <a:rPr lang="en-US" altLang="ko-KR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  <a:sym typeface="Arial"/>
              </a:rPr>
              <a:t>3) </a:t>
            </a:r>
            <a:r>
              <a:rPr lang="ko-KR" altLang="en-US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  <a:sym typeface="Arial"/>
              </a:rPr>
              <a:t>영향</a:t>
            </a:r>
            <a:r>
              <a:rPr lang="en-US" altLang="ko-KR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  <a:sym typeface="Arial"/>
              </a:rPr>
              <a:t>&amp;</a:t>
            </a:r>
            <a:r>
              <a:rPr lang="ko-KR" altLang="en-US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  <a:sym typeface="Arial"/>
              </a:rPr>
              <a:t>안전성 여부 판단서</a:t>
            </a:r>
            <a:r>
              <a:rPr lang="en-US" altLang="ko-KR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  <a:sym typeface="Arial"/>
              </a:rPr>
              <a:t>, </a:t>
            </a:r>
            <a:r>
              <a:rPr lang="ko-KR" altLang="en-US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  <a:sym typeface="Arial"/>
              </a:rPr>
              <a:t>영향 평가서</a:t>
            </a:r>
            <a:r>
              <a:rPr lang="en-US" altLang="ko-KR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  <a:sym typeface="Arial"/>
              </a:rPr>
              <a:t>, </a:t>
            </a:r>
            <a:r>
              <a:rPr lang="ko-KR" altLang="en-US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  <a:sym typeface="Arial"/>
              </a:rPr>
              <a:t>안정성 평가서 </a:t>
            </a:r>
            <a:endParaRPr lang="en-US" altLang="ko-KR" sz="800" kern="0" spc="-150">
              <a:ln>
                <a:solidFill>
                  <a:srgbClr val="0070C0">
                    <a:alpha val="0"/>
                  </a:srgbClr>
                </a:solidFill>
              </a:ln>
              <a:latin typeface="+mn-ea"/>
              <a:sym typeface="Arial"/>
            </a:endParaRPr>
          </a:p>
          <a:p>
            <a:r>
              <a:rPr lang="en-US" altLang="ko-KR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4) AI </a:t>
            </a:r>
            <a:r>
              <a:rPr lang="ko-KR" altLang="en-US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위험등급평가서</a:t>
            </a:r>
            <a:endParaRPr lang="en-US" altLang="ko-KR" sz="800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  <a:p>
            <a:r>
              <a:rPr lang="en-US" altLang="ko-KR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5) AI </a:t>
            </a:r>
            <a:r>
              <a:rPr lang="ko-KR" altLang="en-US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모델 개발계획서</a:t>
            </a:r>
            <a:endParaRPr lang="en-US" altLang="ko-KR" sz="800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  <a:p>
            <a:r>
              <a:rPr lang="en-US" altLang="ko-KR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6) AI </a:t>
            </a:r>
            <a:r>
              <a:rPr lang="ko-KR" altLang="en-US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서비스 위험관리 계획서</a:t>
            </a:r>
            <a:endParaRPr lang="en-US" altLang="ko-KR" sz="800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  <a:p>
            <a:r>
              <a:rPr lang="en-US" altLang="ko-KR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7) AI </a:t>
            </a:r>
            <a:r>
              <a:rPr lang="ko-KR" altLang="en-US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서비스 위험점검 체크리스트</a:t>
            </a:r>
          </a:p>
        </p:txBody>
      </p:sp>
      <p:sp>
        <p:nvSpPr>
          <p:cNvPr id="164" name="Google Shape;134;p5">
            <a:extLst>
              <a:ext uri="{FF2B5EF4-FFF2-40B4-BE49-F238E27FC236}">
                <a16:creationId xmlns:a16="http://schemas.microsoft.com/office/drawing/2014/main" id="{AF61F15F-E981-99CD-3DD7-D4FCDFA9081D}"/>
              </a:ext>
            </a:extLst>
          </p:cNvPr>
          <p:cNvSpPr/>
          <p:nvPr/>
        </p:nvSpPr>
        <p:spPr>
          <a:xfrm>
            <a:off x="4555331" y="5956300"/>
            <a:ext cx="2292510" cy="5683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numCol="1" rtlCol="0" anchor="ctr"/>
          <a:lstStyle/>
          <a:p>
            <a:r>
              <a:rPr lang="en-US" altLang="ko-KR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8) </a:t>
            </a:r>
            <a:r>
              <a:rPr lang="ko-KR" altLang="en-US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데이터∙</a:t>
            </a:r>
            <a:r>
              <a:rPr lang="en-US" altLang="ko-KR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 </a:t>
            </a:r>
            <a:r>
              <a:rPr lang="ko-KR" altLang="en-US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모델 개발자 검증 결과서</a:t>
            </a:r>
            <a:endParaRPr lang="en-US" altLang="ko-KR" sz="800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  <a:p>
            <a:endParaRPr lang="en-US" altLang="ko-KR" sz="800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</p:txBody>
      </p:sp>
      <p:sp>
        <p:nvSpPr>
          <p:cNvPr id="165" name="Google Shape;134;p5">
            <a:extLst>
              <a:ext uri="{FF2B5EF4-FFF2-40B4-BE49-F238E27FC236}">
                <a16:creationId xmlns:a16="http://schemas.microsoft.com/office/drawing/2014/main" id="{0B001809-E1AB-1A9E-ACF3-9028A00C4175}"/>
              </a:ext>
            </a:extLst>
          </p:cNvPr>
          <p:cNvSpPr/>
          <p:nvPr/>
        </p:nvSpPr>
        <p:spPr>
          <a:xfrm>
            <a:off x="7069931" y="5956300"/>
            <a:ext cx="2292510" cy="5683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numCol="1" rtlCol="0" anchor="ctr"/>
          <a:lstStyle/>
          <a:p>
            <a:r>
              <a:rPr lang="en-US" altLang="ko-KR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  <a:sym typeface="Arial"/>
              </a:rPr>
              <a:t>9) </a:t>
            </a:r>
            <a:r>
              <a:rPr lang="ko-KR" altLang="en-US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  <a:sym typeface="Arial"/>
              </a:rPr>
              <a:t>데이터∙</a:t>
            </a:r>
            <a:r>
              <a:rPr lang="en-US" altLang="ko-KR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  <a:sym typeface="Arial"/>
              </a:rPr>
              <a:t>AI </a:t>
            </a:r>
            <a:r>
              <a:rPr lang="ko-KR" altLang="en-US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  <a:sym typeface="Arial"/>
              </a:rPr>
              <a:t>모델 제</a:t>
            </a:r>
            <a:r>
              <a:rPr lang="en-US" altLang="ko-KR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  <a:sym typeface="Arial"/>
              </a:rPr>
              <a:t>3</a:t>
            </a:r>
            <a:r>
              <a:rPr lang="ko-KR" altLang="en-US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  <a:sym typeface="Arial"/>
              </a:rPr>
              <a:t>자 검증 결과서</a:t>
            </a:r>
            <a:endParaRPr lang="en-US" altLang="ko-KR" sz="800" kern="0" spc="-150">
              <a:ln>
                <a:solidFill>
                  <a:srgbClr val="0070C0">
                    <a:alpha val="0"/>
                  </a:srgbClr>
                </a:solidFill>
              </a:ln>
              <a:latin typeface="+mn-ea"/>
              <a:sym typeface="Arial"/>
            </a:endParaRPr>
          </a:p>
          <a:p>
            <a:r>
              <a:rPr lang="en-US" altLang="ko-KR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10) AI </a:t>
            </a:r>
            <a:r>
              <a:rPr lang="ko-KR" altLang="en-US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서비스 모델설명서</a:t>
            </a:r>
            <a:endParaRPr lang="en-US" altLang="ko-KR" sz="800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  <a:p>
            <a:r>
              <a:rPr lang="en-US" altLang="ko-KR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11) AI </a:t>
            </a:r>
            <a:r>
              <a:rPr lang="ko-KR" altLang="en-US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서비스 위험완화방안 확인서</a:t>
            </a:r>
            <a:endParaRPr lang="en-US" altLang="ko-KR" sz="800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  <a:p>
            <a:r>
              <a:rPr lang="en-US" altLang="ko-KR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  <a:sym typeface="Arial"/>
              </a:rPr>
              <a:t>12) AI </a:t>
            </a:r>
            <a:r>
              <a:rPr lang="ko-KR" altLang="en-US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  <a:sym typeface="Arial"/>
              </a:rPr>
              <a:t>서비스 모니터링 계획서</a:t>
            </a:r>
            <a:endParaRPr lang="en-US" altLang="ko-KR" sz="800" kern="0" spc="-150">
              <a:ln>
                <a:solidFill>
                  <a:srgbClr val="0070C0">
                    <a:alpha val="0"/>
                  </a:srgbClr>
                </a:solidFill>
              </a:ln>
              <a:latin typeface="+mn-ea"/>
              <a:sym typeface="Arial"/>
            </a:endParaRPr>
          </a:p>
          <a:p>
            <a:r>
              <a:rPr lang="en-US" altLang="ko-KR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  <a:sym typeface="Arial"/>
              </a:rPr>
              <a:t>13) AI </a:t>
            </a:r>
            <a:r>
              <a:rPr lang="ko-KR" altLang="en-US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  <a:sym typeface="Arial"/>
              </a:rPr>
              <a:t>서비스 운영 승인 요청서</a:t>
            </a:r>
            <a:endParaRPr lang="en-US" altLang="ko-KR" sz="800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</p:txBody>
      </p:sp>
      <p:sp>
        <p:nvSpPr>
          <p:cNvPr id="166" name="Google Shape;134;p5">
            <a:extLst>
              <a:ext uri="{FF2B5EF4-FFF2-40B4-BE49-F238E27FC236}">
                <a16:creationId xmlns:a16="http://schemas.microsoft.com/office/drawing/2014/main" id="{40E0B8B9-515C-619C-0E08-C73FB7D40E86}"/>
              </a:ext>
            </a:extLst>
          </p:cNvPr>
          <p:cNvSpPr/>
          <p:nvPr/>
        </p:nvSpPr>
        <p:spPr>
          <a:xfrm>
            <a:off x="9511473" y="5956300"/>
            <a:ext cx="2292510" cy="5683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numCol="1" rtlCol="0" anchor="ctr"/>
          <a:lstStyle/>
          <a:p>
            <a:r>
              <a:rPr lang="en-US" altLang="ko-KR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  <a:sym typeface="Arial"/>
              </a:rPr>
              <a:t>14) AI</a:t>
            </a:r>
            <a:r>
              <a:rPr lang="ko-KR" altLang="en-US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  <a:sym typeface="Arial"/>
              </a:rPr>
              <a:t> 서비스 모니터링 보고서</a:t>
            </a:r>
            <a:endParaRPr lang="en-US" altLang="ko-KR" sz="800" kern="0" spc="-150">
              <a:ln>
                <a:solidFill>
                  <a:srgbClr val="0070C0">
                    <a:alpha val="0"/>
                  </a:srgbClr>
                </a:solidFill>
              </a:ln>
              <a:latin typeface="+mn-ea"/>
              <a:sym typeface="Arial"/>
            </a:endParaRPr>
          </a:p>
          <a:p>
            <a:r>
              <a:rPr lang="en-US" altLang="ko-KR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15) AI </a:t>
            </a:r>
            <a:r>
              <a:rPr lang="ko-KR" altLang="en-US" sz="8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서비스 개선계획서</a:t>
            </a:r>
            <a:endParaRPr lang="en-US" altLang="ko-KR" sz="800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</p:txBody>
      </p:sp>
      <p:sp>
        <p:nvSpPr>
          <p:cNvPr id="19" name="직사각형 20">
            <a:extLst>
              <a:ext uri="{FF2B5EF4-FFF2-40B4-BE49-F238E27FC236}">
                <a16:creationId xmlns:a16="http://schemas.microsoft.com/office/drawing/2014/main" id="{99E94BCA-8377-779D-EEAD-1EA5B0B8EEFA}"/>
              </a:ext>
            </a:extLst>
          </p:cNvPr>
          <p:cNvSpPr/>
          <p:nvPr/>
        </p:nvSpPr>
        <p:spPr>
          <a:xfrm>
            <a:off x="10733909" y="1721684"/>
            <a:ext cx="1080000" cy="1914447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 defTabSz="914400">
              <a:defRPr/>
            </a:pPr>
            <a:r>
              <a:rPr kumimoji="0" lang="en-US" altLang="ko-KR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 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서비스 개선</a:t>
            </a:r>
            <a:r>
              <a:rPr lang="en-US" altLang="ko-KR" sz="1000" kern="0" spc="-150" baseline="3000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15)  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 </a:t>
            </a:r>
            <a:endParaRPr kumimoji="0" lang="ko-KR" altLang="en-US" sz="1000" i="0" u="none" kern="0" cap="none" spc="-150" normalizeH="0" baseline="3000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0" name="직사각형 21">
            <a:extLst>
              <a:ext uri="{FF2B5EF4-FFF2-40B4-BE49-F238E27FC236}">
                <a16:creationId xmlns:a16="http://schemas.microsoft.com/office/drawing/2014/main" id="{F9BC5936-CCE4-5709-E457-433B0E38241B}"/>
              </a:ext>
            </a:extLst>
          </p:cNvPr>
          <p:cNvSpPr/>
          <p:nvPr/>
        </p:nvSpPr>
        <p:spPr>
          <a:xfrm>
            <a:off x="9502452" y="4659117"/>
            <a:ext cx="1080000" cy="50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 defTabSz="914400">
              <a:defRPr/>
            </a:pP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AI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위험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관리 계획 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이행 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확인 후 승인</a:t>
            </a:r>
            <a:endParaRPr kumimoji="0" lang="ko-KR" altLang="en-US" sz="1000" i="0" u="non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1" name="직사각형 22">
            <a:extLst>
              <a:ext uri="{FF2B5EF4-FFF2-40B4-BE49-F238E27FC236}">
                <a16:creationId xmlns:a16="http://schemas.microsoft.com/office/drawing/2014/main" id="{047F50BB-96D8-6911-5D06-D20653A6D662}"/>
              </a:ext>
            </a:extLst>
          </p:cNvPr>
          <p:cNvSpPr/>
          <p:nvPr/>
        </p:nvSpPr>
        <p:spPr>
          <a:xfrm>
            <a:off x="10732873" y="4659117"/>
            <a:ext cx="1080000" cy="50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 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위험</a:t>
            </a: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모니터링</a:t>
            </a:r>
            <a:endParaRPr kumimoji="0" lang="en-US" altLang="ko-KR" sz="1000" i="0" u="non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결과 점검</a:t>
            </a:r>
          </a:p>
        </p:txBody>
      </p:sp>
      <p:cxnSp>
        <p:nvCxnSpPr>
          <p:cNvPr id="22" name="직선 화살표 연결선 38">
            <a:extLst>
              <a:ext uri="{FF2B5EF4-FFF2-40B4-BE49-F238E27FC236}">
                <a16:creationId xmlns:a16="http://schemas.microsoft.com/office/drawing/2014/main" id="{EA678E6A-7F20-D0FB-C7BD-4410D47753B3}"/>
              </a:ext>
            </a:extLst>
          </p:cNvPr>
          <p:cNvCxnSpPr>
            <a:cxnSpLocks/>
            <a:stCxn id="21" idx="0"/>
            <a:endCxn id="19" idx="2"/>
          </p:cNvCxnSpPr>
          <p:nvPr/>
        </p:nvCxnSpPr>
        <p:spPr>
          <a:xfrm flipV="1">
            <a:off x="11272873" y="3636131"/>
            <a:ext cx="1036" cy="1022986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23" name="연결선: 꺾임 39">
            <a:extLst>
              <a:ext uri="{FF2B5EF4-FFF2-40B4-BE49-F238E27FC236}">
                <a16:creationId xmlns:a16="http://schemas.microsoft.com/office/drawing/2014/main" id="{87376C4E-5359-1FFB-CA07-97829CBB301D}"/>
              </a:ext>
            </a:extLst>
          </p:cNvPr>
          <p:cNvCxnSpPr>
            <a:cxnSpLocks/>
            <a:stCxn id="33" idx="3"/>
            <a:endCxn id="21" idx="1"/>
          </p:cNvCxnSpPr>
          <p:nvPr/>
        </p:nvCxnSpPr>
        <p:spPr>
          <a:xfrm>
            <a:off x="10582452" y="3936314"/>
            <a:ext cx="150421" cy="974803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24" name="직선 화살표 연결선 53">
            <a:extLst>
              <a:ext uri="{FF2B5EF4-FFF2-40B4-BE49-F238E27FC236}">
                <a16:creationId xmlns:a16="http://schemas.microsoft.com/office/drawing/2014/main" id="{400DE256-81C8-7598-CA08-7F7409B6A3E7}"/>
              </a:ext>
            </a:extLst>
          </p:cNvPr>
          <p:cNvCxnSpPr>
            <a:cxnSpLocks/>
          </p:cNvCxnSpPr>
          <p:nvPr/>
        </p:nvCxnSpPr>
        <p:spPr>
          <a:xfrm flipV="1">
            <a:off x="9542780" y="3135057"/>
            <a:ext cx="0" cy="1527316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25" name="직사각형 50">
            <a:extLst>
              <a:ext uri="{FF2B5EF4-FFF2-40B4-BE49-F238E27FC236}">
                <a16:creationId xmlns:a16="http://schemas.microsoft.com/office/drawing/2014/main" id="{23A4FAD1-5521-BC2F-7326-C1E6DDE66845}"/>
              </a:ext>
            </a:extLst>
          </p:cNvPr>
          <p:cNvSpPr/>
          <p:nvPr/>
        </p:nvSpPr>
        <p:spPr>
          <a:xfrm>
            <a:off x="9862452" y="3313732"/>
            <a:ext cx="720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kern="0" cap="none" spc="-150" normalizeH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 </a:t>
            </a:r>
            <a:r>
              <a:rPr kumimoji="0" lang="ko-KR" altLang="en-US" sz="1000" i="0" u="none" kern="0" cap="none" spc="-150" normalizeH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서비스 운영</a:t>
            </a:r>
          </a:p>
        </p:txBody>
      </p:sp>
      <p:sp>
        <p:nvSpPr>
          <p:cNvPr id="26" name="직사각형 51">
            <a:extLst>
              <a:ext uri="{FF2B5EF4-FFF2-40B4-BE49-F238E27FC236}">
                <a16:creationId xmlns:a16="http://schemas.microsoft.com/office/drawing/2014/main" id="{E29A484C-F04A-5687-A3D7-9C4C35C5D595}"/>
              </a:ext>
            </a:extLst>
          </p:cNvPr>
          <p:cNvSpPr/>
          <p:nvPr/>
        </p:nvSpPr>
        <p:spPr>
          <a:xfrm>
            <a:off x="9479963" y="2116403"/>
            <a:ext cx="338948" cy="1018653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kern="0" cap="none" spc="-150" normalizeH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 </a:t>
            </a:r>
            <a:r>
              <a:rPr kumimoji="0" lang="ko-KR" altLang="en-US" sz="1000" i="0" u="none" kern="0" cap="none" spc="-150" normalizeH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서비스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배포</a:t>
            </a:r>
            <a:endParaRPr kumimoji="0" lang="ko-KR" altLang="en-US" sz="1000" i="0" u="none" kern="0" cap="none" spc="-150" normalizeH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cxnSp>
        <p:nvCxnSpPr>
          <p:cNvPr id="27" name="직선 화살표 연결선 36">
            <a:extLst>
              <a:ext uri="{FF2B5EF4-FFF2-40B4-BE49-F238E27FC236}">
                <a16:creationId xmlns:a16="http://schemas.microsoft.com/office/drawing/2014/main" id="{350211A1-342A-03D3-1ABB-166C657D7242}"/>
              </a:ext>
            </a:extLst>
          </p:cNvPr>
          <p:cNvCxnSpPr>
            <a:cxnSpLocks/>
          </p:cNvCxnSpPr>
          <p:nvPr/>
        </p:nvCxnSpPr>
        <p:spPr>
          <a:xfrm flipV="1">
            <a:off x="10102340" y="3635495"/>
            <a:ext cx="0" cy="135158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28" name="직사각형 50">
            <a:extLst>
              <a:ext uri="{FF2B5EF4-FFF2-40B4-BE49-F238E27FC236}">
                <a16:creationId xmlns:a16="http://schemas.microsoft.com/office/drawing/2014/main" id="{1843B360-7033-28DD-3F3B-387A1763FFA1}"/>
              </a:ext>
            </a:extLst>
          </p:cNvPr>
          <p:cNvSpPr/>
          <p:nvPr/>
        </p:nvSpPr>
        <p:spPr>
          <a:xfrm>
            <a:off x="9862452" y="1721685"/>
            <a:ext cx="720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서비스 </a:t>
            </a:r>
            <a:endParaRPr lang="en-US" altLang="ko-KR" sz="1000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인수인계</a:t>
            </a:r>
            <a:endParaRPr kumimoji="0" lang="ko-KR" altLang="en-US" sz="1000" i="0" u="none" kern="0" cap="none" spc="-150" normalizeH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cxnSp>
        <p:nvCxnSpPr>
          <p:cNvPr id="29" name="직선 화살표 연결선 38">
            <a:extLst>
              <a:ext uri="{FF2B5EF4-FFF2-40B4-BE49-F238E27FC236}">
                <a16:creationId xmlns:a16="http://schemas.microsoft.com/office/drawing/2014/main" id="{CE9341DE-26DB-B2B3-BED2-A8E93F968493}"/>
              </a:ext>
            </a:extLst>
          </p:cNvPr>
          <p:cNvCxnSpPr>
            <a:cxnSpLocks/>
            <a:stCxn id="28" idx="2"/>
          </p:cNvCxnSpPr>
          <p:nvPr/>
        </p:nvCxnSpPr>
        <p:spPr>
          <a:xfrm>
            <a:off x="10222452" y="2045685"/>
            <a:ext cx="0" cy="1265810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30" name="연결선: 꺾임 39">
            <a:extLst>
              <a:ext uri="{FF2B5EF4-FFF2-40B4-BE49-F238E27FC236}">
                <a16:creationId xmlns:a16="http://schemas.microsoft.com/office/drawing/2014/main" id="{B802F97E-7FC3-4808-1968-923BEDF8C346}"/>
              </a:ext>
            </a:extLst>
          </p:cNvPr>
          <p:cNvCxnSpPr>
            <a:cxnSpLocks/>
            <a:stCxn id="25" idx="3"/>
            <a:endCxn id="19" idx="1"/>
          </p:cNvCxnSpPr>
          <p:nvPr/>
        </p:nvCxnSpPr>
        <p:spPr>
          <a:xfrm flipV="1">
            <a:off x="10582452" y="2678908"/>
            <a:ext cx="151457" cy="796824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31" name="연결선: 꺾임 39">
            <a:extLst>
              <a:ext uri="{FF2B5EF4-FFF2-40B4-BE49-F238E27FC236}">
                <a16:creationId xmlns:a16="http://schemas.microsoft.com/office/drawing/2014/main" id="{744A2214-453E-1702-2CE6-EA6ED1B942A7}"/>
              </a:ext>
            </a:extLst>
          </p:cNvPr>
          <p:cNvCxnSpPr>
            <a:cxnSpLocks/>
            <a:stCxn id="26" idx="2"/>
            <a:endCxn id="25" idx="1"/>
          </p:cNvCxnSpPr>
          <p:nvPr/>
        </p:nvCxnSpPr>
        <p:spPr>
          <a:xfrm rot="16200000" flipH="1">
            <a:off x="9585606" y="3198886"/>
            <a:ext cx="340676" cy="213015"/>
          </a:xfrm>
          <a:prstGeom prst="bentConnector2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32" name="직선 화살표 연결선 36">
            <a:extLst>
              <a:ext uri="{FF2B5EF4-FFF2-40B4-BE49-F238E27FC236}">
                <a16:creationId xmlns:a16="http://schemas.microsoft.com/office/drawing/2014/main" id="{93A433DA-6538-948C-92DF-AE351CB7573C}"/>
              </a:ext>
            </a:extLst>
          </p:cNvPr>
          <p:cNvCxnSpPr>
            <a:cxnSpLocks/>
          </p:cNvCxnSpPr>
          <p:nvPr/>
        </p:nvCxnSpPr>
        <p:spPr>
          <a:xfrm>
            <a:off x="10379200" y="3637303"/>
            <a:ext cx="0" cy="134169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33" name="직사각형 50">
            <a:extLst>
              <a:ext uri="{FF2B5EF4-FFF2-40B4-BE49-F238E27FC236}">
                <a16:creationId xmlns:a16="http://schemas.microsoft.com/office/drawing/2014/main" id="{B28F874D-4AB7-1A5A-2F84-5C3FBC14D6E5}"/>
              </a:ext>
            </a:extLst>
          </p:cNvPr>
          <p:cNvSpPr/>
          <p:nvPr/>
        </p:nvSpPr>
        <p:spPr>
          <a:xfrm>
            <a:off x="9862452" y="3774314"/>
            <a:ext cx="720000" cy="324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lvl="0" algn="ctr" defTabSz="914400">
              <a:defRPr/>
            </a:pP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위험 모니터링</a:t>
            </a:r>
            <a:r>
              <a:rPr lang="en-US" altLang="ko-KR" sz="1000" kern="0" spc="-150" baseline="3000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14) </a:t>
            </a:r>
            <a:endParaRPr lang="ko-KR" altLang="en-US" sz="1000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1346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6413F3C-88F7-293B-1598-B05998BD1D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B5FFD2-789F-4C96-83BA-B31B140A0F1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Next Plan</a:t>
            </a:r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2CF7011-29B8-1E69-517B-AC8CB515A10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ITSM–AI </a:t>
            </a:r>
            <a:r>
              <a:rPr lang="ko-KR" altLang="en-US"/>
              <a:t>위험관리시스템</a:t>
            </a:r>
            <a:r>
              <a:rPr lang="en-US" altLang="ko-KR"/>
              <a:t>–AI </a:t>
            </a:r>
            <a:r>
              <a:rPr lang="ko-KR" altLang="en-US"/>
              <a:t>위험평가시스템 구축 요건 수립을 기반으로</a:t>
            </a:r>
            <a:r>
              <a:rPr lang="en-US" altLang="ko-KR"/>
              <a:t>, </a:t>
            </a:r>
            <a:r>
              <a:rPr lang="ko-KR" altLang="en-US"/>
              <a:t>효율적</a:t>
            </a:r>
            <a:r>
              <a:rPr lang="en-US" altLang="ko-KR"/>
              <a:t>·</a:t>
            </a:r>
            <a:r>
              <a:rPr lang="ko-KR" altLang="en-US"/>
              <a:t>일관된 수행을 위해 </a:t>
            </a:r>
            <a:r>
              <a:rPr lang="en-US" altLang="ko-KR"/>
              <a:t>AI </a:t>
            </a:r>
            <a:r>
              <a:rPr lang="ko-KR" altLang="en-US"/>
              <a:t>거버넌스 오퍼레이션의 시스템 기반 자동화가 필요함</a:t>
            </a:r>
          </a:p>
        </p:txBody>
      </p:sp>
      <p:sp>
        <p:nvSpPr>
          <p:cNvPr id="7" name="Google Shape;298;p6">
            <a:extLst>
              <a:ext uri="{FF2B5EF4-FFF2-40B4-BE49-F238E27FC236}">
                <a16:creationId xmlns:a16="http://schemas.microsoft.com/office/drawing/2014/main" id="{38343249-3D36-EB58-2811-AB75AF1223DE}"/>
              </a:ext>
            </a:extLst>
          </p:cNvPr>
          <p:cNvSpPr/>
          <p:nvPr/>
        </p:nvSpPr>
        <p:spPr>
          <a:xfrm>
            <a:off x="689778" y="1784603"/>
            <a:ext cx="10785487" cy="1368633"/>
          </a:xfrm>
          <a:prstGeom prst="rect">
            <a:avLst/>
          </a:prstGeom>
          <a:solidFill>
            <a:srgbClr val="F58220"/>
          </a:solidFill>
          <a:ln w="12700" cap="flat" cmpd="sng">
            <a:solidFill>
              <a:schemeClr val="bg1">
                <a:lumMod val="8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endParaRPr lang="ko-KR" sz="1800" b="0" i="0" u="none" strike="noStrike" cap="none" noProof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8" name="Google Shape;299;p6">
            <a:extLst>
              <a:ext uri="{FF2B5EF4-FFF2-40B4-BE49-F238E27FC236}">
                <a16:creationId xmlns:a16="http://schemas.microsoft.com/office/drawing/2014/main" id="{E2CC23F0-555E-5529-772D-40E246EF735D}"/>
              </a:ext>
            </a:extLst>
          </p:cNvPr>
          <p:cNvSpPr txBox="1"/>
          <p:nvPr/>
        </p:nvSpPr>
        <p:spPr>
          <a:xfrm>
            <a:off x="747345" y="1794513"/>
            <a:ext cx="10670352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</a:pPr>
            <a:r>
              <a:rPr lang="ko-KR" sz="1400" b="1" i="0" u="none" strike="noStrike" cap="none" noProof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ITSM</a:t>
            </a:r>
            <a:endParaRPr lang="ko-KR" noProof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Google Shape;301;p6">
            <a:extLst>
              <a:ext uri="{FF2B5EF4-FFF2-40B4-BE49-F238E27FC236}">
                <a16:creationId xmlns:a16="http://schemas.microsoft.com/office/drawing/2014/main" id="{90B615D3-6EE4-8AEB-5B82-ACF1673B729E}"/>
              </a:ext>
            </a:extLst>
          </p:cNvPr>
          <p:cNvSpPr/>
          <p:nvPr/>
        </p:nvSpPr>
        <p:spPr>
          <a:xfrm>
            <a:off x="669856" y="3354580"/>
            <a:ext cx="10785487" cy="1348626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bg1">
                <a:lumMod val="8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endParaRPr lang="ko-KR" sz="1800" b="0" i="0" u="none" strike="noStrike" cap="none" noProof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1" name="Google Shape;302;p6">
            <a:extLst>
              <a:ext uri="{FF2B5EF4-FFF2-40B4-BE49-F238E27FC236}">
                <a16:creationId xmlns:a16="http://schemas.microsoft.com/office/drawing/2014/main" id="{CE296A02-E996-7534-CC68-76BD29912104}"/>
              </a:ext>
            </a:extLst>
          </p:cNvPr>
          <p:cNvSpPr txBox="1"/>
          <p:nvPr/>
        </p:nvSpPr>
        <p:spPr>
          <a:xfrm>
            <a:off x="727423" y="3364491"/>
            <a:ext cx="10670352" cy="418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</a:pPr>
            <a:r>
              <a:rPr lang="ko-KR" sz="1400" b="1" i="0" u="none" strike="noStrike" cap="none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AI 위험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</a:pPr>
            <a:r>
              <a:rPr lang="ko-KR" sz="1400" b="1" i="0" u="none" strike="noStrike" cap="none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관리시스템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Google Shape;304;p6">
            <a:extLst>
              <a:ext uri="{FF2B5EF4-FFF2-40B4-BE49-F238E27FC236}">
                <a16:creationId xmlns:a16="http://schemas.microsoft.com/office/drawing/2014/main" id="{68853668-4D6E-76EB-33AF-B01381B9E5CD}"/>
              </a:ext>
            </a:extLst>
          </p:cNvPr>
          <p:cNvSpPr/>
          <p:nvPr/>
        </p:nvSpPr>
        <p:spPr>
          <a:xfrm>
            <a:off x="669852" y="4904549"/>
            <a:ext cx="10805411" cy="1348626"/>
          </a:xfrm>
          <a:prstGeom prst="rect">
            <a:avLst/>
          </a:prstGeom>
          <a:solidFill>
            <a:srgbClr val="00A9CE"/>
          </a:solidFill>
          <a:ln w="12700" cap="flat" cmpd="sng">
            <a:solidFill>
              <a:schemeClr val="bg1">
                <a:lumMod val="8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endParaRPr lang="ko-KR" sz="1800" b="0" i="0" u="none" strike="noStrike" cap="none" noProof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4" name="Google Shape;305;p6">
            <a:extLst>
              <a:ext uri="{FF2B5EF4-FFF2-40B4-BE49-F238E27FC236}">
                <a16:creationId xmlns:a16="http://schemas.microsoft.com/office/drawing/2014/main" id="{76629838-86BA-672F-E485-9191C9C0F238}"/>
              </a:ext>
            </a:extLst>
          </p:cNvPr>
          <p:cNvSpPr txBox="1"/>
          <p:nvPr/>
        </p:nvSpPr>
        <p:spPr>
          <a:xfrm>
            <a:off x="727419" y="4914460"/>
            <a:ext cx="10690276" cy="418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</a:pPr>
            <a:r>
              <a:rPr lang="ko-KR" sz="1400" b="1" i="0" u="none" strike="noStrike" cap="none" noProof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AI 위험 </a:t>
            </a:r>
            <a:endParaRPr lang="ko-KR" noProof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</a:pPr>
            <a:r>
              <a:rPr lang="ko-KR" sz="1400" b="1" i="0" u="none" strike="noStrike" cap="none" noProof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평가시스템</a:t>
            </a:r>
            <a:endParaRPr lang="ko-KR" noProof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Google Shape;307;p6">
            <a:extLst>
              <a:ext uri="{FF2B5EF4-FFF2-40B4-BE49-F238E27FC236}">
                <a16:creationId xmlns:a16="http://schemas.microsoft.com/office/drawing/2014/main" id="{A9470454-241E-5526-058E-1F9B547676CB}"/>
              </a:ext>
            </a:extLst>
          </p:cNvPr>
          <p:cNvSpPr/>
          <p:nvPr/>
        </p:nvSpPr>
        <p:spPr>
          <a:xfrm>
            <a:off x="1501759" y="2339247"/>
            <a:ext cx="1248849" cy="295533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bg1">
                <a:lumMod val="8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7" name="Google Shape;308;p6">
            <a:extLst>
              <a:ext uri="{FF2B5EF4-FFF2-40B4-BE49-F238E27FC236}">
                <a16:creationId xmlns:a16="http://schemas.microsoft.com/office/drawing/2014/main" id="{0A15A75C-6584-CACF-8EA6-6CBEC4073F5C}"/>
              </a:ext>
            </a:extLst>
          </p:cNvPr>
          <p:cNvSpPr txBox="1"/>
          <p:nvPr/>
        </p:nvSpPr>
        <p:spPr>
          <a:xfrm>
            <a:off x="1559327" y="2377004"/>
            <a:ext cx="1133713" cy="220017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lang="ko-KR" sz="1200" b="0" i="0" u="none" strike="noStrike" cap="none" noProof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AI서비스</a:t>
            </a:r>
            <a:r>
              <a:rPr lang="ko-KR" sz="1200" b="0" i="0" u="none" strike="noStrike" cap="none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 기획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Google Shape;310;p6">
            <a:extLst>
              <a:ext uri="{FF2B5EF4-FFF2-40B4-BE49-F238E27FC236}">
                <a16:creationId xmlns:a16="http://schemas.microsoft.com/office/drawing/2014/main" id="{A0F7F5DC-29C8-6812-1A08-A810D4CAAA47}"/>
              </a:ext>
            </a:extLst>
          </p:cNvPr>
          <p:cNvSpPr/>
          <p:nvPr/>
        </p:nvSpPr>
        <p:spPr>
          <a:xfrm>
            <a:off x="3077604" y="2339248"/>
            <a:ext cx="1373733" cy="295532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bg1">
                <a:lumMod val="8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800"/>
            </a:pPr>
            <a:r>
              <a:rPr lang="ko-KR" altLang="ko-KR" sz="1200" spc="-1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AI</a:t>
            </a:r>
            <a:r>
              <a:rPr lang="en-US" altLang="ko-KR" sz="1200" spc="-1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 </a:t>
            </a:r>
            <a:r>
              <a:rPr lang="ko-KR" altLang="ko-KR" sz="1200" spc="-1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위험/영향/안전성 식별</a:t>
            </a:r>
            <a:r>
              <a:rPr lang="en-US" altLang="ko-KR" sz="1200" spc="-1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 </a:t>
            </a:r>
            <a:r>
              <a:rPr lang="ko-KR" altLang="en-US" sz="1200" spc="-1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및 </a:t>
            </a:r>
            <a:r>
              <a:rPr lang="ko-KR" altLang="ko-KR" sz="1200" spc="-1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평가</a:t>
            </a:r>
            <a:endParaRPr lang="ko-KR" altLang="ko-KR" sz="1200" spc="-15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Google Shape;313;p6">
            <a:extLst>
              <a:ext uri="{FF2B5EF4-FFF2-40B4-BE49-F238E27FC236}">
                <a16:creationId xmlns:a16="http://schemas.microsoft.com/office/drawing/2014/main" id="{265B6FFF-A180-6BD4-B26D-1CF24160876A}"/>
              </a:ext>
            </a:extLst>
          </p:cNvPr>
          <p:cNvSpPr/>
          <p:nvPr/>
        </p:nvSpPr>
        <p:spPr>
          <a:xfrm>
            <a:off x="4778333" y="2324470"/>
            <a:ext cx="1135319" cy="325085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bg1">
                <a:lumMod val="8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endParaRPr lang="ko-KR" sz="1800" b="0" i="0" u="none" strike="noStrike" cap="none" noProof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21" name="Google Shape;314;p6">
            <a:extLst>
              <a:ext uri="{FF2B5EF4-FFF2-40B4-BE49-F238E27FC236}">
                <a16:creationId xmlns:a16="http://schemas.microsoft.com/office/drawing/2014/main" id="{5C969949-2358-468D-2E51-B95B1B98DB01}"/>
              </a:ext>
            </a:extLst>
          </p:cNvPr>
          <p:cNvSpPr txBox="1"/>
          <p:nvPr/>
        </p:nvSpPr>
        <p:spPr>
          <a:xfrm>
            <a:off x="4835901" y="2396096"/>
            <a:ext cx="1020183" cy="181832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lang="ko-KR" sz="1200" b="0" i="0" u="none" strike="noStrike" cap="none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서비스 승인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Google Shape;316;p6">
            <a:extLst>
              <a:ext uri="{FF2B5EF4-FFF2-40B4-BE49-F238E27FC236}">
                <a16:creationId xmlns:a16="http://schemas.microsoft.com/office/drawing/2014/main" id="{776CD367-59F0-B790-25C5-8A73BC3741EB}"/>
              </a:ext>
            </a:extLst>
          </p:cNvPr>
          <p:cNvSpPr/>
          <p:nvPr/>
        </p:nvSpPr>
        <p:spPr>
          <a:xfrm>
            <a:off x="6303090" y="2324470"/>
            <a:ext cx="1135319" cy="325085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bg1">
                <a:lumMod val="8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endParaRPr lang="ko-KR" sz="1800" b="0" i="0" u="none" strike="noStrike" cap="none" noProof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24" name="Google Shape;317;p6">
            <a:extLst>
              <a:ext uri="{FF2B5EF4-FFF2-40B4-BE49-F238E27FC236}">
                <a16:creationId xmlns:a16="http://schemas.microsoft.com/office/drawing/2014/main" id="{F95C4197-BE64-3EE1-1C78-B4390DB50F52}"/>
              </a:ext>
            </a:extLst>
          </p:cNvPr>
          <p:cNvSpPr txBox="1"/>
          <p:nvPr/>
        </p:nvSpPr>
        <p:spPr>
          <a:xfrm>
            <a:off x="6360658" y="2396096"/>
            <a:ext cx="1020183" cy="181832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lang="ko-KR" sz="1200" b="0" i="0" u="none" strike="noStrike" cap="none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서비스 개발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Google Shape;319;p6">
            <a:extLst>
              <a:ext uri="{FF2B5EF4-FFF2-40B4-BE49-F238E27FC236}">
                <a16:creationId xmlns:a16="http://schemas.microsoft.com/office/drawing/2014/main" id="{F6253128-CC4F-B3D4-C309-7EA89C2DAE26}"/>
              </a:ext>
            </a:extLst>
          </p:cNvPr>
          <p:cNvSpPr/>
          <p:nvPr/>
        </p:nvSpPr>
        <p:spPr>
          <a:xfrm>
            <a:off x="7827848" y="2324470"/>
            <a:ext cx="1135319" cy="325085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bg1">
                <a:lumMod val="8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endParaRPr lang="ko-KR" sz="1800" b="0" i="0" u="none" strike="noStrike" cap="none" noProof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27" name="Google Shape;320;p6">
            <a:extLst>
              <a:ext uri="{FF2B5EF4-FFF2-40B4-BE49-F238E27FC236}">
                <a16:creationId xmlns:a16="http://schemas.microsoft.com/office/drawing/2014/main" id="{3CAF42D8-250A-7CA6-537B-87A9E790DF82}"/>
              </a:ext>
            </a:extLst>
          </p:cNvPr>
          <p:cNvSpPr txBox="1"/>
          <p:nvPr/>
        </p:nvSpPr>
        <p:spPr>
          <a:xfrm>
            <a:off x="7885416" y="2334665"/>
            <a:ext cx="1020183" cy="304692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lang="ko-KR" sz="1200" b="0" i="0" u="none" strike="noStrike" cap="none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서비스 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lang="ko-KR" sz="1200" b="0" i="0" u="none" strike="noStrike" cap="none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오픈 평가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Google Shape;322;p6">
            <a:extLst>
              <a:ext uri="{FF2B5EF4-FFF2-40B4-BE49-F238E27FC236}">
                <a16:creationId xmlns:a16="http://schemas.microsoft.com/office/drawing/2014/main" id="{7BD8ACF5-AD07-83BD-5629-38C6710AE2A4}"/>
              </a:ext>
            </a:extLst>
          </p:cNvPr>
          <p:cNvSpPr/>
          <p:nvPr/>
        </p:nvSpPr>
        <p:spPr>
          <a:xfrm>
            <a:off x="9352607" y="2324470"/>
            <a:ext cx="1135319" cy="325085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bg1">
                <a:lumMod val="8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endParaRPr lang="ko-KR" sz="1800" b="0" i="0" u="none" strike="noStrike" cap="none" noProof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30" name="Google Shape;323;p6">
            <a:extLst>
              <a:ext uri="{FF2B5EF4-FFF2-40B4-BE49-F238E27FC236}">
                <a16:creationId xmlns:a16="http://schemas.microsoft.com/office/drawing/2014/main" id="{88ECEC41-E154-2E65-8E88-E6C6E86163F8}"/>
              </a:ext>
            </a:extLst>
          </p:cNvPr>
          <p:cNvSpPr txBox="1"/>
          <p:nvPr/>
        </p:nvSpPr>
        <p:spPr>
          <a:xfrm>
            <a:off x="9410175" y="2396096"/>
            <a:ext cx="1020183" cy="181832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lang="ko-KR" sz="1200" b="0" i="0" u="none" strike="noStrike" cap="none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오픈 및 운영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Google Shape;325;p6">
            <a:extLst>
              <a:ext uri="{FF2B5EF4-FFF2-40B4-BE49-F238E27FC236}">
                <a16:creationId xmlns:a16="http://schemas.microsoft.com/office/drawing/2014/main" id="{867F94FC-49EA-4DB6-943C-0F778E66BBD9}"/>
              </a:ext>
            </a:extLst>
          </p:cNvPr>
          <p:cNvSpPr/>
          <p:nvPr/>
        </p:nvSpPr>
        <p:spPr>
          <a:xfrm>
            <a:off x="3386146" y="3832584"/>
            <a:ext cx="1135319" cy="393353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>
            <a:solidFill>
              <a:schemeClr val="bg1">
                <a:lumMod val="8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33" name="Google Shape;326;p6">
            <a:extLst>
              <a:ext uri="{FF2B5EF4-FFF2-40B4-BE49-F238E27FC236}">
                <a16:creationId xmlns:a16="http://schemas.microsoft.com/office/drawing/2014/main" id="{2DBD7597-CCBE-F1FE-67E3-249504BF8D5D}"/>
              </a:ext>
            </a:extLst>
          </p:cNvPr>
          <p:cNvSpPr txBox="1"/>
          <p:nvPr/>
        </p:nvSpPr>
        <p:spPr>
          <a:xfrm>
            <a:off x="3443714" y="3844920"/>
            <a:ext cx="1020183" cy="36867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85000"/>
              </a:schemeClr>
            </a:solidFill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lang="ko-KR" sz="1200" b="0" i="0" u="none" strike="noStrike" cap="none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서비스 위험 평가(수치화)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Google Shape;328;p6">
            <a:extLst>
              <a:ext uri="{FF2B5EF4-FFF2-40B4-BE49-F238E27FC236}">
                <a16:creationId xmlns:a16="http://schemas.microsoft.com/office/drawing/2014/main" id="{919CDDFC-C0F0-A308-454C-2D8CD14246FC}"/>
              </a:ext>
            </a:extLst>
          </p:cNvPr>
          <p:cNvSpPr/>
          <p:nvPr/>
        </p:nvSpPr>
        <p:spPr>
          <a:xfrm>
            <a:off x="4876245" y="3832584"/>
            <a:ext cx="2641209" cy="393353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>
            <a:solidFill>
              <a:schemeClr val="bg1">
                <a:lumMod val="8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endParaRPr lang="ko-KR" sz="1800" b="0" i="0" u="none" strike="noStrike" cap="none" noProof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36" name="Google Shape;329;p6">
            <a:extLst>
              <a:ext uri="{FF2B5EF4-FFF2-40B4-BE49-F238E27FC236}">
                <a16:creationId xmlns:a16="http://schemas.microsoft.com/office/drawing/2014/main" id="{4FA9DF38-4B18-2E03-34A2-E4532752DB50}"/>
              </a:ext>
            </a:extLst>
          </p:cNvPr>
          <p:cNvSpPr txBox="1"/>
          <p:nvPr/>
        </p:nvSpPr>
        <p:spPr>
          <a:xfrm>
            <a:off x="4933811" y="3844920"/>
            <a:ext cx="2526075" cy="36867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85000"/>
              </a:schemeClr>
            </a:solidFill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lang="ko-KR" sz="1200" b="0" i="0" u="none" strike="noStrike" cap="none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위험 감소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lang="ko-KR" sz="1200" b="0" i="0" u="none" strike="noStrike" cap="none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진행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Google Shape;331;p6">
            <a:extLst>
              <a:ext uri="{FF2B5EF4-FFF2-40B4-BE49-F238E27FC236}">
                <a16:creationId xmlns:a16="http://schemas.microsoft.com/office/drawing/2014/main" id="{ABF760A7-D72B-3B79-9C58-523F7FAADE29}"/>
              </a:ext>
            </a:extLst>
          </p:cNvPr>
          <p:cNvSpPr/>
          <p:nvPr/>
        </p:nvSpPr>
        <p:spPr>
          <a:xfrm>
            <a:off x="7867371" y="3832584"/>
            <a:ext cx="1135319" cy="393353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>
            <a:solidFill>
              <a:schemeClr val="bg1">
                <a:lumMod val="8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endParaRPr lang="ko-KR" sz="1800" b="0" i="0" u="none" strike="noStrike" cap="none" noProof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39" name="Google Shape;332;p6">
            <a:extLst>
              <a:ext uri="{FF2B5EF4-FFF2-40B4-BE49-F238E27FC236}">
                <a16:creationId xmlns:a16="http://schemas.microsoft.com/office/drawing/2014/main" id="{4047720A-274B-CC07-E983-C725D1A82C53}"/>
              </a:ext>
            </a:extLst>
          </p:cNvPr>
          <p:cNvSpPr txBox="1"/>
          <p:nvPr/>
        </p:nvSpPr>
        <p:spPr>
          <a:xfrm>
            <a:off x="7924939" y="3849141"/>
            <a:ext cx="1020183" cy="36023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85000"/>
              </a:schemeClr>
            </a:solidFill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lang="ko-KR" sz="1200" b="0" i="0" u="none" strike="noStrike" cap="none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위험성 재평가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Google Shape;334;p6">
            <a:extLst>
              <a:ext uri="{FF2B5EF4-FFF2-40B4-BE49-F238E27FC236}">
                <a16:creationId xmlns:a16="http://schemas.microsoft.com/office/drawing/2014/main" id="{1242600E-6A78-BF12-8155-919057C6CBE3}"/>
              </a:ext>
            </a:extLst>
          </p:cNvPr>
          <p:cNvSpPr/>
          <p:nvPr/>
        </p:nvSpPr>
        <p:spPr>
          <a:xfrm>
            <a:off x="9352607" y="3832584"/>
            <a:ext cx="1135319" cy="393353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>
            <a:solidFill>
              <a:schemeClr val="bg1">
                <a:lumMod val="8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endParaRPr lang="ko-KR" sz="1800" b="0" i="0" u="none" strike="noStrike" cap="none" noProof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42" name="Google Shape;335;p6">
            <a:extLst>
              <a:ext uri="{FF2B5EF4-FFF2-40B4-BE49-F238E27FC236}">
                <a16:creationId xmlns:a16="http://schemas.microsoft.com/office/drawing/2014/main" id="{F2EF0246-E9EA-61C5-49A6-26F72076B25A}"/>
              </a:ext>
            </a:extLst>
          </p:cNvPr>
          <p:cNvSpPr txBox="1"/>
          <p:nvPr/>
        </p:nvSpPr>
        <p:spPr>
          <a:xfrm>
            <a:off x="9410175" y="3844920"/>
            <a:ext cx="1020183" cy="36867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85000"/>
              </a:schemeClr>
            </a:solidFill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lang="ko-KR" sz="1200" b="0" i="0" u="none" strike="noStrike" cap="none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수시 위험성 체크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3" name="Google Shape;336;p6">
            <a:extLst>
              <a:ext uri="{FF2B5EF4-FFF2-40B4-BE49-F238E27FC236}">
                <a16:creationId xmlns:a16="http://schemas.microsoft.com/office/drawing/2014/main" id="{ADF5B6F1-FCC4-73E0-6BF0-003D28CE3FD1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2763003" y="2487012"/>
            <a:ext cx="314601" cy="2"/>
          </a:xfrm>
          <a:prstGeom prst="straightConnector1">
            <a:avLst/>
          </a:prstGeom>
          <a:noFill/>
          <a:ln w="12700" cap="flat" cmpd="sng">
            <a:solidFill>
              <a:schemeClr val="bg1">
                <a:lumMod val="85000"/>
              </a:schemeClr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4" name="Google Shape;337;p6">
            <a:extLst>
              <a:ext uri="{FF2B5EF4-FFF2-40B4-BE49-F238E27FC236}">
                <a16:creationId xmlns:a16="http://schemas.microsoft.com/office/drawing/2014/main" id="{0B6D924D-DD68-5775-2225-662C769B8701}"/>
              </a:ext>
            </a:extLst>
          </p:cNvPr>
          <p:cNvCxnSpPr>
            <a:cxnSpLocks/>
            <a:stCxn id="18" idx="3"/>
            <a:endCxn id="20" idx="1"/>
          </p:cNvCxnSpPr>
          <p:nvPr/>
        </p:nvCxnSpPr>
        <p:spPr>
          <a:xfrm flipV="1">
            <a:off x="4451337" y="2487013"/>
            <a:ext cx="326996" cy="2"/>
          </a:xfrm>
          <a:prstGeom prst="straightConnector1">
            <a:avLst/>
          </a:prstGeom>
          <a:noFill/>
          <a:ln w="12700" cap="flat" cmpd="sng">
            <a:solidFill>
              <a:schemeClr val="bg1">
                <a:lumMod val="85000"/>
              </a:schemeClr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5" name="Google Shape;339;p6">
            <a:extLst>
              <a:ext uri="{FF2B5EF4-FFF2-40B4-BE49-F238E27FC236}">
                <a16:creationId xmlns:a16="http://schemas.microsoft.com/office/drawing/2014/main" id="{FD613C59-CEC7-41A8-0A32-38D09ACAC7B1}"/>
              </a:ext>
            </a:extLst>
          </p:cNvPr>
          <p:cNvCxnSpPr>
            <a:cxnSpLocks/>
            <a:stCxn id="23" idx="3"/>
            <a:endCxn id="26" idx="1"/>
          </p:cNvCxnSpPr>
          <p:nvPr/>
        </p:nvCxnSpPr>
        <p:spPr>
          <a:xfrm>
            <a:off x="7438410" y="2487013"/>
            <a:ext cx="389438" cy="0"/>
          </a:xfrm>
          <a:prstGeom prst="straightConnector1">
            <a:avLst/>
          </a:prstGeom>
          <a:noFill/>
          <a:ln w="12700" cap="flat" cmpd="sng">
            <a:solidFill>
              <a:schemeClr val="bg1">
                <a:lumMod val="85000"/>
              </a:schemeClr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6" name="Google Shape;340;p6">
            <a:extLst>
              <a:ext uri="{FF2B5EF4-FFF2-40B4-BE49-F238E27FC236}">
                <a16:creationId xmlns:a16="http://schemas.microsoft.com/office/drawing/2014/main" id="{A9CEFA0A-7F09-CC1F-F0C8-28E651E87EC0}"/>
              </a:ext>
            </a:extLst>
          </p:cNvPr>
          <p:cNvCxnSpPr>
            <a:cxnSpLocks/>
            <a:stCxn id="26" idx="3"/>
            <a:endCxn id="29" idx="1"/>
          </p:cNvCxnSpPr>
          <p:nvPr/>
        </p:nvCxnSpPr>
        <p:spPr>
          <a:xfrm>
            <a:off x="8963167" y="2487013"/>
            <a:ext cx="389439" cy="0"/>
          </a:xfrm>
          <a:prstGeom prst="straightConnector1">
            <a:avLst/>
          </a:prstGeom>
          <a:noFill/>
          <a:ln w="12700" cap="flat" cmpd="sng">
            <a:solidFill>
              <a:schemeClr val="bg1">
                <a:lumMod val="85000"/>
              </a:schemeClr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7" name="Google Shape;341;p6">
            <a:extLst>
              <a:ext uri="{FF2B5EF4-FFF2-40B4-BE49-F238E27FC236}">
                <a16:creationId xmlns:a16="http://schemas.microsoft.com/office/drawing/2014/main" id="{2B655AD8-749F-5C14-438E-83C0CF7C8EC0}"/>
              </a:ext>
            </a:extLst>
          </p:cNvPr>
          <p:cNvCxnSpPr/>
          <p:nvPr/>
        </p:nvCxnSpPr>
        <p:spPr>
          <a:xfrm>
            <a:off x="9630376" y="2683686"/>
            <a:ext cx="2" cy="1148902"/>
          </a:xfrm>
          <a:prstGeom prst="straightConnector1">
            <a:avLst/>
          </a:prstGeom>
          <a:noFill/>
          <a:ln w="12700" cap="flat" cmpd="sng">
            <a:solidFill>
              <a:schemeClr val="bg1">
                <a:lumMod val="85000"/>
              </a:schemeClr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8" name="Google Shape;342;p6">
            <a:extLst>
              <a:ext uri="{FF2B5EF4-FFF2-40B4-BE49-F238E27FC236}">
                <a16:creationId xmlns:a16="http://schemas.microsoft.com/office/drawing/2014/main" id="{2548AA7B-862C-5D18-60CC-4BEAB5BD387D}"/>
              </a:ext>
            </a:extLst>
          </p:cNvPr>
          <p:cNvCxnSpPr/>
          <p:nvPr/>
        </p:nvCxnSpPr>
        <p:spPr>
          <a:xfrm rot="10800000" flipH="1">
            <a:off x="10268988" y="2683686"/>
            <a:ext cx="2" cy="1148902"/>
          </a:xfrm>
          <a:prstGeom prst="straightConnector1">
            <a:avLst/>
          </a:prstGeom>
          <a:noFill/>
          <a:ln w="12700" cap="flat" cmpd="sng">
            <a:solidFill>
              <a:schemeClr val="bg1">
                <a:lumMod val="85000"/>
              </a:schemeClr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9" name="Google Shape;343;p6">
            <a:extLst>
              <a:ext uri="{FF2B5EF4-FFF2-40B4-BE49-F238E27FC236}">
                <a16:creationId xmlns:a16="http://schemas.microsoft.com/office/drawing/2014/main" id="{C7B04531-1D35-84A5-4D28-D3FD29A1141A}"/>
              </a:ext>
            </a:extLst>
          </p:cNvPr>
          <p:cNvCxnSpPr/>
          <p:nvPr/>
        </p:nvCxnSpPr>
        <p:spPr>
          <a:xfrm>
            <a:off x="4533977" y="4029260"/>
            <a:ext cx="329757" cy="1"/>
          </a:xfrm>
          <a:prstGeom prst="straightConnector1">
            <a:avLst/>
          </a:prstGeom>
          <a:noFill/>
          <a:ln w="12700" cap="flat" cmpd="sng">
            <a:solidFill>
              <a:schemeClr val="bg1">
                <a:lumMod val="85000"/>
              </a:schemeClr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0" name="Google Shape;344;p6">
            <a:extLst>
              <a:ext uri="{FF2B5EF4-FFF2-40B4-BE49-F238E27FC236}">
                <a16:creationId xmlns:a16="http://schemas.microsoft.com/office/drawing/2014/main" id="{61C2C68F-1F8E-6FFF-8B3D-E426391AE0D7}"/>
              </a:ext>
            </a:extLst>
          </p:cNvPr>
          <p:cNvCxnSpPr/>
          <p:nvPr/>
        </p:nvCxnSpPr>
        <p:spPr>
          <a:xfrm>
            <a:off x="7530136" y="4029260"/>
            <a:ext cx="324723" cy="2"/>
          </a:xfrm>
          <a:prstGeom prst="straightConnector1">
            <a:avLst/>
          </a:prstGeom>
          <a:noFill/>
          <a:ln w="12700" cap="flat" cmpd="sng">
            <a:solidFill>
              <a:schemeClr val="bg1">
                <a:lumMod val="85000"/>
              </a:schemeClr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1" name="Google Shape;345;p6">
            <a:extLst>
              <a:ext uri="{FF2B5EF4-FFF2-40B4-BE49-F238E27FC236}">
                <a16:creationId xmlns:a16="http://schemas.microsoft.com/office/drawing/2014/main" id="{0EEAC084-E36A-FADF-B139-8E3AE1CA0D62}"/>
              </a:ext>
            </a:extLst>
          </p:cNvPr>
          <p:cNvCxnSpPr/>
          <p:nvPr/>
        </p:nvCxnSpPr>
        <p:spPr>
          <a:xfrm>
            <a:off x="9015201" y="4029260"/>
            <a:ext cx="324894" cy="1"/>
          </a:xfrm>
          <a:prstGeom prst="straightConnector1">
            <a:avLst/>
          </a:prstGeom>
          <a:noFill/>
          <a:ln w="12700" cap="flat" cmpd="sng">
            <a:solidFill>
              <a:schemeClr val="bg1">
                <a:lumMod val="85000"/>
              </a:schemeClr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DAAD536B-F92C-4EAB-60D5-A374C162DB01}"/>
              </a:ext>
            </a:extLst>
          </p:cNvPr>
          <p:cNvGrpSpPr/>
          <p:nvPr/>
        </p:nvGrpSpPr>
        <p:grpSpPr>
          <a:xfrm>
            <a:off x="3386142" y="5133299"/>
            <a:ext cx="7192063" cy="988047"/>
            <a:chOff x="3386142" y="5133299"/>
            <a:chExt cx="7192063" cy="988047"/>
          </a:xfrm>
        </p:grpSpPr>
        <p:sp>
          <p:nvSpPr>
            <p:cNvPr id="53" name="Google Shape;347;p6">
              <a:extLst>
                <a:ext uri="{FF2B5EF4-FFF2-40B4-BE49-F238E27FC236}">
                  <a16:creationId xmlns:a16="http://schemas.microsoft.com/office/drawing/2014/main" id="{CA5FB1B0-8218-506B-A9ED-B68259837726}"/>
                </a:ext>
              </a:extLst>
            </p:cNvPr>
            <p:cNvSpPr/>
            <p:nvPr/>
          </p:nvSpPr>
          <p:spPr>
            <a:xfrm>
              <a:off x="3386146" y="5133299"/>
              <a:ext cx="1915848" cy="393353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Helvetica Neue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endParaRPr>
            </a:p>
          </p:txBody>
        </p:sp>
        <p:sp>
          <p:nvSpPr>
            <p:cNvPr id="54" name="Google Shape;348;p6">
              <a:extLst>
                <a:ext uri="{FF2B5EF4-FFF2-40B4-BE49-F238E27FC236}">
                  <a16:creationId xmlns:a16="http://schemas.microsoft.com/office/drawing/2014/main" id="{D2128F7C-9AC2-0286-B8C9-C94BF76AA714}"/>
                </a:ext>
              </a:extLst>
            </p:cNvPr>
            <p:cNvSpPr txBox="1"/>
            <p:nvPr/>
          </p:nvSpPr>
          <p:spPr>
            <a:xfrm>
              <a:off x="3443714" y="5219966"/>
              <a:ext cx="1800713" cy="22001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Helvetica Neue"/>
                <a:buNone/>
              </a:pPr>
              <a:r>
                <a:rPr lang="ko-KR" sz="1200" b="0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모델 평가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6" name="Google Shape;350;p6">
              <a:extLst>
                <a:ext uri="{FF2B5EF4-FFF2-40B4-BE49-F238E27FC236}">
                  <a16:creationId xmlns:a16="http://schemas.microsoft.com/office/drawing/2014/main" id="{1272F01B-EA49-08CB-4A45-4857413653BD}"/>
                </a:ext>
              </a:extLst>
            </p:cNvPr>
            <p:cNvSpPr/>
            <p:nvPr/>
          </p:nvSpPr>
          <p:spPr>
            <a:xfrm>
              <a:off x="6082516" y="5133299"/>
              <a:ext cx="1915848" cy="393353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Helvetica Neue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endParaRPr>
            </a:p>
          </p:txBody>
        </p:sp>
        <p:sp>
          <p:nvSpPr>
            <p:cNvPr id="57" name="Google Shape;351;p6">
              <a:extLst>
                <a:ext uri="{FF2B5EF4-FFF2-40B4-BE49-F238E27FC236}">
                  <a16:creationId xmlns:a16="http://schemas.microsoft.com/office/drawing/2014/main" id="{67CF9D73-C708-03E5-CD8A-645A29338FD1}"/>
                </a:ext>
              </a:extLst>
            </p:cNvPr>
            <p:cNvSpPr txBox="1"/>
            <p:nvPr/>
          </p:nvSpPr>
          <p:spPr>
            <a:xfrm>
              <a:off x="6140084" y="5219966"/>
              <a:ext cx="1800713" cy="22001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Helvetica Neue"/>
                <a:buNone/>
              </a:pPr>
              <a:r>
                <a:rPr lang="ko-KR" sz="1200" b="0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데이터 평가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9" name="Google Shape;353;p6">
              <a:extLst>
                <a:ext uri="{FF2B5EF4-FFF2-40B4-BE49-F238E27FC236}">
                  <a16:creationId xmlns:a16="http://schemas.microsoft.com/office/drawing/2014/main" id="{B2066286-089D-C9B4-7CFE-CF102371D0DE}"/>
                </a:ext>
              </a:extLst>
            </p:cNvPr>
            <p:cNvSpPr/>
            <p:nvPr/>
          </p:nvSpPr>
          <p:spPr>
            <a:xfrm>
              <a:off x="8636974" y="5133299"/>
              <a:ext cx="1915848" cy="393353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Helvetica Neue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endParaRPr>
            </a:p>
          </p:txBody>
        </p:sp>
        <p:sp>
          <p:nvSpPr>
            <p:cNvPr id="60" name="Google Shape;354;p6">
              <a:extLst>
                <a:ext uri="{FF2B5EF4-FFF2-40B4-BE49-F238E27FC236}">
                  <a16:creationId xmlns:a16="http://schemas.microsoft.com/office/drawing/2014/main" id="{D87F0BED-C405-9793-C2C0-8FCB5D23A541}"/>
                </a:ext>
              </a:extLst>
            </p:cNvPr>
            <p:cNvSpPr txBox="1"/>
            <p:nvPr/>
          </p:nvSpPr>
          <p:spPr>
            <a:xfrm>
              <a:off x="8694542" y="5219966"/>
              <a:ext cx="1800713" cy="22001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Helvetica Neue"/>
                <a:buNone/>
              </a:pPr>
              <a:r>
                <a:rPr lang="ko-KR" sz="1200" b="0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보안 평가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2" name="Google Shape;356;p6">
              <a:extLst>
                <a:ext uri="{FF2B5EF4-FFF2-40B4-BE49-F238E27FC236}">
                  <a16:creationId xmlns:a16="http://schemas.microsoft.com/office/drawing/2014/main" id="{984D74EC-4C26-745A-9F74-156BA1EF83C5}"/>
                </a:ext>
              </a:extLst>
            </p:cNvPr>
            <p:cNvSpPr/>
            <p:nvPr/>
          </p:nvSpPr>
          <p:spPr>
            <a:xfrm>
              <a:off x="7250578" y="5727993"/>
              <a:ext cx="3327627" cy="393353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Helvetica Neue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endParaRPr>
            </a:p>
          </p:txBody>
        </p:sp>
        <p:sp>
          <p:nvSpPr>
            <p:cNvPr id="63" name="Google Shape;357;p6">
              <a:extLst>
                <a:ext uri="{FF2B5EF4-FFF2-40B4-BE49-F238E27FC236}">
                  <a16:creationId xmlns:a16="http://schemas.microsoft.com/office/drawing/2014/main" id="{37080851-7224-A61D-E356-8719C153EE18}"/>
                </a:ext>
              </a:extLst>
            </p:cNvPr>
            <p:cNvSpPr txBox="1"/>
            <p:nvPr/>
          </p:nvSpPr>
          <p:spPr>
            <a:xfrm>
              <a:off x="7308145" y="5814660"/>
              <a:ext cx="3212491" cy="22001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Helvetica Neue"/>
                <a:buNone/>
              </a:pPr>
              <a:r>
                <a:rPr lang="ko-KR" sz="1200" b="0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평가 이력 관리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5" name="Google Shape;359;p6">
              <a:extLst>
                <a:ext uri="{FF2B5EF4-FFF2-40B4-BE49-F238E27FC236}">
                  <a16:creationId xmlns:a16="http://schemas.microsoft.com/office/drawing/2014/main" id="{04403E6B-C642-9B46-B6C2-529E77CA7264}"/>
                </a:ext>
              </a:extLst>
            </p:cNvPr>
            <p:cNvSpPr/>
            <p:nvPr/>
          </p:nvSpPr>
          <p:spPr>
            <a:xfrm>
              <a:off x="3386142" y="5727993"/>
              <a:ext cx="3689779" cy="393353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Helvetica Neue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endParaRPr>
            </a:p>
          </p:txBody>
        </p:sp>
        <p:sp>
          <p:nvSpPr>
            <p:cNvPr id="66" name="Google Shape;360;p6">
              <a:extLst>
                <a:ext uri="{FF2B5EF4-FFF2-40B4-BE49-F238E27FC236}">
                  <a16:creationId xmlns:a16="http://schemas.microsoft.com/office/drawing/2014/main" id="{6F78FF84-8E31-F666-BBE0-6A784817232A}"/>
                </a:ext>
              </a:extLst>
            </p:cNvPr>
            <p:cNvSpPr txBox="1"/>
            <p:nvPr/>
          </p:nvSpPr>
          <p:spPr>
            <a:xfrm>
              <a:off x="3443709" y="5814660"/>
              <a:ext cx="3574644" cy="22001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Helvetica Neue"/>
                <a:buNone/>
              </a:pPr>
              <a:r>
                <a:rPr lang="ko-KR" sz="1200" b="0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평가항목 관리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80" name="Google Shape;365;p6">
            <a:extLst>
              <a:ext uri="{FF2B5EF4-FFF2-40B4-BE49-F238E27FC236}">
                <a16:creationId xmlns:a16="http://schemas.microsoft.com/office/drawing/2014/main" id="{6471BA7C-06EC-201A-CF0A-B42E5FFB810C}"/>
              </a:ext>
            </a:extLst>
          </p:cNvPr>
          <p:cNvSpPr/>
          <p:nvPr/>
        </p:nvSpPr>
        <p:spPr>
          <a:xfrm>
            <a:off x="1501758" y="1876724"/>
            <a:ext cx="2544172" cy="31551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0329" y="0"/>
                </a:lnTo>
                <a:lnTo>
                  <a:pt x="21600" y="10800"/>
                </a:lnTo>
                <a:lnTo>
                  <a:pt x="20329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12700" cap="flat" cmpd="sng">
            <a:solidFill>
              <a:schemeClr val="bg1">
                <a:lumMod val="85000"/>
              </a:schemeClr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endParaRPr lang="ko-KR" sz="1800" b="0" i="0" u="none" strike="noStrike" cap="none" noProof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81" name="Google Shape;366;p6">
            <a:extLst>
              <a:ext uri="{FF2B5EF4-FFF2-40B4-BE49-F238E27FC236}">
                <a16:creationId xmlns:a16="http://schemas.microsoft.com/office/drawing/2014/main" id="{AB11646E-95AE-1851-441C-A59D9119434B}"/>
              </a:ext>
            </a:extLst>
          </p:cNvPr>
          <p:cNvSpPr txBox="1"/>
          <p:nvPr/>
        </p:nvSpPr>
        <p:spPr>
          <a:xfrm>
            <a:off x="1559325" y="1909703"/>
            <a:ext cx="2354190" cy="24955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</a:pPr>
            <a:r>
              <a:rPr lang="ko-KR" sz="1400" b="1" i="0" u="none" strike="noStrike" cap="none" noProof="0" err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기획·설계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8" name="Google Shape;368;p6">
            <a:extLst>
              <a:ext uri="{FF2B5EF4-FFF2-40B4-BE49-F238E27FC236}">
                <a16:creationId xmlns:a16="http://schemas.microsoft.com/office/drawing/2014/main" id="{4ACFC0E4-C71A-D59F-7C05-DCF9ACF86845}"/>
              </a:ext>
            </a:extLst>
          </p:cNvPr>
          <p:cNvSpPr/>
          <p:nvPr/>
        </p:nvSpPr>
        <p:spPr>
          <a:xfrm>
            <a:off x="4045922" y="1876724"/>
            <a:ext cx="2448826" cy="31551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0280" y="0"/>
                </a:lnTo>
                <a:lnTo>
                  <a:pt x="21600" y="10800"/>
                </a:lnTo>
                <a:lnTo>
                  <a:pt x="2028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12700" cap="flat" cmpd="sng">
            <a:solidFill>
              <a:schemeClr val="bg1">
                <a:lumMod val="85000"/>
              </a:schemeClr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endParaRPr lang="ko-KR" sz="1800" b="0" i="0" u="none" strike="noStrike" cap="none" noProof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79" name="Google Shape;369;p6">
            <a:extLst>
              <a:ext uri="{FF2B5EF4-FFF2-40B4-BE49-F238E27FC236}">
                <a16:creationId xmlns:a16="http://schemas.microsoft.com/office/drawing/2014/main" id="{6E118B1C-C782-B28A-A8E6-C02252B387FE}"/>
              </a:ext>
            </a:extLst>
          </p:cNvPr>
          <p:cNvSpPr txBox="1"/>
          <p:nvPr/>
        </p:nvSpPr>
        <p:spPr>
          <a:xfrm>
            <a:off x="4103489" y="1914560"/>
            <a:ext cx="2258844" cy="23983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</a:pPr>
            <a:r>
              <a:rPr lang="ko-KR" sz="1400" b="1" i="0" u="none" strike="noStrike" cap="none" noProof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개발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6" name="Google Shape;371;p6">
            <a:extLst>
              <a:ext uri="{FF2B5EF4-FFF2-40B4-BE49-F238E27FC236}">
                <a16:creationId xmlns:a16="http://schemas.microsoft.com/office/drawing/2014/main" id="{E194799A-FDDD-916D-C7D0-204130A95CEC}"/>
              </a:ext>
            </a:extLst>
          </p:cNvPr>
          <p:cNvSpPr/>
          <p:nvPr/>
        </p:nvSpPr>
        <p:spPr>
          <a:xfrm>
            <a:off x="6494743" y="1876724"/>
            <a:ext cx="2448826" cy="31551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0280" y="0"/>
                </a:lnTo>
                <a:lnTo>
                  <a:pt x="21600" y="10800"/>
                </a:lnTo>
                <a:lnTo>
                  <a:pt x="2028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12700" cap="flat" cmpd="sng">
            <a:solidFill>
              <a:schemeClr val="bg1">
                <a:lumMod val="85000"/>
              </a:schemeClr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</a:pPr>
            <a:endParaRPr lang="ko-KR" sz="1400" b="1" i="0" u="none" strike="noStrike" cap="none" noProof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77" name="Google Shape;372;p6">
            <a:extLst>
              <a:ext uri="{FF2B5EF4-FFF2-40B4-BE49-F238E27FC236}">
                <a16:creationId xmlns:a16="http://schemas.microsoft.com/office/drawing/2014/main" id="{AA7D9BBB-3435-34AF-1296-70C2306CE3AB}"/>
              </a:ext>
            </a:extLst>
          </p:cNvPr>
          <p:cNvSpPr txBox="1"/>
          <p:nvPr/>
        </p:nvSpPr>
        <p:spPr>
          <a:xfrm>
            <a:off x="6552310" y="1909703"/>
            <a:ext cx="2258844" cy="24955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</a:pPr>
            <a:r>
              <a:rPr lang="ko-KR" sz="1400" b="1" i="0" u="none" strike="noStrike" cap="none" noProof="0" err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평가·검증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4" name="Google Shape;374;p6">
            <a:extLst>
              <a:ext uri="{FF2B5EF4-FFF2-40B4-BE49-F238E27FC236}">
                <a16:creationId xmlns:a16="http://schemas.microsoft.com/office/drawing/2014/main" id="{C194D68E-4A03-34D0-621B-5D1843D4ACF4}"/>
              </a:ext>
            </a:extLst>
          </p:cNvPr>
          <p:cNvSpPr/>
          <p:nvPr/>
        </p:nvSpPr>
        <p:spPr>
          <a:xfrm>
            <a:off x="8943563" y="1876724"/>
            <a:ext cx="2448825" cy="31551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0280" y="0"/>
                </a:lnTo>
                <a:lnTo>
                  <a:pt x="21600" y="10800"/>
                </a:lnTo>
                <a:lnTo>
                  <a:pt x="2028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12700" cap="flat" cmpd="sng">
            <a:solidFill>
              <a:schemeClr val="bg1">
                <a:lumMod val="85000"/>
              </a:schemeClr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endParaRPr lang="ko-KR" sz="1800" b="0" i="0" u="none" strike="noStrike" cap="none" noProof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75" name="Google Shape;375;p6">
            <a:extLst>
              <a:ext uri="{FF2B5EF4-FFF2-40B4-BE49-F238E27FC236}">
                <a16:creationId xmlns:a16="http://schemas.microsoft.com/office/drawing/2014/main" id="{815E5BA6-F316-2517-0F37-B670D9E29B81}"/>
              </a:ext>
            </a:extLst>
          </p:cNvPr>
          <p:cNvSpPr txBox="1"/>
          <p:nvPr/>
        </p:nvSpPr>
        <p:spPr>
          <a:xfrm>
            <a:off x="9001130" y="1909703"/>
            <a:ext cx="2258843" cy="24955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</a:pPr>
            <a:r>
              <a:rPr lang="ko-KR" sz="1400" b="1" i="0" u="none" strike="noStrike" cap="none" noProof="0" err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도입·운영·모니터링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2" name="Google Shape;377;p6">
            <a:extLst>
              <a:ext uri="{FF2B5EF4-FFF2-40B4-BE49-F238E27FC236}">
                <a16:creationId xmlns:a16="http://schemas.microsoft.com/office/drawing/2014/main" id="{B8191FAD-2FA0-B014-D6D0-6DD0D9EFB87C}"/>
              </a:ext>
            </a:extLst>
          </p:cNvPr>
          <p:cNvSpPr/>
          <p:nvPr/>
        </p:nvSpPr>
        <p:spPr>
          <a:xfrm>
            <a:off x="1501759" y="2770696"/>
            <a:ext cx="1248849" cy="295533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bg1">
                <a:lumMod val="8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800"/>
            </a:pPr>
            <a:r>
              <a:rPr lang="ko-KR" altLang="ko-KR" sz="1050" err="1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AI서비스</a:t>
            </a:r>
            <a:r>
              <a:rPr lang="ko-KR" altLang="ko-KR" sz="10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 개발 계획</a:t>
            </a:r>
            <a:endParaRPr lang="ko-KR" altLang="ko-KR" sz="105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" name="Google Shape;361;p6">
            <a:extLst>
              <a:ext uri="{FF2B5EF4-FFF2-40B4-BE49-F238E27FC236}">
                <a16:creationId xmlns:a16="http://schemas.microsoft.com/office/drawing/2014/main" id="{459A7BF4-4722-FE57-5DBE-DECD205F6FEB}"/>
              </a:ext>
            </a:extLst>
          </p:cNvPr>
          <p:cNvSpPr/>
          <p:nvPr/>
        </p:nvSpPr>
        <p:spPr>
          <a:xfrm>
            <a:off x="5624028" y="4583237"/>
            <a:ext cx="567659" cy="418033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3444"/>
                </a:moveTo>
                <a:lnTo>
                  <a:pt x="5400" y="13444"/>
                </a:lnTo>
                <a:lnTo>
                  <a:pt x="5400" y="0"/>
                </a:lnTo>
                <a:lnTo>
                  <a:pt x="16200" y="0"/>
                </a:lnTo>
                <a:lnTo>
                  <a:pt x="16200" y="13444"/>
                </a:lnTo>
                <a:lnTo>
                  <a:pt x="21600" y="13444"/>
                </a:lnTo>
                <a:lnTo>
                  <a:pt x="10800" y="21600"/>
                </a:lnTo>
                <a:close/>
              </a:path>
            </a:pathLst>
          </a:custGeom>
          <a:solidFill>
            <a:srgbClr val="A6A6A6"/>
          </a:solidFill>
          <a:ln w="12700" cap="flat" cmpd="sng">
            <a:solidFill>
              <a:schemeClr val="bg1">
                <a:lumMod val="8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endParaRPr lang="ko-KR" sz="1800" b="0" i="0" u="none" strike="noStrike" cap="none" noProof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68" name="Google Shape;362;p6">
            <a:extLst>
              <a:ext uri="{FF2B5EF4-FFF2-40B4-BE49-F238E27FC236}">
                <a16:creationId xmlns:a16="http://schemas.microsoft.com/office/drawing/2014/main" id="{A124ADC0-9792-04F4-D7E9-2130B7A0C6FB}"/>
              </a:ext>
            </a:extLst>
          </p:cNvPr>
          <p:cNvSpPr/>
          <p:nvPr/>
        </p:nvSpPr>
        <p:spPr>
          <a:xfrm rot="10800000">
            <a:off x="7501661" y="4568887"/>
            <a:ext cx="567659" cy="418033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3444"/>
                </a:moveTo>
                <a:lnTo>
                  <a:pt x="5400" y="13444"/>
                </a:lnTo>
                <a:lnTo>
                  <a:pt x="5400" y="0"/>
                </a:lnTo>
                <a:lnTo>
                  <a:pt x="16200" y="0"/>
                </a:lnTo>
                <a:lnTo>
                  <a:pt x="16200" y="13444"/>
                </a:lnTo>
                <a:lnTo>
                  <a:pt x="21600" y="13444"/>
                </a:lnTo>
                <a:lnTo>
                  <a:pt x="10800" y="21600"/>
                </a:lnTo>
                <a:close/>
              </a:path>
            </a:pathLst>
          </a:custGeom>
          <a:solidFill>
            <a:srgbClr val="A6A6A6"/>
          </a:solidFill>
          <a:ln w="12700" cap="flat" cmpd="sng">
            <a:solidFill>
              <a:schemeClr val="bg1">
                <a:lumMod val="8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endParaRPr lang="ko-KR" sz="1800" b="0" i="0" u="none" strike="noStrike" cap="none" noProof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83" name="Google Shape;379;p6">
            <a:extLst>
              <a:ext uri="{FF2B5EF4-FFF2-40B4-BE49-F238E27FC236}">
                <a16:creationId xmlns:a16="http://schemas.microsoft.com/office/drawing/2014/main" id="{41FDA9FD-E0EC-FFB9-3293-41C3C3A449CA}"/>
              </a:ext>
            </a:extLst>
          </p:cNvPr>
          <p:cNvSpPr/>
          <p:nvPr/>
        </p:nvSpPr>
        <p:spPr>
          <a:xfrm>
            <a:off x="5624028" y="3017557"/>
            <a:ext cx="567659" cy="418033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3444"/>
                </a:moveTo>
                <a:lnTo>
                  <a:pt x="5400" y="13444"/>
                </a:lnTo>
                <a:lnTo>
                  <a:pt x="5400" y="0"/>
                </a:lnTo>
                <a:lnTo>
                  <a:pt x="16200" y="0"/>
                </a:lnTo>
                <a:lnTo>
                  <a:pt x="16200" y="13444"/>
                </a:lnTo>
                <a:lnTo>
                  <a:pt x="21600" y="13444"/>
                </a:lnTo>
                <a:lnTo>
                  <a:pt x="10800" y="21600"/>
                </a:lnTo>
                <a:close/>
              </a:path>
            </a:pathLst>
          </a:custGeom>
          <a:solidFill>
            <a:srgbClr val="A6A6A6"/>
          </a:solidFill>
          <a:ln w="12700" cap="flat" cmpd="sng">
            <a:solidFill>
              <a:schemeClr val="bg1">
                <a:lumMod val="8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endParaRPr lang="ko-KR" sz="1800" b="0" i="0" u="none" strike="noStrike" cap="none" noProof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84" name="Google Shape;380;p6">
            <a:extLst>
              <a:ext uri="{FF2B5EF4-FFF2-40B4-BE49-F238E27FC236}">
                <a16:creationId xmlns:a16="http://schemas.microsoft.com/office/drawing/2014/main" id="{0ACE0706-4A88-95A9-8EF4-FBC3D72943D3}"/>
              </a:ext>
            </a:extLst>
          </p:cNvPr>
          <p:cNvSpPr/>
          <p:nvPr/>
        </p:nvSpPr>
        <p:spPr>
          <a:xfrm rot="10800000">
            <a:off x="7501661" y="3003206"/>
            <a:ext cx="567659" cy="418033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3444"/>
                </a:moveTo>
                <a:lnTo>
                  <a:pt x="5400" y="13444"/>
                </a:lnTo>
                <a:lnTo>
                  <a:pt x="5400" y="0"/>
                </a:lnTo>
                <a:lnTo>
                  <a:pt x="16200" y="0"/>
                </a:lnTo>
                <a:lnTo>
                  <a:pt x="16200" y="13444"/>
                </a:lnTo>
                <a:lnTo>
                  <a:pt x="21600" y="13444"/>
                </a:lnTo>
                <a:lnTo>
                  <a:pt x="10800" y="21600"/>
                </a:lnTo>
                <a:close/>
              </a:path>
            </a:pathLst>
          </a:custGeom>
          <a:solidFill>
            <a:srgbClr val="A6A6A6"/>
          </a:solidFill>
          <a:ln w="12700" cap="flat" cmpd="sng">
            <a:solidFill>
              <a:schemeClr val="bg1">
                <a:lumMod val="8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endParaRPr lang="ko-KR" sz="1800" b="0" i="0" u="none" strike="noStrike" cap="none" noProof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cxnSp>
        <p:nvCxnSpPr>
          <p:cNvPr id="100" name="Google Shape;337;p6">
            <a:extLst>
              <a:ext uri="{FF2B5EF4-FFF2-40B4-BE49-F238E27FC236}">
                <a16:creationId xmlns:a16="http://schemas.microsoft.com/office/drawing/2014/main" id="{F451842C-C689-46EF-2C49-F03F220A8EAD}"/>
              </a:ext>
            </a:extLst>
          </p:cNvPr>
          <p:cNvCxnSpPr>
            <a:cxnSpLocks/>
            <a:stCxn id="20" idx="3"/>
            <a:endCxn id="23" idx="1"/>
          </p:cNvCxnSpPr>
          <p:nvPr/>
        </p:nvCxnSpPr>
        <p:spPr>
          <a:xfrm>
            <a:off x="5913652" y="2487013"/>
            <a:ext cx="389438" cy="0"/>
          </a:xfrm>
          <a:prstGeom prst="straightConnector1">
            <a:avLst/>
          </a:prstGeom>
          <a:noFill/>
          <a:ln w="12700" cap="flat" cmpd="sng">
            <a:solidFill>
              <a:schemeClr val="bg1">
                <a:lumMod val="85000"/>
              </a:schemeClr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3637879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2;p27">
            <a:extLst>
              <a:ext uri="{FF2B5EF4-FFF2-40B4-BE49-F238E27FC236}">
                <a16:creationId xmlns:a16="http://schemas.microsoft.com/office/drawing/2014/main" id="{EAB2F12F-47F8-5F9F-E598-7863F06AC36D}"/>
              </a:ext>
            </a:extLst>
          </p:cNvPr>
          <p:cNvSpPr txBox="1"/>
          <p:nvPr/>
        </p:nvSpPr>
        <p:spPr>
          <a:xfrm>
            <a:off x="458561" y="3181627"/>
            <a:ext cx="11274878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ko-KR" altLang="en-US" sz="4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Arial"/>
                <a:sym typeface="Verdana"/>
              </a:rPr>
              <a:t>Ｑ＆Ａ</a:t>
            </a:r>
            <a:endParaRPr sz="1400" b="0" i="0" u="none" strike="noStrike" cap="none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366695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12;p27">
            <a:extLst>
              <a:ext uri="{FF2B5EF4-FFF2-40B4-BE49-F238E27FC236}">
                <a16:creationId xmlns:a16="http://schemas.microsoft.com/office/drawing/2014/main" id="{5ADCDE71-882A-415A-A2B9-0068815FA276}"/>
              </a:ext>
            </a:extLst>
          </p:cNvPr>
          <p:cNvSpPr txBox="1"/>
          <p:nvPr/>
        </p:nvSpPr>
        <p:spPr>
          <a:xfrm>
            <a:off x="458561" y="3181627"/>
            <a:ext cx="11274878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1" i="0" u="none" strike="noStrike" cap="none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Verdana"/>
                <a:sym typeface="Verdana"/>
              </a:rPr>
              <a:t>Thank you!</a:t>
            </a:r>
            <a:endParaRPr sz="1400" b="0" i="0" u="none" strike="noStrike" cap="none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7154930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USTOMLAYOUT" val="F"/>
  <p:tag name="EYLAYOUT" val="White"/>
</p:tagLst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25df02f-3aee-47af-b2f3-c2ea8bcae9a6" xsi:nil="true"/>
    <lcf76f155ced4ddcb4097134ff3c332f xmlns="5192ee0d-e524-4888-b581-1910cadcd210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EB971F96850C604FA9DD4A6FAA1D7E94" ma:contentTypeVersion="11" ma:contentTypeDescription="새 문서를 만듭니다." ma:contentTypeScope="" ma:versionID="a185cea0baeaa08cace236fb6fd1ebef">
  <xsd:schema xmlns:xsd="http://www.w3.org/2001/XMLSchema" xmlns:xs="http://www.w3.org/2001/XMLSchema" xmlns:p="http://schemas.microsoft.com/office/2006/metadata/properties" xmlns:ns2="5192ee0d-e524-4888-b581-1910cadcd210" xmlns:ns3="525df02f-3aee-47af-b2f3-c2ea8bcae9a6" targetNamespace="http://schemas.microsoft.com/office/2006/metadata/properties" ma:root="true" ma:fieldsID="46a0fe0a5856e7b3d34195bf7e8182f7" ns2:_="" ns3:_="">
    <xsd:import namespace="5192ee0d-e524-4888-b581-1910cadcd210"/>
    <xsd:import namespace="525df02f-3aee-47af-b2f3-c2ea8bcae9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92ee0d-e524-4888-b581-1910cadcd21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이미지 태그" ma:readOnly="false" ma:fieldId="{5cf76f15-5ced-4ddc-b409-7134ff3c332f}" ma:taxonomyMulti="true" ma:sspId="33ef62f9-2e07-484b-bd79-00aec90129f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5df02f-3aee-47af-b2f3-c2ea8bcae9a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34e75e4-fe8a-42ea-8266-b68b6e213225}" ma:internalName="TaxCatchAll" ma:showField="CatchAllData" ma:web="525df02f-3aee-47af-b2f3-c2ea8bcae9a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1BAB7E2-13DC-4732-9DFB-383F58CEC96B}">
  <ds:schemaRefs>
    <ds:schemaRef ds:uri="5192ee0d-e524-4888-b581-1910cadcd210"/>
    <ds:schemaRef ds:uri="525df02f-3aee-47af-b2f3-c2ea8bcae9a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190AAD6-57EF-4C90-99FF-78EB99E94B0E}"/>
</file>

<file path=customXml/itemProps3.xml><?xml version="1.0" encoding="utf-8"?>
<ds:datastoreItem xmlns:ds="http://schemas.openxmlformats.org/officeDocument/2006/customXml" ds:itemID="{AE12B1EA-3C89-46A2-890B-9A8BBB0EB05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5105</Words>
  <Application>Microsoft Office PowerPoint</Application>
  <PresentationFormat>Widescreen</PresentationFormat>
  <Paragraphs>1019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Helvetica Neue</vt:lpstr>
      <vt:lpstr>Noto Sans KR</vt:lpstr>
      <vt:lpstr>맑은 고딕</vt:lpstr>
      <vt:lpstr>Arial</vt:lpstr>
      <vt:lpstr>Calibri</vt:lpstr>
      <vt:lpstr>Calibri Light</vt:lpstr>
      <vt:lpstr>Wingdings</vt:lpstr>
      <vt:lpstr>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ji-eun</dc:creator>
  <cp:lastModifiedBy>Jong-Min La</cp:lastModifiedBy>
  <cp:revision>1</cp:revision>
  <dcterms:created xsi:type="dcterms:W3CDTF">2025-09-15T04:25:44Z</dcterms:created>
  <dcterms:modified xsi:type="dcterms:W3CDTF">2026-02-23T07:39:58Z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0x010100EB971F96850C604FA9DD4A6FAA1D7E94</vt:lpwstr>
  </property>
  <property fmtid="{D5CDD505-2E9C-101B-9397-08002B2CF9AE}" pid="3" name="MediaServiceImageTags">
    <vt:lpwstr/>
  </property>
</Properties>
</file>